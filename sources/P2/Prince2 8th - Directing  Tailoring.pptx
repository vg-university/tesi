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65"/>
    <p:restoredTop sz="94595"/>
  </p:normalViewPr>
  <p:slideViewPr>
    <p:cSldViewPr snapToGrid="0" snapToObjects="1">
      <p:cViewPr varScale="1">
        <p:scale>
          <a:sx n="92" d="100"/>
          <a:sy n="92" d="100"/>
        </p:scale>
        <p:origin x="18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8D7CE-3E39-9A44-A76D-C9276DE57580}" type="datetimeFigureOut">
              <a:rPr lang="en-US" smtClean="0"/>
              <a:t>7/15/19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AE5DD-3412-DE4B-872C-3BDB15BF1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57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4018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9621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8341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3033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9015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9054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0092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68947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6263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0112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661E-DE72-0D41-A0FE-B37F49DD1A9B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5AA6-4C50-3743-9327-E382730BA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23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661E-DE72-0D41-A0FE-B37F49DD1A9B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5AA6-4C50-3743-9327-E382730BA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77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661E-DE72-0D41-A0FE-B37F49DD1A9B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5AA6-4C50-3743-9327-E382730BA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94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661E-DE72-0D41-A0FE-B37F49DD1A9B}" type="datetimeFigureOut">
              <a:rPr lang="en-US" smtClean="0"/>
              <a:t>7/15/19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5AA6-4C50-3743-9327-E382730BA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508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661E-DE72-0D41-A0FE-B37F49DD1A9B}" type="datetimeFigureOut">
              <a:rPr lang="en-US" smtClean="0"/>
              <a:t>7/15/19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5AA6-4C50-3743-9327-E382730BA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19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661E-DE72-0D41-A0FE-B37F49DD1A9B}" type="datetimeFigureOut">
              <a:rPr lang="en-US" smtClean="0"/>
              <a:t>7/15/19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5AA6-4C50-3743-9327-E382730BA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4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661E-DE72-0D41-A0FE-B37F49DD1A9B}" type="datetimeFigureOut">
              <a:rPr lang="en-US" smtClean="0"/>
              <a:t>7/15/19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5AA6-4C50-3743-9327-E382730BA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6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661E-DE72-0D41-A0FE-B37F49DD1A9B}" type="datetimeFigureOut">
              <a:rPr lang="en-US" smtClean="0"/>
              <a:t>7/15/19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5AA6-4C50-3743-9327-E382730BA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6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661E-DE72-0D41-A0FE-B37F49DD1A9B}" type="datetimeFigureOut">
              <a:rPr lang="en-US" smtClean="0"/>
              <a:t>7/15/19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5AA6-4C50-3743-9327-E382730BA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92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661E-DE72-0D41-A0FE-B37F49DD1A9B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5AA6-4C50-3743-9327-E382730BA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661E-DE72-0D41-A0FE-B37F49DD1A9B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5AA6-4C50-3743-9327-E382730BA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8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F661E-DE72-0D41-A0FE-B37F49DD1A9B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35AA6-4C50-3743-9327-E382730BA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52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878877" y="2604435"/>
            <a:ext cx="652568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8000" b="1" dirty="0">
                <a:solidFill>
                  <a:prstClr val="white"/>
                </a:solidFill>
                <a:latin typeface="Rockwell"/>
                <a:cs typeface="Rockwell"/>
              </a:rPr>
              <a:t>PRO</a:t>
            </a:r>
            <a:r>
              <a:rPr sz="8000" b="1" spc="-10" dirty="0">
                <a:solidFill>
                  <a:prstClr val="white"/>
                </a:solidFill>
                <a:latin typeface="Rockwell"/>
                <a:cs typeface="Rockwell"/>
              </a:rPr>
              <a:t>C</a:t>
            </a:r>
            <a:r>
              <a:rPr sz="8000" b="1" dirty="0">
                <a:solidFill>
                  <a:prstClr val="white"/>
                </a:solidFill>
                <a:latin typeface="Rockwell"/>
                <a:cs typeface="Rockwell"/>
              </a:rPr>
              <a:t>ESSES</a:t>
            </a:r>
            <a:endParaRPr sz="8000" dirty="0">
              <a:solidFill>
                <a:prstClr val="white"/>
              </a:solidFill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lang="es-ES" sz="120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endParaRPr sz="12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82964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45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244" y="6453186"/>
            <a:ext cx="12173755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50580" y="972145"/>
            <a:ext cx="10884219" cy="48013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77165"/>
            <a:r>
              <a:rPr sz="2400" spc="35" dirty="0">
                <a:latin typeface="Rockwell"/>
                <a:cs typeface="Rockwell"/>
              </a:rPr>
              <a:t>T</a:t>
            </a:r>
            <a:r>
              <a:rPr sz="2400" spc="-5" dirty="0">
                <a:latin typeface="Rockwell"/>
                <a:cs typeface="Rockwell"/>
              </a:rPr>
              <a:t>h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pu</a:t>
            </a:r>
            <a:r>
              <a:rPr sz="2400" spc="30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po</a:t>
            </a:r>
            <a:r>
              <a:rPr sz="2400" spc="-10" dirty="0">
                <a:latin typeface="Rockwell"/>
                <a:cs typeface="Rockwell"/>
              </a:rPr>
              <a:t>s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f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Di</a:t>
            </a:r>
            <a:r>
              <a:rPr sz="2400" spc="-9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ectin</a:t>
            </a:r>
            <a:r>
              <a:rPr sz="2400" dirty="0">
                <a:latin typeface="Rockwell"/>
                <a:cs typeface="Rockwell"/>
              </a:rPr>
              <a:t>g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 </a:t>
            </a:r>
            <a:r>
              <a:rPr sz="2400" spc="-5" dirty="0">
                <a:latin typeface="Rockwell"/>
                <a:cs typeface="Rockwell"/>
              </a:rPr>
              <a:t>P</a:t>
            </a:r>
            <a:r>
              <a:rPr sz="2400" spc="-8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j</a:t>
            </a:r>
            <a:r>
              <a:rPr sz="2400" spc="-5" dirty="0">
                <a:latin typeface="Rockwell"/>
                <a:cs typeface="Rockwell"/>
              </a:rPr>
              <a:t>ec</a:t>
            </a:r>
            <a:r>
              <a:rPr sz="2400" dirty="0">
                <a:latin typeface="Rockwell"/>
                <a:cs typeface="Rockwell"/>
              </a:rPr>
              <a:t>t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P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oc</a:t>
            </a:r>
            <a:r>
              <a:rPr sz="2400" spc="5" dirty="0">
                <a:latin typeface="Rockwell"/>
                <a:cs typeface="Rockwell"/>
              </a:rPr>
              <a:t>e</a:t>
            </a:r>
            <a:r>
              <a:rPr sz="2400" dirty="0">
                <a:latin typeface="Rockwell"/>
                <a:cs typeface="Rockwell"/>
              </a:rPr>
              <a:t>ss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is to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e</a:t>
            </a:r>
            <a:r>
              <a:rPr sz="2400" spc="5" dirty="0">
                <a:latin typeface="Rockwell"/>
                <a:cs typeface="Rockwell"/>
              </a:rPr>
              <a:t>n</a:t>
            </a:r>
            <a:r>
              <a:rPr sz="2400" dirty="0">
                <a:latin typeface="Rockwell"/>
                <a:cs typeface="Rockwell"/>
              </a:rPr>
              <a:t>a</a:t>
            </a:r>
            <a:r>
              <a:rPr sz="2400" spc="-30" dirty="0">
                <a:latin typeface="Rockwell"/>
                <a:cs typeface="Rockwell"/>
              </a:rPr>
              <a:t>b</a:t>
            </a:r>
            <a:r>
              <a:rPr sz="2400" dirty="0">
                <a:latin typeface="Rockwell"/>
                <a:cs typeface="Rockwell"/>
              </a:rPr>
              <a:t>le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P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j</a:t>
            </a:r>
            <a:r>
              <a:rPr sz="2400" spc="-5" dirty="0">
                <a:latin typeface="Rockwell"/>
                <a:cs typeface="Rockwell"/>
              </a:rPr>
              <a:t>ect </a:t>
            </a:r>
            <a:r>
              <a:rPr sz="2400" dirty="0">
                <a:latin typeface="Rockwell"/>
                <a:cs typeface="Rockwell"/>
              </a:rPr>
              <a:t>Boa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d</a:t>
            </a:r>
            <a:r>
              <a:rPr sz="2400" spc="-2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to be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accounta</a:t>
            </a:r>
            <a:r>
              <a:rPr sz="2400" spc="-35" dirty="0">
                <a:latin typeface="Rockwell"/>
                <a:cs typeface="Rockwell"/>
              </a:rPr>
              <a:t>b</a:t>
            </a:r>
            <a:r>
              <a:rPr sz="2400" dirty="0">
                <a:latin typeface="Rockwell"/>
                <a:cs typeface="Rockwell"/>
              </a:rPr>
              <a:t>le</a:t>
            </a:r>
            <a:r>
              <a:rPr sz="2400" spc="-40" dirty="0">
                <a:latin typeface="Rockwell"/>
                <a:cs typeface="Rockwell"/>
              </a:rPr>
              <a:t> </a:t>
            </a:r>
            <a:r>
              <a:rPr sz="2400" spc="35" dirty="0">
                <a:latin typeface="Rockwell"/>
                <a:cs typeface="Rockwell"/>
              </a:rPr>
              <a:t>f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r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p</a:t>
            </a:r>
            <a:r>
              <a:rPr sz="2400" spc="-8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j</a:t>
            </a:r>
            <a:r>
              <a:rPr sz="2400" spc="-5" dirty="0">
                <a:latin typeface="Rockwell"/>
                <a:cs typeface="Rockwell"/>
              </a:rPr>
              <a:t>ec</a:t>
            </a:r>
            <a:r>
              <a:rPr sz="2400" dirty="0">
                <a:latin typeface="Rockwell"/>
                <a:cs typeface="Rockwell"/>
              </a:rPr>
              <a:t>t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spc="-85" dirty="0">
                <a:latin typeface="Rockwell"/>
                <a:cs typeface="Rockwell"/>
              </a:rPr>
              <a:t>b</a:t>
            </a:r>
            <a:r>
              <a:rPr sz="2400" dirty="0">
                <a:latin typeface="Rockwell"/>
                <a:cs typeface="Rockwell"/>
              </a:rPr>
              <a:t>y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maki</a:t>
            </a:r>
            <a:r>
              <a:rPr sz="2400" spc="5" dirty="0">
                <a:latin typeface="Rockwell"/>
                <a:cs typeface="Rockwell"/>
              </a:rPr>
              <a:t>n</a:t>
            </a:r>
            <a:r>
              <a:rPr sz="2400" dirty="0">
                <a:latin typeface="Rockwell"/>
                <a:cs typeface="Rockwell"/>
              </a:rPr>
              <a:t>g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spc="-60" dirty="0">
                <a:latin typeface="Rockwell"/>
                <a:cs typeface="Rockwell"/>
              </a:rPr>
              <a:t>k</a:t>
            </a:r>
            <a:r>
              <a:rPr sz="2400" spc="-85" dirty="0">
                <a:latin typeface="Rockwell"/>
                <a:cs typeface="Rockwell"/>
              </a:rPr>
              <a:t>e</a:t>
            </a:r>
            <a:r>
              <a:rPr sz="2400" dirty="0">
                <a:latin typeface="Rockwell"/>
                <a:cs typeface="Rockwell"/>
              </a:rPr>
              <a:t>y decisio</a:t>
            </a:r>
            <a:r>
              <a:rPr sz="2400" spc="5" dirty="0">
                <a:latin typeface="Rockwell"/>
                <a:cs typeface="Rockwell"/>
              </a:rPr>
              <a:t>n</a:t>
            </a:r>
            <a:r>
              <a:rPr sz="2400" dirty="0">
                <a:latin typeface="Rockwell"/>
                <a:cs typeface="Rockwell"/>
              </a:rPr>
              <a:t>s,</a:t>
            </a:r>
            <a:r>
              <a:rPr sz="2400" spc="-18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</a:t>
            </a:r>
            <a:r>
              <a:rPr sz="2400" spc="5" dirty="0">
                <a:latin typeface="Rockwell"/>
                <a:cs typeface="Rockwell"/>
              </a:rPr>
              <a:t>n</a:t>
            </a:r>
            <a:r>
              <a:rPr sz="2400" dirty="0">
                <a:latin typeface="Rockwell"/>
                <a:cs typeface="Rockwell"/>
              </a:rPr>
              <a:t>d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to </a:t>
            </a:r>
            <a:r>
              <a:rPr sz="2400" spc="-5" dirty="0">
                <a:latin typeface="Rockwell"/>
                <a:cs typeface="Rockwell"/>
              </a:rPr>
              <a:t>h</a:t>
            </a:r>
            <a:r>
              <a:rPr sz="2400" spc="-30" dirty="0">
                <a:latin typeface="Rockwell"/>
                <a:cs typeface="Rockwell"/>
              </a:rPr>
              <a:t>a</a:t>
            </a:r>
            <a:r>
              <a:rPr sz="2400" spc="-45" dirty="0">
                <a:latin typeface="Rockwell"/>
                <a:cs typeface="Rockwell"/>
              </a:rPr>
              <a:t>v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30" dirty="0">
                <a:latin typeface="Rockwell"/>
                <a:cs typeface="Rockwell"/>
              </a:rPr>
              <a:t> </a:t>
            </a:r>
            <a:r>
              <a:rPr sz="2400" spc="-85" dirty="0">
                <a:latin typeface="Rockwell"/>
                <a:cs typeface="Rockwell"/>
              </a:rPr>
              <a:t>o</a:t>
            </a:r>
            <a:r>
              <a:rPr sz="2400" spc="-45" dirty="0">
                <a:latin typeface="Rockwell"/>
                <a:cs typeface="Rockwell"/>
              </a:rPr>
              <a:t>v</a:t>
            </a:r>
            <a:r>
              <a:rPr sz="2400" spc="-5" dirty="0">
                <a:latin typeface="Rockwell"/>
                <a:cs typeface="Rockwell"/>
              </a:rPr>
              <a:t>e</a:t>
            </a:r>
            <a:r>
              <a:rPr sz="2400" spc="-40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all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co</a:t>
            </a:r>
            <a:r>
              <a:rPr sz="2400" spc="5" dirty="0">
                <a:latin typeface="Rockwell"/>
                <a:cs typeface="Rockwell"/>
              </a:rPr>
              <a:t>n</a:t>
            </a:r>
            <a:r>
              <a:rPr sz="2400" dirty="0">
                <a:latin typeface="Rockwell"/>
                <a:cs typeface="Rockwell"/>
              </a:rPr>
              <a:t>t</a:t>
            </a:r>
            <a:r>
              <a:rPr sz="2400" spc="-8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ol</a:t>
            </a:r>
            <a:endParaRPr sz="2400" dirty="0">
              <a:latin typeface="Rockwell"/>
              <a:cs typeface="Rockwell"/>
            </a:endParaRPr>
          </a:p>
          <a:p>
            <a:pPr>
              <a:spcBef>
                <a:spcPts val="44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/>
            <a:r>
              <a:rPr sz="2400" b="1" dirty="0">
                <a:latin typeface="Rockwell"/>
                <a:cs typeface="Rockwell"/>
              </a:rPr>
              <a:t>Objecti</a:t>
            </a:r>
            <a:r>
              <a:rPr sz="2400" b="1" spc="-50" dirty="0">
                <a:latin typeface="Rockwell"/>
                <a:cs typeface="Rockwell"/>
              </a:rPr>
              <a:t>v</a:t>
            </a:r>
            <a:r>
              <a:rPr sz="2400" b="1" spc="-5" dirty="0">
                <a:latin typeface="Rockwell"/>
                <a:cs typeface="Rockwell"/>
              </a:rPr>
              <a:t>e</a:t>
            </a:r>
            <a:r>
              <a:rPr sz="2400" b="1" spc="145" dirty="0">
                <a:latin typeface="Rockwell"/>
                <a:cs typeface="Rockwell"/>
              </a:rPr>
              <a:t>:</a:t>
            </a:r>
            <a:r>
              <a:rPr sz="2400" b="1" spc="40" dirty="0">
                <a:latin typeface="Rockwell"/>
                <a:cs typeface="Rockwell"/>
              </a:rPr>
              <a:t>W</a:t>
            </a:r>
            <a:r>
              <a:rPr sz="2400" b="1" dirty="0">
                <a:latin typeface="Rockwell"/>
                <a:cs typeface="Rockwell"/>
              </a:rPr>
              <a:t>h</a:t>
            </a:r>
            <a:r>
              <a:rPr sz="2400" b="1" spc="-10" dirty="0">
                <a:latin typeface="Rockwell"/>
                <a:cs typeface="Rockwell"/>
              </a:rPr>
              <a:t>a</a:t>
            </a:r>
            <a:r>
              <a:rPr sz="2400" b="1" dirty="0">
                <a:latin typeface="Rockwell"/>
                <a:cs typeface="Rockwell"/>
              </a:rPr>
              <a:t>t </a:t>
            </a:r>
            <a:r>
              <a:rPr sz="2400" b="1" spc="-10" dirty="0">
                <a:latin typeface="Rockwell"/>
                <a:cs typeface="Rockwell"/>
              </a:rPr>
              <a:t>a</a:t>
            </a:r>
            <a:r>
              <a:rPr sz="2400" b="1" spc="-5" dirty="0">
                <a:latin typeface="Rockwell"/>
                <a:cs typeface="Rockwell"/>
              </a:rPr>
              <a:t>r</a:t>
            </a:r>
            <a:r>
              <a:rPr sz="2400" b="1" dirty="0">
                <a:latin typeface="Rockwell"/>
                <a:cs typeface="Rockwell"/>
              </a:rPr>
              <a:t>e </a:t>
            </a:r>
            <a:r>
              <a:rPr sz="2400" b="1" spc="-10" dirty="0">
                <a:latin typeface="Rockwell"/>
                <a:cs typeface="Rockwell"/>
              </a:rPr>
              <a:t>t</a:t>
            </a:r>
            <a:r>
              <a:rPr sz="2400" b="1" dirty="0">
                <a:latin typeface="Rockwell"/>
                <a:cs typeface="Rockwell"/>
              </a:rPr>
              <a:t>he </a:t>
            </a:r>
            <a:r>
              <a:rPr sz="2400" b="1" spc="-5" dirty="0">
                <a:latin typeface="Rockwell"/>
                <a:cs typeface="Rockwell"/>
              </a:rPr>
              <a:t>objecti</a:t>
            </a:r>
            <a:r>
              <a:rPr sz="2400" b="1" spc="-50" dirty="0">
                <a:latin typeface="Rockwell"/>
                <a:cs typeface="Rockwell"/>
              </a:rPr>
              <a:t>v</a:t>
            </a:r>
            <a:r>
              <a:rPr sz="2400" b="1" spc="-5" dirty="0">
                <a:latin typeface="Rockwell"/>
                <a:cs typeface="Rockwell"/>
              </a:rPr>
              <a:t>e</a:t>
            </a:r>
            <a:r>
              <a:rPr sz="2400" b="1" dirty="0">
                <a:latin typeface="Rockwell"/>
                <a:cs typeface="Rockwell"/>
              </a:rPr>
              <a:t>s </a:t>
            </a:r>
            <a:r>
              <a:rPr sz="2400" b="1" spc="5" dirty="0">
                <a:latin typeface="Rockwell"/>
                <a:cs typeface="Rockwell"/>
              </a:rPr>
              <a:t>o</a:t>
            </a:r>
            <a:r>
              <a:rPr sz="2400" b="1" dirty="0">
                <a:latin typeface="Rockwell"/>
                <a:cs typeface="Rockwell"/>
              </a:rPr>
              <a:t>f Direct</a:t>
            </a:r>
            <a:r>
              <a:rPr sz="2400" b="1" spc="-10" dirty="0">
                <a:latin typeface="Rockwell"/>
                <a:cs typeface="Rockwell"/>
              </a:rPr>
              <a:t>i</a:t>
            </a:r>
            <a:r>
              <a:rPr sz="2400" b="1" dirty="0">
                <a:latin typeface="Rockwell"/>
                <a:cs typeface="Rockwell"/>
              </a:rPr>
              <a:t>ng</a:t>
            </a:r>
            <a:r>
              <a:rPr sz="2400" b="1" spc="-10" dirty="0">
                <a:latin typeface="Rockwell"/>
                <a:cs typeface="Rockwell"/>
              </a:rPr>
              <a:t> </a:t>
            </a:r>
            <a:r>
              <a:rPr sz="2400" b="1" dirty="0">
                <a:latin typeface="Rockwell"/>
                <a:cs typeface="Rockwell"/>
              </a:rPr>
              <a:t>a Project?</a:t>
            </a:r>
            <a:endParaRPr sz="2400" dirty="0">
              <a:latin typeface="Rockwell"/>
              <a:cs typeface="Rockwell"/>
            </a:endParaRPr>
          </a:p>
          <a:p>
            <a:pPr marL="253365" marR="2546350" indent="-241300"/>
            <a:r>
              <a:rPr sz="2400" spc="35" dirty="0">
                <a:latin typeface="Rockwell"/>
                <a:cs typeface="Rockwell"/>
              </a:rPr>
              <a:t>T</a:t>
            </a:r>
            <a:r>
              <a:rPr sz="2400" spc="-5" dirty="0">
                <a:latin typeface="Rockwell"/>
                <a:cs typeface="Rockwell"/>
              </a:rPr>
              <a:t>h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ob</a:t>
            </a:r>
            <a:r>
              <a:rPr sz="2400" spc="5" dirty="0">
                <a:latin typeface="Rockwell"/>
                <a:cs typeface="Rockwell"/>
              </a:rPr>
              <a:t>j</a:t>
            </a:r>
            <a:r>
              <a:rPr sz="2400" spc="-5" dirty="0">
                <a:latin typeface="Rockwell"/>
                <a:cs typeface="Rockwell"/>
              </a:rPr>
              <a:t>ect</a:t>
            </a:r>
            <a:r>
              <a:rPr sz="2400" spc="-35" dirty="0">
                <a:latin typeface="Rockwell"/>
                <a:cs typeface="Rockwell"/>
              </a:rPr>
              <a:t>i</a:t>
            </a:r>
            <a:r>
              <a:rPr sz="2400" spc="-45" dirty="0">
                <a:latin typeface="Rockwell"/>
                <a:cs typeface="Rockwell"/>
              </a:rPr>
              <a:t>v</a:t>
            </a:r>
            <a:r>
              <a:rPr sz="2400" spc="-5" dirty="0">
                <a:latin typeface="Rockwell"/>
                <a:cs typeface="Rockwell"/>
              </a:rPr>
              <a:t>e</a:t>
            </a:r>
            <a:r>
              <a:rPr sz="2400" dirty="0">
                <a:latin typeface="Rockwell"/>
                <a:cs typeface="Rockwell"/>
              </a:rPr>
              <a:t>s</a:t>
            </a:r>
            <a:r>
              <a:rPr sz="2400" spc="-35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f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Di</a:t>
            </a:r>
            <a:r>
              <a:rPr sz="2400" spc="-9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ectin</a:t>
            </a:r>
            <a:r>
              <a:rPr sz="2400" dirty="0">
                <a:latin typeface="Rockwell"/>
                <a:cs typeface="Rockwell"/>
              </a:rPr>
              <a:t>g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P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j</a:t>
            </a:r>
            <a:r>
              <a:rPr sz="2400" spc="-5" dirty="0">
                <a:latin typeface="Rockwell"/>
                <a:cs typeface="Rockwell"/>
              </a:rPr>
              <a:t>ec</a:t>
            </a:r>
            <a:r>
              <a:rPr sz="2400" dirty="0">
                <a:latin typeface="Rockwell"/>
                <a:cs typeface="Rockwell"/>
              </a:rPr>
              <a:t>t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P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oc</a:t>
            </a:r>
            <a:r>
              <a:rPr sz="2400" spc="5" dirty="0">
                <a:latin typeface="Rockwell"/>
                <a:cs typeface="Rockwell"/>
              </a:rPr>
              <a:t>e</a:t>
            </a:r>
            <a:r>
              <a:rPr sz="2400" dirty="0">
                <a:latin typeface="Rockwell"/>
                <a:cs typeface="Rockwell"/>
              </a:rPr>
              <a:t>ss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</a:t>
            </a:r>
            <a:r>
              <a:rPr sz="2400" spc="-90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e </a:t>
            </a:r>
            <a:r>
              <a:rPr sz="2400" spc="-10" dirty="0">
                <a:latin typeface="Rockwell"/>
                <a:cs typeface="Rockwell"/>
              </a:rPr>
              <a:t>t</a:t>
            </a:r>
            <a:r>
              <a:rPr sz="2400" spc="-5" dirty="0">
                <a:latin typeface="Rockwell"/>
                <a:cs typeface="Rockwell"/>
              </a:rPr>
              <a:t>o: P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spc="-8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v</a:t>
            </a:r>
            <a:r>
              <a:rPr sz="2400" spc="5" dirty="0">
                <a:latin typeface="Rockwell"/>
                <a:cs typeface="Rockwell"/>
              </a:rPr>
              <a:t>i</a:t>
            </a:r>
            <a:r>
              <a:rPr sz="2400" dirty="0">
                <a:latin typeface="Rockwell"/>
                <a:cs typeface="Rockwell"/>
              </a:rPr>
              <a:t>de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autho</a:t>
            </a:r>
            <a:r>
              <a:rPr sz="2400" spc="40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ity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to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initiate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p</a:t>
            </a:r>
            <a:r>
              <a:rPr sz="2400" spc="-8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j</a:t>
            </a:r>
            <a:r>
              <a:rPr sz="2400" spc="-5" dirty="0">
                <a:latin typeface="Rockwell"/>
                <a:cs typeface="Rockwell"/>
              </a:rPr>
              <a:t>ect.</a:t>
            </a:r>
            <a:endParaRPr sz="2400" dirty="0">
              <a:latin typeface="Rockwell"/>
              <a:cs typeface="Rockwell"/>
            </a:endParaRPr>
          </a:p>
          <a:p>
            <a:pPr marL="12700" marR="5080" indent="240665"/>
            <a:r>
              <a:rPr sz="2400" dirty="0">
                <a:latin typeface="Rockwell"/>
                <a:cs typeface="Rockwell"/>
              </a:rPr>
              <a:t>P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spc="-8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v</a:t>
            </a:r>
            <a:r>
              <a:rPr sz="2400" spc="5" dirty="0">
                <a:latin typeface="Rockwell"/>
                <a:cs typeface="Rockwell"/>
              </a:rPr>
              <a:t>i</a:t>
            </a:r>
            <a:r>
              <a:rPr sz="2400" dirty="0">
                <a:latin typeface="Rockwell"/>
                <a:cs typeface="Rockwell"/>
              </a:rPr>
              <a:t>de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autho</a:t>
            </a:r>
            <a:r>
              <a:rPr sz="2400" spc="40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ity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to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del</a:t>
            </a:r>
            <a:r>
              <a:rPr sz="2400" spc="-35" dirty="0">
                <a:latin typeface="Rockwell"/>
                <a:cs typeface="Rockwell"/>
              </a:rPr>
              <a:t>i</a:t>
            </a:r>
            <a:r>
              <a:rPr sz="2400" spc="-45" dirty="0">
                <a:latin typeface="Rockwell"/>
                <a:cs typeface="Rockwell"/>
              </a:rPr>
              <a:t>v</a:t>
            </a:r>
            <a:r>
              <a:rPr sz="2400" dirty="0">
                <a:latin typeface="Rockwell"/>
                <a:cs typeface="Rockwell"/>
              </a:rPr>
              <a:t>er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 p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oject</a:t>
            </a:r>
            <a:r>
              <a:rPr sz="2400" spc="-215" dirty="0">
                <a:latin typeface="Rockwell"/>
                <a:cs typeface="Rockwell"/>
              </a:rPr>
              <a:t>’</a:t>
            </a:r>
            <a:r>
              <a:rPr sz="2400" dirty="0">
                <a:latin typeface="Rockwell"/>
                <a:cs typeface="Rockwell"/>
              </a:rPr>
              <a:t>s</a:t>
            </a:r>
            <a:r>
              <a:rPr sz="2400" spc="-2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p</a:t>
            </a:r>
            <a:r>
              <a:rPr sz="2400" spc="-85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oduc</a:t>
            </a:r>
            <a:r>
              <a:rPr sz="2400" spc="-10" dirty="0">
                <a:latin typeface="Rockwell"/>
                <a:cs typeface="Rockwell"/>
              </a:rPr>
              <a:t>t</a:t>
            </a:r>
            <a:r>
              <a:rPr sz="2400" dirty="0">
                <a:latin typeface="Rockwell"/>
                <a:cs typeface="Rockwell"/>
              </a:rPr>
              <a:t>s.</a:t>
            </a:r>
            <a:r>
              <a:rPr sz="2400" spc="-240" dirty="0">
                <a:latin typeface="Rockwell"/>
                <a:cs typeface="Rockwell"/>
              </a:rPr>
              <a:t> </a:t>
            </a:r>
            <a:r>
              <a:rPr sz="2400" spc="35" dirty="0">
                <a:latin typeface="Rockwell"/>
                <a:cs typeface="Rockwell"/>
              </a:rPr>
              <a:t>T</a:t>
            </a:r>
            <a:r>
              <a:rPr sz="2400" dirty="0">
                <a:latin typeface="Rockwell"/>
                <a:cs typeface="Rockwell"/>
              </a:rPr>
              <a:t>he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p</a:t>
            </a:r>
            <a:r>
              <a:rPr sz="2400" spc="-85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oduc</a:t>
            </a:r>
            <a:r>
              <a:rPr sz="2400" spc="-10" dirty="0">
                <a:latin typeface="Rockwell"/>
                <a:cs typeface="Rockwell"/>
              </a:rPr>
              <a:t>t</a:t>
            </a:r>
            <a:r>
              <a:rPr sz="2400" dirty="0">
                <a:latin typeface="Rockwell"/>
                <a:cs typeface="Rockwell"/>
              </a:rPr>
              <a:t>s a</a:t>
            </a:r>
            <a:r>
              <a:rPr sz="2400" spc="-95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 </a:t>
            </a:r>
            <a:r>
              <a:rPr sz="2400" spc="-9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e</a:t>
            </a:r>
            <a:r>
              <a:rPr sz="2400" spc="5" dirty="0">
                <a:latin typeface="Rockwell"/>
                <a:cs typeface="Rockwell"/>
              </a:rPr>
              <a:t>a</a:t>
            </a:r>
            <a:r>
              <a:rPr sz="2400" dirty="0">
                <a:latin typeface="Rockwell"/>
                <a:cs typeface="Rockwell"/>
              </a:rPr>
              <a:t>son</a:t>
            </a:r>
            <a:r>
              <a:rPr sz="2400" spc="-3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to do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p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j</a:t>
            </a:r>
            <a:r>
              <a:rPr sz="2400" spc="-5" dirty="0">
                <a:latin typeface="Rockwell"/>
                <a:cs typeface="Rockwell"/>
              </a:rPr>
              <a:t>ect.</a:t>
            </a:r>
            <a:endParaRPr sz="2400" dirty="0">
              <a:latin typeface="Rockwell"/>
              <a:cs typeface="Rockwell"/>
            </a:endParaRPr>
          </a:p>
          <a:p>
            <a:pPr marL="253365"/>
            <a:r>
              <a:rPr sz="2400" spc="-5" dirty="0">
                <a:latin typeface="Rockwell"/>
                <a:cs typeface="Rockwell"/>
              </a:rPr>
              <a:t>P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spc="-8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v</a:t>
            </a:r>
            <a:r>
              <a:rPr sz="2400" spc="5" dirty="0">
                <a:latin typeface="Rockwell"/>
                <a:cs typeface="Rockwell"/>
              </a:rPr>
              <a:t>i</a:t>
            </a:r>
            <a:r>
              <a:rPr sz="2400" dirty="0">
                <a:latin typeface="Rockwell"/>
                <a:cs typeface="Rockwell"/>
              </a:rPr>
              <a:t>de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di</a:t>
            </a:r>
            <a:r>
              <a:rPr sz="2400" spc="-9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ectio</a:t>
            </a:r>
            <a:r>
              <a:rPr sz="2400" dirty="0">
                <a:latin typeface="Rockwell"/>
                <a:cs typeface="Rockwell"/>
              </a:rPr>
              <a:t>n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</a:t>
            </a:r>
            <a:r>
              <a:rPr sz="2400" spc="5" dirty="0">
                <a:latin typeface="Rockwell"/>
                <a:cs typeface="Rockwell"/>
              </a:rPr>
              <a:t>n</a:t>
            </a:r>
            <a:r>
              <a:rPr sz="2400" dirty="0">
                <a:latin typeface="Rockwell"/>
                <a:cs typeface="Rockwell"/>
              </a:rPr>
              <a:t>d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co</a:t>
            </a:r>
            <a:r>
              <a:rPr sz="2400" spc="5" dirty="0">
                <a:latin typeface="Rockwell"/>
                <a:cs typeface="Rockwell"/>
              </a:rPr>
              <a:t>n</a:t>
            </a:r>
            <a:r>
              <a:rPr sz="2400" dirty="0">
                <a:latin typeface="Rockwell"/>
                <a:cs typeface="Rockwell"/>
              </a:rPr>
              <a:t>t</a:t>
            </a:r>
            <a:r>
              <a:rPr sz="2400" spc="-8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l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du</a:t>
            </a:r>
            <a:r>
              <a:rPr sz="2400" spc="30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ing </a:t>
            </a:r>
            <a:r>
              <a:rPr sz="2400" spc="-10" dirty="0">
                <a:latin typeface="Rockwell"/>
                <a:cs typeface="Rockwell"/>
              </a:rPr>
              <a:t>t</a:t>
            </a:r>
            <a:r>
              <a:rPr sz="2400" spc="-5" dirty="0">
                <a:latin typeface="Rockwell"/>
                <a:cs typeface="Rockwell"/>
              </a:rPr>
              <a:t>h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p</a:t>
            </a:r>
            <a:r>
              <a:rPr sz="2400" spc="-8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j</a:t>
            </a:r>
            <a:r>
              <a:rPr sz="2400" spc="-5" dirty="0">
                <a:latin typeface="Rockwell"/>
                <a:cs typeface="Rockwell"/>
              </a:rPr>
              <a:t>ect.</a:t>
            </a:r>
            <a:endParaRPr sz="2400" dirty="0">
              <a:latin typeface="Rockwell"/>
              <a:cs typeface="Rockwell"/>
            </a:endParaRPr>
          </a:p>
          <a:p>
            <a:pPr marL="253365" marR="1844675"/>
            <a:r>
              <a:rPr sz="2400" dirty="0">
                <a:latin typeface="Rockwell"/>
                <a:cs typeface="Rockwell"/>
              </a:rPr>
              <a:t>Be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inter</a:t>
            </a:r>
            <a:r>
              <a:rPr sz="2400" spc="50" dirty="0">
                <a:latin typeface="Rockwell"/>
                <a:cs typeface="Rockwell"/>
              </a:rPr>
              <a:t>f</a:t>
            </a:r>
            <a:r>
              <a:rPr sz="2400" dirty="0">
                <a:latin typeface="Rockwell"/>
                <a:cs typeface="Rockwell"/>
              </a:rPr>
              <a:t>ace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to Co</a:t>
            </a:r>
            <a:r>
              <a:rPr sz="2400" spc="35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po</a:t>
            </a:r>
            <a:r>
              <a:rPr sz="2400" spc="-45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ate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 P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og</a:t>
            </a:r>
            <a:r>
              <a:rPr sz="2400" spc="-45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am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Mana</a:t>
            </a:r>
            <a:r>
              <a:rPr sz="2400" spc="-40" dirty="0">
                <a:latin typeface="Rockwell"/>
                <a:cs typeface="Rockwell"/>
              </a:rPr>
              <a:t>g</a:t>
            </a:r>
            <a:r>
              <a:rPr sz="2400" spc="-5" dirty="0">
                <a:latin typeface="Rockwell"/>
                <a:cs typeface="Rockwell"/>
              </a:rPr>
              <a:t>ement. P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spc="-8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v</a:t>
            </a:r>
            <a:r>
              <a:rPr sz="2400" spc="5" dirty="0">
                <a:latin typeface="Rockwell"/>
                <a:cs typeface="Rockwell"/>
              </a:rPr>
              <a:t>i</a:t>
            </a:r>
            <a:r>
              <a:rPr sz="2400" dirty="0">
                <a:latin typeface="Rockwell"/>
                <a:cs typeface="Rockwell"/>
              </a:rPr>
              <a:t>de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autho</a:t>
            </a:r>
            <a:r>
              <a:rPr sz="2400" spc="40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ity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to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close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p</a:t>
            </a:r>
            <a:r>
              <a:rPr sz="2400" spc="-8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j</a:t>
            </a:r>
            <a:r>
              <a:rPr sz="2400" spc="-5" dirty="0">
                <a:latin typeface="Rockwell"/>
                <a:cs typeface="Rockwell"/>
              </a:rPr>
              <a:t>ect.</a:t>
            </a:r>
            <a:endParaRPr sz="2400" dirty="0">
              <a:latin typeface="Rockwell"/>
              <a:cs typeface="Rockwell"/>
            </a:endParaRPr>
          </a:p>
          <a:p>
            <a:pPr marL="253365"/>
            <a:r>
              <a:rPr sz="2400" dirty="0">
                <a:latin typeface="Rockwell"/>
                <a:cs typeface="Rockwell"/>
              </a:rPr>
              <a:t>En</a:t>
            </a:r>
            <a:r>
              <a:rPr sz="2400" spc="-10" dirty="0">
                <a:latin typeface="Rockwell"/>
                <a:cs typeface="Rockwell"/>
              </a:rPr>
              <a:t>s</a:t>
            </a:r>
            <a:r>
              <a:rPr sz="2400" dirty="0">
                <a:latin typeface="Rockwell"/>
                <a:cs typeface="Rockwell"/>
              </a:rPr>
              <a:t>u</a:t>
            </a:r>
            <a:r>
              <a:rPr sz="2400" spc="-95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that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po</a:t>
            </a:r>
            <a:r>
              <a:rPr sz="2400" spc="-10" dirty="0">
                <a:latin typeface="Rockwell"/>
                <a:cs typeface="Rockwell"/>
              </a:rPr>
              <a:t>s</a:t>
            </a:r>
            <a:r>
              <a:rPr sz="2400" spc="-5" dirty="0">
                <a:latin typeface="Rockwell"/>
                <a:cs typeface="Rockwell"/>
              </a:rPr>
              <a:t>t-</a:t>
            </a:r>
            <a:r>
              <a:rPr sz="2400" dirty="0">
                <a:latin typeface="Rockwell"/>
                <a:cs typeface="Rockwell"/>
              </a:rPr>
              <a:t>p</a:t>
            </a:r>
            <a:r>
              <a:rPr sz="2400" spc="-8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j</a:t>
            </a:r>
            <a:r>
              <a:rPr sz="2400" spc="-5" dirty="0">
                <a:latin typeface="Rockwell"/>
                <a:cs typeface="Rockwell"/>
              </a:rPr>
              <a:t>ec</a:t>
            </a:r>
            <a:r>
              <a:rPr sz="2400" dirty="0">
                <a:latin typeface="Rockwell"/>
                <a:cs typeface="Rockwell"/>
              </a:rPr>
              <a:t>t be</a:t>
            </a:r>
            <a:r>
              <a:rPr sz="2400" spc="-5" dirty="0">
                <a:latin typeface="Rockwell"/>
                <a:cs typeface="Rockwell"/>
              </a:rPr>
              <a:t>n</a:t>
            </a:r>
            <a:r>
              <a:rPr sz="2400" spc="5" dirty="0">
                <a:latin typeface="Rockwell"/>
                <a:cs typeface="Rockwell"/>
              </a:rPr>
              <a:t>e</a:t>
            </a:r>
            <a:r>
              <a:rPr sz="2400" spc="20" dirty="0">
                <a:latin typeface="Rockwell"/>
                <a:cs typeface="Rockwell"/>
              </a:rPr>
              <a:t>f</a:t>
            </a:r>
            <a:r>
              <a:rPr sz="2400" dirty="0">
                <a:latin typeface="Rockwell"/>
                <a:cs typeface="Rockwell"/>
              </a:rPr>
              <a:t>its</a:t>
            </a:r>
            <a:r>
              <a:rPr sz="2400" spc="-3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wi</a:t>
            </a:r>
            <a:r>
              <a:rPr sz="2400" spc="5" dirty="0">
                <a:latin typeface="Rockwell"/>
                <a:cs typeface="Rockwell"/>
              </a:rPr>
              <a:t>l</a:t>
            </a:r>
            <a:r>
              <a:rPr sz="2400" dirty="0">
                <a:latin typeface="Rockwell"/>
                <a:cs typeface="Rockwell"/>
              </a:rPr>
              <a:t>l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be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spc="-95" dirty="0">
                <a:latin typeface="Rockwell"/>
                <a:cs typeface="Rockwell"/>
              </a:rPr>
              <a:t>r</a:t>
            </a:r>
            <a:r>
              <a:rPr sz="2400" spc="-70" dirty="0">
                <a:latin typeface="Rockwell"/>
                <a:cs typeface="Rockwell"/>
              </a:rPr>
              <a:t>e</a:t>
            </a:r>
            <a:r>
              <a:rPr sz="2400" dirty="0">
                <a:latin typeface="Rockwell"/>
                <a:cs typeface="Rockwell"/>
              </a:rPr>
              <a:t>v</a:t>
            </a:r>
            <a:r>
              <a:rPr sz="2400" spc="5" dirty="0">
                <a:latin typeface="Rockwell"/>
                <a:cs typeface="Rockwell"/>
              </a:rPr>
              <a:t>i</a:t>
            </a:r>
            <a:r>
              <a:rPr sz="2400" spc="-35" dirty="0">
                <a:latin typeface="Rockwell"/>
                <a:cs typeface="Rockwell"/>
              </a:rPr>
              <a:t>e</a:t>
            </a:r>
            <a:r>
              <a:rPr sz="2400" spc="-45" dirty="0">
                <a:latin typeface="Rockwell"/>
                <a:cs typeface="Rockwell"/>
              </a:rPr>
              <a:t>w</a:t>
            </a:r>
            <a:r>
              <a:rPr sz="2400" spc="-5" dirty="0">
                <a:latin typeface="Rockwell"/>
                <a:cs typeface="Rockwell"/>
              </a:rPr>
              <a:t>ed.</a:t>
            </a:r>
            <a:endParaRPr sz="2400" dirty="0">
              <a:latin typeface="Rockwell"/>
              <a:cs typeface="Rockwel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Directing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17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33968"/>
            <a:ext cx="354330" cy="6060796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98756" y="742420"/>
            <a:ext cx="11136044" cy="4624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3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60" dirty="0">
                <a:latin typeface="Rockwell"/>
                <a:cs typeface="Rockwell"/>
              </a:rPr>
              <a:t>k</a:t>
            </a:r>
            <a:r>
              <a:rPr sz="2000" spc="-8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act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v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ties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this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oc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ss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e: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42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242570" marR="2169160"/>
            <a:r>
              <a:rPr sz="2000" spc="3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app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op</a:t>
            </a:r>
            <a:r>
              <a:rPr sz="2000" spc="3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iate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autho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ity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 i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itiate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ect </a:t>
            </a:r>
            <a:r>
              <a:rPr sz="2000" spc="3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autho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ity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 del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oduct</a:t>
            </a:r>
            <a:r>
              <a:rPr sz="2000" dirty="0">
                <a:latin typeface="Rockwell"/>
                <a:cs typeface="Rockwell"/>
              </a:rPr>
              <a:t>s</a:t>
            </a:r>
          </a:p>
          <a:p>
            <a:pPr marL="12700" marR="16510" indent="229870"/>
            <a:r>
              <a:rPr sz="2000" spc="3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emai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v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30" dirty="0">
                <a:latin typeface="Rockwell"/>
                <a:cs typeface="Rockwell"/>
              </a:rPr>
              <a:t>b</a:t>
            </a:r>
            <a:r>
              <a:rPr sz="2000" dirty="0">
                <a:latin typeface="Rockwell"/>
                <a:cs typeface="Rockwell"/>
              </a:rPr>
              <a:t>le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 </a:t>
            </a:r>
            <a:r>
              <a:rPr sz="2000" spc="-10" dirty="0">
                <a:latin typeface="Rockwell"/>
                <a:cs typeface="Rockwell"/>
              </a:rPr>
              <a:t>m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emen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di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ectio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 in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place 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ough</a:t>
            </a:r>
            <a:r>
              <a:rPr sz="2000" dirty="0">
                <a:latin typeface="Rockwell"/>
                <a:cs typeface="Rockwell"/>
              </a:rPr>
              <a:t>out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ect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li</a:t>
            </a:r>
            <a:r>
              <a:rPr sz="2000" spc="50" dirty="0">
                <a:latin typeface="Rockwell"/>
                <a:cs typeface="Rockwell"/>
              </a:rPr>
              <a:t>f</a:t>
            </a:r>
            <a:r>
              <a:rPr sz="2000" spc="-3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.</a:t>
            </a:r>
          </a:p>
          <a:p>
            <a:pPr marL="12700" marR="301625" indent="229870"/>
            <a:r>
              <a:rPr sz="2000" spc="3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bo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25" dirty="0">
                <a:latin typeface="Rockwell"/>
                <a:cs typeface="Rockwell"/>
              </a:rPr>
              <a:t> e</a:t>
            </a:r>
            <a:r>
              <a:rPr sz="2000" spc="-90" dirty="0">
                <a:latin typeface="Rockwell"/>
                <a:cs typeface="Rockwell"/>
              </a:rPr>
              <a:t>x</a:t>
            </a:r>
            <a:r>
              <a:rPr sz="2000" spc="-5" dirty="0">
                <a:latin typeface="Rockwell"/>
                <a:cs typeface="Rockwell"/>
              </a:rPr>
              <a:t>ecut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Inter</a:t>
            </a:r>
            <a:r>
              <a:rPr sz="2000" spc="50" dirty="0">
                <a:latin typeface="Rockwell"/>
                <a:cs typeface="Rockwell"/>
              </a:rPr>
              <a:t>f</a:t>
            </a:r>
            <a:r>
              <a:rPr sz="2000" dirty="0">
                <a:latin typeface="Rockwell"/>
                <a:cs typeface="Rockwell"/>
              </a:rPr>
              <a:t>ace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egula</a:t>
            </a:r>
            <a:r>
              <a:rPr sz="2000" spc="-25" dirty="0">
                <a:latin typeface="Rockwell"/>
                <a:cs typeface="Rockwell"/>
              </a:rPr>
              <a:t>r</a:t>
            </a:r>
            <a:r>
              <a:rPr sz="2000" spc="-35" dirty="0">
                <a:latin typeface="Rockwell"/>
                <a:cs typeface="Rockwell"/>
              </a:rPr>
              <a:t>l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3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with co</a:t>
            </a:r>
            <a:r>
              <a:rPr sz="2000" spc="3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po</a:t>
            </a:r>
            <a:r>
              <a:rPr sz="2000" spc="-4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ate</a:t>
            </a:r>
            <a:r>
              <a:rPr sz="2000" spc="-3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or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og</a:t>
            </a:r>
            <a:r>
              <a:rPr sz="2000" spc="-4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am</a:t>
            </a:r>
            <a:r>
              <a:rPr sz="2000" spc="-10" dirty="0">
                <a:latin typeface="Rockwell"/>
                <a:cs typeface="Rockwell"/>
              </a:rPr>
              <a:t>m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mana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ement</a:t>
            </a:r>
            <a:endParaRPr sz="2000" dirty="0">
              <a:latin typeface="Rockwell"/>
              <a:cs typeface="Rockwell"/>
            </a:endParaRPr>
          </a:p>
          <a:p>
            <a:pPr marL="242570"/>
            <a:r>
              <a:rPr sz="2000" spc="3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autho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ity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 cl</a:t>
            </a:r>
            <a:r>
              <a:rPr sz="2000" spc="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se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ect</a:t>
            </a:r>
            <a:endParaRPr sz="2000" dirty="0">
              <a:latin typeface="Rockwell"/>
              <a:cs typeface="Rockwell"/>
            </a:endParaRPr>
          </a:p>
          <a:p>
            <a:pPr marL="12700" marR="5080" indent="240665"/>
            <a:r>
              <a:rPr sz="2000" dirty="0">
                <a:latin typeface="Rockwell"/>
                <a:cs typeface="Rockwell"/>
              </a:rPr>
              <a:t>A bene</a:t>
            </a:r>
            <a:r>
              <a:rPr sz="2000" spc="20" dirty="0">
                <a:latin typeface="Rockwell"/>
                <a:cs typeface="Rockwell"/>
              </a:rPr>
              <a:t>f</a:t>
            </a:r>
            <a:r>
              <a:rPr sz="2000" dirty="0">
                <a:latin typeface="Rockwell"/>
                <a:cs typeface="Rockwell"/>
              </a:rPr>
              <a:t>it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70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v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spc="-3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w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plan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li</a:t>
            </a:r>
            <a:r>
              <a:rPr sz="2000" spc="5" dirty="0">
                <a:latin typeface="Rockwell"/>
                <a:cs typeface="Rockwell"/>
              </a:rPr>
              <a:t>z</a:t>
            </a:r>
            <a:r>
              <a:rPr sz="2000" dirty="0">
                <a:latin typeface="Rockwell"/>
                <a:cs typeface="Rockwell"/>
              </a:rPr>
              <a:t>ing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po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t 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be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25" dirty="0">
                <a:latin typeface="Rockwell"/>
                <a:cs typeface="Rockwell"/>
              </a:rPr>
              <a:t>f</a:t>
            </a:r>
            <a:r>
              <a:rPr sz="2000" dirty="0">
                <a:latin typeface="Rockwell"/>
                <a:cs typeface="Rockwell"/>
              </a:rPr>
              <a:t>its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ted, </a:t>
            </a:r>
            <a:r>
              <a:rPr sz="2000" spc="-5" dirty="0">
                <a:latin typeface="Rockwell"/>
                <a:cs typeface="Rockwell"/>
              </a:rPr>
              <a:t>mana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3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70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v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spc="-35" dirty="0">
                <a:latin typeface="Rockwell"/>
                <a:cs typeface="Rockwell"/>
              </a:rPr>
              <a:t>e</a:t>
            </a:r>
            <a:r>
              <a:rPr sz="2000" spc="-4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ed.</a:t>
            </a:r>
            <a:endParaRPr sz="2000" dirty="0">
              <a:latin typeface="Rockwell"/>
              <a:cs typeface="Rockwell"/>
            </a:endParaRPr>
          </a:p>
          <a:p>
            <a:pPr marL="12700" marR="246379" indent="229870"/>
            <a:r>
              <a:rPr sz="2000" spc="3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Di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ectin</a:t>
            </a:r>
            <a:r>
              <a:rPr sz="2000" dirty="0">
                <a:latin typeface="Rockwell"/>
                <a:cs typeface="Rockwell"/>
              </a:rPr>
              <a:t>g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oc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ss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ts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3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Sta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ting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Up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ect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oc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ss</a:t>
            </a:r>
            <a:r>
              <a:rPr sz="2000" spc="-3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com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dirty="0">
                <a:latin typeface="Rockwell"/>
                <a:cs typeface="Rockwell"/>
              </a:rPr>
              <a:t>letes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t</a:t>
            </a:r>
            <a:r>
              <a:rPr sz="2000" spc="3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</a:t>
            </a:r>
            <a:r>
              <a:rPr sz="2000" spc="-30" dirty="0">
                <a:latin typeface="Rockwell"/>
                <a:cs typeface="Rockwell"/>
              </a:rPr>
              <a:t>g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85" dirty="0">
                <a:latin typeface="Rockwell"/>
                <a:cs typeface="Rockwell"/>
              </a:rPr>
              <a:t>b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q</a:t>
            </a:r>
            <a:r>
              <a:rPr sz="2000" dirty="0">
                <a:latin typeface="Rockwell"/>
                <a:cs typeface="Rockwell"/>
              </a:rPr>
              <a:t>uest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m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ect mana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initiate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 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ect.</a:t>
            </a:r>
            <a:endParaRPr sz="2000" dirty="0">
              <a:latin typeface="Rockwell"/>
              <a:cs typeface="Rockwell"/>
            </a:endParaRPr>
          </a:p>
          <a:p>
            <a:pPr marL="12700" marR="198755" indent="229870"/>
            <a:r>
              <a:rPr sz="2000" spc="3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bo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u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 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spc="5" dirty="0">
                <a:latin typeface="Rockwell"/>
                <a:cs typeface="Rockwell"/>
              </a:rPr>
              <a:t>h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i</a:t>
            </a:r>
            <a:r>
              <a:rPr sz="2000" spc="-5" dirty="0">
                <a:latin typeface="Rockwell"/>
                <a:cs typeface="Rockwell"/>
              </a:rPr>
              <a:t>qu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mana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emen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85" dirty="0">
                <a:latin typeface="Rockwell"/>
                <a:cs typeface="Rockwell"/>
              </a:rPr>
              <a:t>b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xcep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io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.</a:t>
            </a:r>
            <a:r>
              <a:rPr sz="2000" spc="-17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It </a:t>
            </a:r>
            <a:r>
              <a:rPr sz="2000" spc="-5" dirty="0">
                <a:latin typeface="Rockwell"/>
                <a:cs typeface="Rockwell"/>
              </a:rPr>
              <a:t>monito</a:t>
            </a:r>
            <a:r>
              <a:rPr sz="2000" spc="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v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epo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ts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ro</a:t>
            </a:r>
            <a:r>
              <a:rPr sz="2000" dirty="0">
                <a:latin typeface="Rockwell"/>
                <a:cs typeface="Rockwell"/>
              </a:rPr>
              <a:t>v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des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</a:t>
            </a:r>
            <a:r>
              <a:rPr sz="2000" spc="-5" dirty="0">
                <a:latin typeface="Rockwell"/>
                <a:cs typeface="Rockwell"/>
              </a:rPr>
              <a:t>nt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v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umber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dec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sion points.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Directing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966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5759" y="743143"/>
            <a:ext cx="11339150" cy="43242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04800"/>
            <a:r>
              <a:rPr sz="2000" spc="-160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mana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emen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spc="-85" dirty="0">
                <a:latin typeface="Rockwell"/>
                <a:cs typeface="Rockwell"/>
              </a:rPr>
              <a:t>b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xcep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ion 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o </a:t>
            </a:r>
            <a:r>
              <a:rPr sz="2000" spc="-70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-3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k</a:t>
            </a:r>
            <a:r>
              <a:rPr sz="2000" dirty="0">
                <a:latin typeface="Rockwell"/>
                <a:cs typeface="Rockwell"/>
              </a:rPr>
              <a:t>,</a:t>
            </a:r>
            <a:r>
              <a:rPr sz="2000" spc="-18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bo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mu</a:t>
            </a:r>
            <a:r>
              <a:rPr sz="2000" spc="-15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set tole</a:t>
            </a:r>
            <a:r>
              <a:rPr sz="2000" spc="-4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c</a:t>
            </a:r>
            <a:r>
              <a:rPr sz="2000" spc="-3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,</a:t>
            </a:r>
            <a:r>
              <a:rPr sz="2000" spc="-20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if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5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point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this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be </a:t>
            </a:r>
            <a:r>
              <a:rPr sz="2000" spc="-2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xceeded,</a:t>
            </a:r>
            <a:r>
              <a:rPr sz="2000" spc="-18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 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mana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wi</a:t>
            </a:r>
            <a:r>
              <a:rPr sz="2000" spc="5" dirty="0">
                <a:latin typeface="Rockwell"/>
                <a:cs typeface="Rockwell"/>
              </a:rPr>
              <a:t>l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m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bo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v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x</a:t>
            </a:r>
            <a:r>
              <a:rPr sz="2000" dirty="0">
                <a:latin typeface="Rockwell"/>
                <a:cs typeface="Rockwell"/>
              </a:rPr>
              <a:t>cep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ion Repo</a:t>
            </a:r>
            <a:r>
              <a:rPr sz="2000" spc="3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 b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ing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si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uation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 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oject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bo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220" dirty="0">
                <a:latin typeface="Rockwell"/>
                <a:cs typeface="Rockwell"/>
              </a:rPr>
              <a:t>’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at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tion.</a:t>
            </a:r>
            <a:endParaRPr sz="2000">
              <a:latin typeface="Rockwell"/>
              <a:cs typeface="Rockwell"/>
            </a:endParaRPr>
          </a:p>
          <a:p>
            <a:pPr>
              <a:spcBef>
                <a:spcPts val="42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241935" indent="219075"/>
            <a:r>
              <a:rPr sz="2000" dirty="0">
                <a:latin typeface="Rockwell"/>
                <a:cs typeface="Rockwell"/>
              </a:rPr>
              <a:t>With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mana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emen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85" dirty="0">
                <a:latin typeface="Rockwell"/>
                <a:cs typeface="Rockwell"/>
              </a:rPr>
              <a:t>b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xcep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ion 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o</a:t>
            </a:r>
            <a:r>
              <a:rPr sz="2000" spc="-5" dirty="0">
                <a:latin typeface="Rockwell"/>
                <a:cs typeface="Rockwell"/>
              </a:rPr>
              <a:t> n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 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og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ess meeting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.</a:t>
            </a:r>
            <a:r>
              <a:rPr sz="2000" spc="-17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al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55" dirty="0">
                <a:latin typeface="Rockwell"/>
                <a:cs typeface="Rockwell"/>
              </a:rPr>
              <a:t>d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mentio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mu</a:t>
            </a:r>
            <a:r>
              <a:rPr sz="2000" spc="-15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be an in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mat</a:t>
            </a:r>
            <a:r>
              <a:rPr sz="2000" dirty="0">
                <a:latin typeface="Rockwell"/>
                <a:cs typeface="Rockwell"/>
              </a:rPr>
              <a:t>ion conduit bet</a:t>
            </a:r>
            <a:r>
              <a:rPr sz="2000" spc="-50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-4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bo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po</a:t>
            </a:r>
            <a:r>
              <a:rPr sz="2000" spc="-4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ate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og</a:t>
            </a:r>
            <a:r>
              <a:rPr sz="2000" spc="-4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am</a:t>
            </a:r>
            <a:r>
              <a:rPr sz="2000" spc="-10" dirty="0">
                <a:latin typeface="Rockwell"/>
                <a:cs typeface="Rockwell"/>
              </a:rPr>
              <a:t>m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15" dirty="0">
                <a:latin typeface="Rockwell"/>
                <a:cs typeface="Rockwell"/>
              </a:rPr>
              <a:t>m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ement, h</a:t>
            </a:r>
            <a:r>
              <a:rPr sz="2000" spc="-80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w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this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to </a:t>
            </a:r>
            <a:r>
              <a:rPr sz="2000" spc="-5" dirty="0">
                <a:latin typeface="Rockwell"/>
                <a:cs typeface="Rockwell"/>
              </a:rPr>
              <a:t>occu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should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be </a:t>
            </a:r>
            <a:r>
              <a:rPr sz="2000" spc="-10" dirty="0">
                <a:latin typeface="Rockwell"/>
                <a:cs typeface="Rockwell"/>
              </a:rPr>
              <a:t>d</a:t>
            </a:r>
            <a:r>
              <a:rPr sz="2000" spc="-5" dirty="0">
                <a:latin typeface="Rockwell"/>
                <a:cs typeface="Rockwell"/>
              </a:rPr>
              <a:t>ocumente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</a:t>
            </a:r>
            <a:r>
              <a:rPr sz="2000" spc="-5" dirty="0">
                <a:latin typeface="Rockwell"/>
                <a:cs typeface="Rockwell"/>
              </a:rPr>
              <a:t>om</a:t>
            </a:r>
            <a:r>
              <a:rPr sz="2000" spc="-10" dirty="0">
                <a:latin typeface="Rockwell"/>
                <a:cs typeface="Rockwell"/>
              </a:rPr>
              <a:t>m</a:t>
            </a:r>
            <a:r>
              <a:rPr sz="2000" dirty="0">
                <a:latin typeface="Rockwell"/>
                <a:cs typeface="Rockwell"/>
              </a:rPr>
              <a:t>unication Mana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emen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St</a:t>
            </a:r>
            <a:r>
              <a:rPr sz="2000" spc="-4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ate</a:t>
            </a:r>
            <a:r>
              <a:rPr sz="2000" spc="-65" dirty="0">
                <a:latin typeface="Rockwell"/>
                <a:cs typeface="Rockwell"/>
              </a:rPr>
              <a:t>g</a:t>
            </a:r>
            <a:r>
              <a:rPr sz="2000" spc="-204" dirty="0">
                <a:latin typeface="Rockwell"/>
                <a:cs typeface="Rockwell"/>
              </a:rPr>
              <a:t>y</a:t>
            </a:r>
            <a:r>
              <a:rPr sz="2000" dirty="0">
                <a:latin typeface="Rockwell"/>
                <a:cs typeface="Rockwell"/>
              </a:rPr>
              <a:t>.</a:t>
            </a:r>
          </a:p>
          <a:p>
            <a:pPr>
              <a:spcBef>
                <a:spcPts val="44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197485" indent="304800"/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l</a:t>
            </a:r>
            <a:r>
              <a:rPr sz="2000" dirty="0">
                <a:latin typeface="Rockwell"/>
                <a:cs typeface="Rockwell"/>
              </a:rPr>
              <a:t>though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it is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20" dirty="0">
                <a:latin typeface="Rockwell"/>
                <a:cs typeface="Rockwell"/>
              </a:rPr>
              <a:t>e</a:t>
            </a:r>
            <a:r>
              <a:rPr sz="2000" spc="-90" dirty="0">
                <a:latin typeface="Rockwell"/>
                <a:cs typeface="Rockwell"/>
              </a:rPr>
              <a:t>x</a:t>
            </a:r>
            <a:r>
              <a:rPr sz="2000" spc="-5" dirty="0">
                <a:latin typeface="Rockwell"/>
                <a:cs typeface="Rockwell"/>
              </a:rPr>
              <a:t>ecut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bo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3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o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40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et</a:t>
            </a:r>
            <a:r>
              <a:rPr sz="2000" dirty="0">
                <a:latin typeface="Rockwell"/>
                <a:cs typeface="Rockwell"/>
              </a:rPr>
              <a:t>o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on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5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decisions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di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ectio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g</a:t>
            </a:r>
            <a:r>
              <a:rPr sz="2000" spc="-40" dirty="0">
                <a:latin typeface="Rockwell"/>
                <a:cs typeface="Rockwell"/>
              </a:rPr>
              <a:t>i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,</a:t>
            </a:r>
            <a:r>
              <a:rPr sz="2000" spc="-17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bo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should p</a:t>
            </a:r>
            <a:r>
              <a:rPr sz="2000" spc="-85" dirty="0">
                <a:latin typeface="Rockwell"/>
                <a:cs typeface="Rockwell"/>
              </a:rPr>
              <a:t>ro</a:t>
            </a:r>
            <a:r>
              <a:rPr sz="2000" dirty="0">
                <a:latin typeface="Rockwell"/>
                <a:cs typeface="Rockwell"/>
              </a:rPr>
              <a:t>v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de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 uni</a:t>
            </a:r>
            <a:r>
              <a:rPr sz="2000" spc="20" dirty="0">
                <a:latin typeface="Rockwell"/>
                <a:cs typeface="Rockwell"/>
              </a:rPr>
              <a:t>f</a:t>
            </a:r>
            <a:r>
              <a:rPr sz="2000" dirty="0">
                <a:latin typeface="Rockwell"/>
                <a:cs typeface="Rockwell"/>
              </a:rPr>
              <a:t>ied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di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ectio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gui</a:t>
            </a:r>
            <a:r>
              <a:rPr sz="2000" spc="-10" dirty="0">
                <a:latin typeface="Rockwell"/>
                <a:cs typeface="Rockwell"/>
              </a:rPr>
              <a:t>d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ce 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o 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mana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othe</a:t>
            </a:r>
            <a:r>
              <a:rPr sz="2000" dirty="0">
                <a:latin typeface="Rockwell"/>
                <a:cs typeface="Rockwell"/>
              </a:rPr>
              <a:t>r </a:t>
            </a:r>
            <a:r>
              <a:rPr sz="2000" spc="-60" dirty="0">
                <a:latin typeface="Rockwell"/>
                <a:cs typeface="Rockwell"/>
              </a:rPr>
              <a:t>k</a:t>
            </a:r>
            <a:r>
              <a:rPr sz="2000" spc="-8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y s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55" dirty="0">
                <a:latin typeface="Rockwell"/>
                <a:cs typeface="Rockwell"/>
              </a:rPr>
              <a:t>k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h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lders.</a:t>
            </a:r>
            <a:r>
              <a:rPr sz="2000" spc="-275" dirty="0">
                <a:latin typeface="Rockwell"/>
                <a:cs typeface="Rockwell"/>
              </a:rPr>
              <a:t> </a:t>
            </a:r>
            <a:r>
              <a:rPr sz="2000" spc="3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bo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es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si</a:t>
            </a:r>
            <a:r>
              <a:rPr sz="2000" spc="-40" dirty="0">
                <a:latin typeface="Rockwell"/>
                <a:cs typeface="Rockwell"/>
              </a:rPr>
              <a:t>b</a:t>
            </a:r>
            <a:r>
              <a:rPr sz="2000" dirty="0">
                <a:latin typeface="Rockwell"/>
                <a:cs typeface="Rockwell"/>
              </a:rPr>
              <a:t>le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as</a:t>
            </a:r>
            <a:r>
              <a:rPr sz="2000" spc="-15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u</a:t>
            </a:r>
            <a:r>
              <a:rPr sz="2000" spc="3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ing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that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co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ti</a:t>
            </a:r>
            <a:r>
              <a:rPr sz="2000" spc="-2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ued</a:t>
            </a:r>
            <a:r>
              <a:rPr sz="2000" spc="-25" dirty="0">
                <a:latin typeface="Rockwell"/>
                <a:cs typeface="Rockwell"/>
              </a:rPr>
              <a:t> b</a:t>
            </a:r>
            <a:r>
              <a:rPr sz="2000" dirty="0">
                <a:latin typeface="Rockwell"/>
                <a:cs typeface="Rockwell"/>
              </a:rPr>
              <a:t>u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-5" dirty="0">
                <a:latin typeface="Rockwell"/>
                <a:cs typeface="Rockwell"/>
              </a:rPr>
              <a:t>es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jus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i</a:t>
            </a:r>
            <a:r>
              <a:rPr sz="2000" spc="25" dirty="0">
                <a:latin typeface="Rockwell"/>
                <a:cs typeface="Rockwell"/>
              </a:rPr>
              <a:t>f</a:t>
            </a:r>
            <a:r>
              <a:rPr sz="2000" dirty="0">
                <a:latin typeface="Rockwell"/>
                <a:cs typeface="Rockwell"/>
              </a:rPr>
              <a:t>ication,</a:t>
            </a:r>
            <a:r>
              <a:rPr sz="2000" spc="-18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this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</a:t>
            </a:r>
            <a:r>
              <a:rPr sz="2000" spc="-35" dirty="0">
                <a:latin typeface="Rockwell"/>
                <a:cs typeface="Rockwell"/>
              </a:rPr>
              <a:t>w</a:t>
            </a:r>
            <a:r>
              <a:rPr sz="2000" spc="-60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Boa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 E</a:t>
            </a:r>
            <a:r>
              <a:rPr sz="2000" spc="-90" dirty="0">
                <a:latin typeface="Rockwell"/>
                <a:cs typeface="Rockwell"/>
              </a:rPr>
              <a:t>x</a:t>
            </a:r>
            <a:r>
              <a:rPr sz="2000" spc="-5" dirty="0">
                <a:latin typeface="Rockwell"/>
                <a:cs typeface="Rockwell"/>
              </a:rPr>
              <a:t>ecut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spc="-8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wns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Bu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-5" dirty="0">
                <a:latin typeface="Rockwell"/>
                <a:cs typeface="Rockwell"/>
              </a:rPr>
              <a:t>es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Cas</a:t>
            </a:r>
            <a:r>
              <a:rPr sz="2000" spc="-3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Directing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182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40264" y="548640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40264" y="6452870"/>
            <a:ext cx="12232264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81263" y="1128713"/>
            <a:ext cx="7229475" cy="4600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Directing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653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95563" y="980948"/>
            <a:ext cx="7000875" cy="41863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90800" y="976375"/>
            <a:ext cx="7010400" cy="4196080"/>
          </a:xfrm>
          <a:custGeom>
            <a:avLst/>
            <a:gdLst/>
            <a:ahLst/>
            <a:cxnLst/>
            <a:rect l="l" t="t" r="r" b="b"/>
            <a:pathLst>
              <a:path w="7010400" h="4196080">
                <a:moveTo>
                  <a:pt x="0" y="4195699"/>
                </a:moveTo>
                <a:lnTo>
                  <a:pt x="7010400" y="4195699"/>
                </a:lnTo>
                <a:lnTo>
                  <a:pt x="7010400" y="0"/>
                </a:lnTo>
                <a:lnTo>
                  <a:pt x="0" y="0"/>
                </a:lnTo>
                <a:lnTo>
                  <a:pt x="0" y="4195699"/>
                </a:lnTo>
                <a:close/>
              </a:path>
            </a:pathLst>
          </a:custGeom>
          <a:ln w="9525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Directing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78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469290"/>
            <a:ext cx="387927" cy="6083909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35176" y="1268475"/>
            <a:ext cx="7570851" cy="4027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Directing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016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62200" y="816311"/>
            <a:ext cx="10515600" cy="42319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3345"/>
              </a:lnSpc>
            </a:pPr>
            <a:r>
              <a:rPr spc="-20" dirty="0"/>
              <a:t>Di</a:t>
            </a:r>
            <a:r>
              <a:rPr spc="-25" dirty="0"/>
              <a:t>r</a:t>
            </a:r>
            <a:r>
              <a:rPr spc="-20" dirty="0"/>
              <a:t>ecting</a:t>
            </a:r>
            <a:r>
              <a:rPr dirty="0"/>
              <a:t> </a:t>
            </a:r>
            <a:r>
              <a:rPr spc="-20" dirty="0"/>
              <a:t>a</a:t>
            </a:r>
            <a:r>
              <a:rPr spc="10" dirty="0"/>
              <a:t> </a:t>
            </a:r>
            <a:r>
              <a:rPr spc="-20" dirty="0"/>
              <a:t>P</a:t>
            </a:r>
            <a:r>
              <a:rPr spc="-25" dirty="0"/>
              <a:t>r</a:t>
            </a:r>
            <a:r>
              <a:rPr spc="-20" dirty="0"/>
              <a:t>oject</a:t>
            </a:r>
          </a:p>
        </p:txBody>
      </p:sp>
      <p:sp>
        <p:nvSpPr>
          <p:cNvPr id="5" name="object 5"/>
          <p:cNvSpPr/>
          <p:nvPr/>
        </p:nvSpPr>
        <p:spPr>
          <a:xfrm>
            <a:off x="2600325" y="781050"/>
            <a:ext cx="6991350" cy="5295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Directing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423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62225" y="1133475"/>
            <a:ext cx="7067550" cy="4591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Directing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124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00325" y="1238250"/>
            <a:ext cx="6991350" cy="4381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Directing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769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438</Words>
  <Application>Microsoft Macintosh PowerPoint</Application>
  <PresentationFormat>Widescreen</PresentationFormat>
  <Paragraphs>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Calibri Light</vt:lpstr>
      <vt:lpstr>Courier New</vt:lpstr>
      <vt:lpstr>Rockwell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Directing a Project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Closing a Project</dc:title>
  <dc:creator>Maria Luisa Frigerio</dc:creator>
  <cp:lastModifiedBy>Maria Luisa Frigerio</cp:lastModifiedBy>
  <cp:revision>4</cp:revision>
  <dcterms:created xsi:type="dcterms:W3CDTF">2019-06-29T13:54:05Z</dcterms:created>
  <dcterms:modified xsi:type="dcterms:W3CDTF">2019-07-15T08:26:51Z</dcterms:modified>
</cp:coreProperties>
</file>