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301" r:id="rId2"/>
    <p:sldId id="257" r:id="rId3"/>
    <p:sldId id="258" r:id="rId4"/>
    <p:sldId id="266" r:id="rId5"/>
    <p:sldId id="303" r:id="rId6"/>
    <p:sldId id="259" r:id="rId7"/>
    <p:sldId id="304" r:id="rId8"/>
    <p:sldId id="305" r:id="rId9"/>
    <p:sldId id="260" r:id="rId10"/>
    <p:sldId id="264" r:id="rId11"/>
    <p:sldId id="261" r:id="rId12"/>
    <p:sldId id="263" r:id="rId13"/>
    <p:sldId id="306" r:id="rId14"/>
    <p:sldId id="267" r:id="rId15"/>
    <p:sldId id="273" r:id="rId16"/>
    <p:sldId id="274" r:id="rId17"/>
    <p:sldId id="276" r:id="rId18"/>
    <p:sldId id="277" r:id="rId19"/>
    <p:sldId id="278" r:id="rId20"/>
    <p:sldId id="279" r:id="rId21"/>
    <p:sldId id="281" r:id="rId22"/>
    <p:sldId id="287" r:id="rId23"/>
    <p:sldId id="288" r:id="rId24"/>
    <p:sldId id="290" r:id="rId25"/>
    <p:sldId id="297" r:id="rId26"/>
    <p:sldId id="307" r:id="rId27"/>
    <p:sldId id="282" r:id="rId28"/>
    <p:sldId id="283" r:id="rId29"/>
    <p:sldId id="284" r:id="rId30"/>
    <p:sldId id="285" r:id="rId31"/>
    <p:sldId id="286" r:id="rId32"/>
    <p:sldId id="299" r:id="rId33"/>
    <p:sldId id="30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85"/>
    <p:restoredTop sz="94595"/>
  </p:normalViewPr>
  <p:slideViewPr>
    <p:cSldViewPr snapToGrid="0" snapToObjects="1">
      <p:cViewPr varScale="1">
        <p:scale>
          <a:sx n="86" d="100"/>
          <a:sy n="86" d="100"/>
        </p:scale>
        <p:origin x="259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7685AA-E919-7243-8F62-7AC65D3021FB}" type="doc">
      <dgm:prSet loTypeId="urn:microsoft.com/office/officeart/2005/8/layout/vProcess5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13E532-E2C6-0141-BFAB-DBE5E5EE9BF9}">
      <dgm:prSet phldrT="[Text]"/>
      <dgm:spPr/>
      <dgm:t>
        <a:bodyPr/>
        <a:lstStyle/>
        <a:p>
          <a:r>
            <a:rPr lang="en-US" dirty="0"/>
            <a:t>Write the Project Product Description</a:t>
          </a:r>
        </a:p>
      </dgm:t>
    </dgm:pt>
    <dgm:pt modelId="{D0F39341-C8A1-B54A-B1BF-185B19B21035}" type="parTrans" cxnId="{E66B374D-FA2B-8340-BC0F-93817C206284}">
      <dgm:prSet/>
      <dgm:spPr/>
      <dgm:t>
        <a:bodyPr/>
        <a:lstStyle/>
        <a:p>
          <a:endParaRPr lang="en-US"/>
        </a:p>
      </dgm:t>
    </dgm:pt>
    <dgm:pt modelId="{CFBC913C-99D2-F94D-8A5D-DACF8FDBD368}" type="sibTrans" cxnId="{E66B374D-FA2B-8340-BC0F-93817C206284}">
      <dgm:prSet/>
      <dgm:spPr/>
      <dgm:t>
        <a:bodyPr/>
        <a:lstStyle/>
        <a:p>
          <a:endParaRPr lang="en-US"/>
        </a:p>
      </dgm:t>
    </dgm:pt>
    <dgm:pt modelId="{92D283AD-AFD6-404B-8FA4-ACB1B6D6F949}">
      <dgm:prSet phldrT="[Text]"/>
      <dgm:spPr/>
      <dgm:t>
        <a:bodyPr/>
        <a:lstStyle/>
        <a:p>
          <a:r>
            <a:rPr lang="en-US" dirty="0"/>
            <a:t>Create the product breakdown structure</a:t>
          </a:r>
        </a:p>
      </dgm:t>
    </dgm:pt>
    <dgm:pt modelId="{37108DFB-E55A-7C45-A9B7-90A9D8573C36}" type="parTrans" cxnId="{C9F235D4-CF92-B84B-A7F1-A384709055EA}">
      <dgm:prSet/>
      <dgm:spPr/>
      <dgm:t>
        <a:bodyPr/>
        <a:lstStyle/>
        <a:p>
          <a:endParaRPr lang="en-US"/>
        </a:p>
      </dgm:t>
    </dgm:pt>
    <dgm:pt modelId="{36944D2D-6FE3-604A-B61A-1359133E2B45}" type="sibTrans" cxnId="{C9F235D4-CF92-B84B-A7F1-A384709055EA}">
      <dgm:prSet/>
      <dgm:spPr/>
      <dgm:t>
        <a:bodyPr/>
        <a:lstStyle/>
        <a:p>
          <a:endParaRPr lang="en-US"/>
        </a:p>
      </dgm:t>
    </dgm:pt>
    <dgm:pt modelId="{0EBE2DD6-91C4-4845-98C7-45B709F61237}">
      <dgm:prSet phldrT="[Text]"/>
      <dgm:spPr/>
      <dgm:t>
        <a:bodyPr/>
        <a:lstStyle/>
        <a:p>
          <a:r>
            <a:rPr lang="en-US" dirty="0"/>
            <a:t>Write the product description</a:t>
          </a:r>
        </a:p>
      </dgm:t>
    </dgm:pt>
    <dgm:pt modelId="{9FFC2147-0627-E240-94AB-2BE8D98F9488}" type="parTrans" cxnId="{1B8CFF3F-FBF8-BE47-91EB-A0C2904607ED}">
      <dgm:prSet/>
      <dgm:spPr/>
      <dgm:t>
        <a:bodyPr/>
        <a:lstStyle/>
        <a:p>
          <a:endParaRPr lang="en-US"/>
        </a:p>
      </dgm:t>
    </dgm:pt>
    <dgm:pt modelId="{7CCA500E-717A-D544-9217-DA118C7C7D87}" type="sibTrans" cxnId="{1B8CFF3F-FBF8-BE47-91EB-A0C2904607ED}">
      <dgm:prSet/>
      <dgm:spPr/>
      <dgm:t>
        <a:bodyPr/>
        <a:lstStyle/>
        <a:p>
          <a:endParaRPr lang="en-US"/>
        </a:p>
      </dgm:t>
    </dgm:pt>
    <dgm:pt modelId="{53FC1FA8-DC15-B040-A6AE-BDB06C2B9CD0}">
      <dgm:prSet/>
      <dgm:spPr/>
      <dgm:t>
        <a:bodyPr/>
        <a:lstStyle/>
        <a:p>
          <a:r>
            <a:rPr lang="en-US" dirty="0"/>
            <a:t>Create the product flow diagram</a:t>
          </a:r>
        </a:p>
      </dgm:t>
    </dgm:pt>
    <dgm:pt modelId="{E2460D12-A32E-EC45-BAA4-F726A0082AF5}" type="parTrans" cxnId="{660D7F00-C432-6342-97B5-56FDBD11CB49}">
      <dgm:prSet/>
      <dgm:spPr/>
      <dgm:t>
        <a:bodyPr/>
        <a:lstStyle/>
        <a:p>
          <a:endParaRPr lang="en-US"/>
        </a:p>
      </dgm:t>
    </dgm:pt>
    <dgm:pt modelId="{C99FA6F9-AB36-A74A-8DEE-8AFB060AEC21}" type="sibTrans" cxnId="{660D7F00-C432-6342-97B5-56FDBD11CB49}">
      <dgm:prSet/>
      <dgm:spPr/>
      <dgm:t>
        <a:bodyPr/>
        <a:lstStyle/>
        <a:p>
          <a:endParaRPr lang="en-US"/>
        </a:p>
      </dgm:t>
    </dgm:pt>
    <dgm:pt modelId="{1D59150E-0FAA-9247-B81A-BC3075210587}" type="pres">
      <dgm:prSet presAssocID="{D67685AA-E919-7243-8F62-7AC65D3021FB}" presName="outerComposite" presStyleCnt="0">
        <dgm:presLayoutVars>
          <dgm:chMax val="5"/>
          <dgm:dir/>
          <dgm:resizeHandles val="exact"/>
        </dgm:presLayoutVars>
      </dgm:prSet>
      <dgm:spPr/>
    </dgm:pt>
    <dgm:pt modelId="{4363D80C-C0A8-1046-A937-7F7DFD99C21F}" type="pres">
      <dgm:prSet presAssocID="{D67685AA-E919-7243-8F62-7AC65D3021FB}" presName="dummyMaxCanvas" presStyleCnt="0">
        <dgm:presLayoutVars/>
      </dgm:prSet>
      <dgm:spPr/>
    </dgm:pt>
    <dgm:pt modelId="{8BF19FF6-81FC-9643-A04C-4CBE57F4A019}" type="pres">
      <dgm:prSet presAssocID="{D67685AA-E919-7243-8F62-7AC65D3021FB}" presName="FourNodes_1" presStyleLbl="node1" presStyleIdx="0" presStyleCnt="4">
        <dgm:presLayoutVars>
          <dgm:bulletEnabled val="1"/>
        </dgm:presLayoutVars>
      </dgm:prSet>
      <dgm:spPr/>
    </dgm:pt>
    <dgm:pt modelId="{DB8098AC-7D29-374F-9580-AF7BB56F26F8}" type="pres">
      <dgm:prSet presAssocID="{D67685AA-E919-7243-8F62-7AC65D3021FB}" presName="FourNodes_2" presStyleLbl="node1" presStyleIdx="1" presStyleCnt="4">
        <dgm:presLayoutVars>
          <dgm:bulletEnabled val="1"/>
        </dgm:presLayoutVars>
      </dgm:prSet>
      <dgm:spPr/>
    </dgm:pt>
    <dgm:pt modelId="{9331F7E4-7FAD-4445-9A23-98349A73DCD4}" type="pres">
      <dgm:prSet presAssocID="{D67685AA-E919-7243-8F62-7AC65D3021FB}" presName="FourNodes_3" presStyleLbl="node1" presStyleIdx="2" presStyleCnt="4">
        <dgm:presLayoutVars>
          <dgm:bulletEnabled val="1"/>
        </dgm:presLayoutVars>
      </dgm:prSet>
      <dgm:spPr/>
    </dgm:pt>
    <dgm:pt modelId="{784D40DD-4763-3045-9020-D0EA103FBA39}" type="pres">
      <dgm:prSet presAssocID="{D67685AA-E919-7243-8F62-7AC65D3021FB}" presName="FourNodes_4" presStyleLbl="node1" presStyleIdx="3" presStyleCnt="4">
        <dgm:presLayoutVars>
          <dgm:bulletEnabled val="1"/>
        </dgm:presLayoutVars>
      </dgm:prSet>
      <dgm:spPr/>
    </dgm:pt>
    <dgm:pt modelId="{89251D8D-3ABA-7242-AC95-18FC94B17930}" type="pres">
      <dgm:prSet presAssocID="{D67685AA-E919-7243-8F62-7AC65D3021FB}" presName="FourConn_1-2" presStyleLbl="fgAccFollowNode1" presStyleIdx="0" presStyleCnt="3">
        <dgm:presLayoutVars>
          <dgm:bulletEnabled val="1"/>
        </dgm:presLayoutVars>
      </dgm:prSet>
      <dgm:spPr/>
    </dgm:pt>
    <dgm:pt modelId="{749E5FF9-AD1A-174E-A017-D243C4084A54}" type="pres">
      <dgm:prSet presAssocID="{D67685AA-E919-7243-8F62-7AC65D3021FB}" presName="FourConn_2-3" presStyleLbl="fgAccFollowNode1" presStyleIdx="1" presStyleCnt="3">
        <dgm:presLayoutVars>
          <dgm:bulletEnabled val="1"/>
        </dgm:presLayoutVars>
      </dgm:prSet>
      <dgm:spPr/>
    </dgm:pt>
    <dgm:pt modelId="{ADD8D2BE-C7AB-074D-A7EA-AAEA96169B3E}" type="pres">
      <dgm:prSet presAssocID="{D67685AA-E919-7243-8F62-7AC65D3021FB}" presName="FourConn_3-4" presStyleLbl="fgAccFollowNode1" presStyleIdx="2" presStyleCnt="3">
        <dgm:presLayoutVars>
          <dgm:bulletEnabled val="1"/>
        </dgm:presLayoutVars>
      </dgm:prSet>
      <dgm:spPr/>
    </dgm:pt>
    <dgm:pt modelId="{234F58AC-646F-B841-861C-C389FDB593D5}" type="pres">
      <dgm:prSet presAssocID="{D67685AA-E919-7243-8F62-7AC65D3021FB}" presName="FourNodes_1_text" presStyleLbl="node1" presStyleIdx="3" presStyleCnt="4">
        <dgm:presLayoutVars>
          <dgm:bulletEnabled val="1"/>
        </dgm:presLayoutVars>
      </dgm:prSet>
      <dgm:spPr/>
    </dgm:pt>
    <dgm:pt modelId="{EE698CAC-7C28-304E-942A-78402808EBBE}" type="pres">
      <dgm:prSet presAssocID="{D67685AA-E919-7243-8F62-7AC65D3021FB}" presName="FourNodes_2_text" presStyleLbl="node1" presStyleIdx="3" presStyleCnt="4">
        <dgm:presLayoutVars>
          <dgm:bulletEnabled val="1"/>
        </dgm:presLayoutVars>
      </dgm:prSet>
      <dgm:spPr/>
    </dgm:pt>
    <dgm:pt modelId="{3E7B8CBD-CAF3-9C4F-B176-6C586B06D614}" type="pres">
      <dgm:prSet presAssocID="{D67685AA-E919-7243-8F62-7AC65D3021FB}" presName="FourNodes_3_text" presStyleLbl="node1" presStyleIdx="3" presStyleCnt="4">
        <dgm:presLayoutVars>
          <dgm:bulletEnabled val="1"/>
        </dgm:presLayoutVars>
      </dgm:prSet>
      <dgm:spPr/>
    </dgm:pt>
    <dgm:pt modelId="{F5C1C4EE-70BA-3D48-B4CC-988D3D5D139C}" type="pres">
      <dgm:prSet presAssocID="{D67685AA-E919-7243-8F62-7AC65D3021F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660D7F00-C432-6342-97B5-56FDBD11CB49}" srcId="{D67685AA-E919-7243-8F62-7AC65D3021FB}" destId="{53FC1FA8-DC15-B040-A6AE-BDB06C2B9CD0}" srcOrd="3" destOrd="0" parTransId="{E2460D12-A32E-EC45-BAA4-F726A0082AF5}" sibTransId="{C99FA6F9-AB36-A74A-8DEE-8AFB060AEC21}"/>
    <dgm:cxn modelId="{8039B11A-91F3-B247-898D-7FACE212915F}" type="presOf" srcId="{0EBE2DD6-91C4-4845-98C7-45B709F61237}" destId="{9331F7E4-7FAD-4445-9A23-98349A73DCD4}" srcOrd="0" destOrd="0" presId="urn:microsoft.com/office/officeart/2005/8/layout/vProcess5"/>
    <dgm:cxn modelId="{81C0692B-F935-AE43-8B35-F3483FB2FB5E}" type="presOf" srcId="{53FC1FA8-DC15-B040-A6AE-BDB06C2B9CD0}" destId="{F5C1C4EE-70BA-3D48-B4CC-988D3D5D139C}" srcOrd="1" destOrd="0" presId="urn:microsoft.com/office/officeart/2005/8/layout/vProcess5"/>
    <dgm:cxn modelId="{CF0B842F-450E-7B4A-BE63-099C2AD8F0BC}" type="presOf" srcId="{E613E532-E2C6-0141-BFAB-DBE5E5EE9BF9}" destId="{8BF19FF6-81FC-9643-A04C-4CBE57F4A019}" srcOrd="0" destOrd="0" presId="urn:microsoft.com/office/officeart/2005/8/layout/vProcess5"/>
    <dgm:cxn modelId="{1B8CFF3F-FBF8-BE47-91EB-A0C2904607ED}" srcId="{D67685AA-E919-7243-8F62-7AC65D3021FB}" destId="{0EBE2DD6-91C4-4845-98C7-45B709F61237}" srcOrd="2" destOrd="0" parTransId="{9FFC2147-0627-E240-94AB-2BE8D98F9488}" sibTransId="{7CCA500E-717A-D544-9217-DA118C7C7D87}"/>
    <dgm:cxn modelId="{81A3D545-E8CC-D946-9AFE-D45FAE37903A}" type="presOf" srcId="{CFBC913C-99D2-F94D-8A5D-DACF8FDBD368}" destId="{89251D8D-3ABA-7242-AC95-18FC94B17930}" srcOrd="0" destOrd="0" presId="urn:microsoft.com/office/officeart/2005/8/layout/vProcess5"/>
    <dgm:cxn modelId="{E66B374D-FA2B-8340-BC0F-93817C206284}" srcId="{D67685AA-E919-7243-8F62-7AC65D3021FB}" destId="{E613E532-E2C6-0141-BFAB-DBE5E5EE9BF9}" srcOrd="0" destOrd="0" parTransId="{D0F39341-C8A1-B54A-B1BF-185B19B21035}" sibTransId="{CFBC913C-99D2-F94D-8A5D-DACF8FDBD368}"/>
    <dgm:cxn modelId="{851F746F-6438-A440-BE7B-7F435F2E7C0E}" type="presOf" srcId="{D67685AA-E919-7243-8F62-7AC65D3021FB}" destId="{1D59150E-0FAA-9247-B81A-BC3075210587}" srcOrd="0" destOrd="0" presId="urn:microsoft.com/office/officeart/2005/8/layout/vProcess5"/>
    <dgm:cxn modelId="{F10AB680-206C-B846-ADCB-5E396766692D}" type="presOf" srcId="{E613E532-E2C6-0141-BFAB-DBE5E5EE9BF9}" destId="{234F58AC-646F-B841-861C-C389FDB593D5}" srcOrd="1" destOrd="0" presId="urn:microsoft.com/office/officeart/2005/8/layout/vProcess5"/>
    <dgm:cxn modelId="{ABBEFBA8-6611-ED48-896D-6B3C746FD31E}" type="presOf" srcId="{0EBE2DD6-91C4-4845-98C7-45B709F61237}" destId="{3E7B8CBD-CAF3-9C4F-B176-6C586B06D614}" srcOrd="1" destOrd="0" presId="urn:microsoft.com/office/officeart/2005/8/layout/vProcess5"/>
    <dgm:cxn modelId="{057597AA-9C96-2F40-BD4B-9760068871C9}" type="presOf" srcId="{36944D2D-6FE3-604A-B61A-1359133E2B45}" destId="{749E5FF9-AD1A-174E-A017-D243C4084A54}" srcOrd="0" destOrd="0" presId="urn:microsoft.com/office/officeart/2005/8/layout/vProcess5"/>
    <dgm:cxn modelId="{DC91F9AA-F428-8B4F-8B8F-33CB82BD3953}" type="presOf" srcId="{92D283AD-AFD6-404B-8FA4-ACB1B6D6F949}" destId="{DB8098AC-7D29-374F-9580-AF7BB56F26F8}" srcOrd="0" destOrd="0" presId="urn:microsoft.com/office/officeart/2005/8/layout/vProcess5"/>
    <dgm:cxn modelId="{115EE8B4-C581-2445-AEFD-7E5E781F5147}" type="presOf" srcId="{53FC1FA8-DC15-B040-A6AE-BDB06C2B9CD0}" destId="{784D40DD-4763-3045-9020-D0EA103FBA39}" srcOrd="0" destOrd="0" presId="urn:microsoft.com/office/officeart/2005/8/layout/vProcess5"/>
    <dgm:cxn modelId="{C31588BE-7C7D-6D4F-9797-FBC3C12CD731}" type="presOf" srcId="{7CCA500E-717A-D544-9217-DA118C7C7D87}" destId="{ADD8D2BE-C7AB-074D-A7EA-AAEA96169B3E}" srcOrd="0" destOrd="0" presId="urn:microsoft.com/office/officeart/2005/8/layout/vProcess5"/>
    <dgm:cxn modelId="{C9F235D4-CF92-B84B-A7F1-A384709055EA}" srcId="{D67685AA-E919-7243-8F62-7AC65D3021FB}" destId="{92D283AD-AFD6-404B-8FA4-ACB1B6D6F949}" srcOrd="1" destOrd="0" parTransId="{37108DFB-E55A-7C45-A9B7-90A9D8573C36}" sibTransId="{36944D2D-6FE3-604A-B61A-1359133E2B45}"/>
    <dgm:cxn modelId="{7D8408F6-DBC2-7844-8D0F-E2E39BEDF277}" type="presOf" srcId="{92D283AD-AFD6-404B-8FA4-ACB1B6D6F949}" destId="{EE698CAC-7C28-304E-942A-78402808EBBE}" srcOrd="1" destOrd="0" presId="urn:microsoft.com/office/officeart/2005/8/layout/vProcess5"/>
    <dgm:cxn modelId="{E274A843-3411-7941-935F-17D7B1ACE159}" type="presParOf" srcId="{1D59150E-0FAA-9247-B81A-BC3075210587}" destId="{4363D80C-C0A8-1046-A937-7F7DFD99C21F}" srcOrd="0" destOrd="0" presId="urn:microsoft.com/office/officeart/2005/8/layout/vProcess5"/>
    <dgm:cxn modelId="{7385FD55-8A9A-874C-94CF-ECA1238A482C}" type="presParOf" srcId="{1D59150E-0FAA-9247-B81A-BC3075210587}" destId="{8BF19FF6-81FC-9643-A04C-4CBE57F4A019}" srcOrd="1" destOrd="0" presId="urn:microsoft.com/office/officeart/2005/8/layout/vProcess5"/>
    <dgm:cxn modelId="{2E4AA527-F838-C54D-BF58-5617AA686453}" type="presParOf" srcId="{1D59150E-0FAA-9247-B81A-BC3075210587}" destId="{DB8098AC-7D29-374F-9580-AF7BB56F26F8}" srcOrd="2" destOrd="0" presId="urn:microsoft.com/office/officeart/2005/8/layout/vProcess5"/>
    <dgm:cxn modelId="{A36FD6EA-A089-F645-BF82-CFCB2F316673}" type="presParOf" srcId="{1D59150E-0FAA-9247-B81A-BC3075210587}" destId="{9331F7E4-7FAD-4445-9A23-98349A73DCD4}" srcOrd="3" destOrd="0" presId="urn:microsoft.com/office/officeart/2005/8/layout/vProcess5"/>
    <dgm:cxn modelId="{FBBE19AC-494D-1F4D-B2F6-2CDAB15B4BFD}" type="presParOf" srcId="{1D59150E-0FAA-9247-B81A-BC3075210587}" destId="{784D40DD-4763-3045-9020-D0EA103FBA39}" srcOrd="4" destOrd="0" presId="urn:microsoft.com/office/officeart/2005/8/layout/vProcess5"/>
    <dgm:cxn modelId="{80B956C7-A8D1-2449-B44D-342E7DFBF32F}" type="presParOf" srcId="{1D59150E-0FAA-9247-B81A-BC3075210587}" destId="{89251D8D-3ABA-7242-AC95-18FC94B17930}" srcOrd="5" destOrd="0" presId="urn:microsoft.com/office/officeart/2005/8/layout/vProcess5"/>
    <dgm:cxn modelId="{96F63198-8A67-FC48-8BF5-82B2B63B8605}" type="presParOf" srcId="{1D59150E-0FAA-9247-B81A-BC3075210587}" destId="{749E5FF9-AD1A-174E-A017-D243C4084A54}" srcOrd="6" destOrd="0" presId="urn:microsoft.com/office/officeart/2005/8/layout/vProcess5"/>
    <dgm:cxn modelId="{D6FA313F-E3F9-EA4B-9382-EF407314A906}" type="presParOf" srcId="{1D59150E-0FAA-9247-B81A-BC3075210587}" destId="{ADD8D2BE-C7AB-074D-A7EA-AAEA96169B3E}" srcOrd="7" destOrd="0" presId="urn:microsoft.com/office/officeart/2005/8/layout/vProcess5"/>
    <dgm:cxn modelId="{876EBD9D-69A8-2641-B276-9C34333E9D27}" type="presParOf" srcId="{1D59150E-0FAA-9247-B81A-BC3075210587}" destId="{234F58AC-646F-B841-861C-C389FDB593D5}" srcOrd="8" destOrd="0" presId="urn:microsoft.com/office/officeart/2005/8/layout/vProcess5"/>
    <dgm:cxn modelId="{5401B4AB-C5A6-B941-BF18-C2B5BCE64935}" type="presParOf" srcId="{1D59150E-0FAA-9247-B81A-BC3075210587}" destId="{EE698CAC-7C28-304E-942A-78402808EBBE}" srcOrd="9" destOrd="0" presId="urn:microsoft.com/office/officeart/2005/8/layout/vProcess5"/>
    <dgm:cxn modelId="{730A9F2C-E00E-D346-8352-141DB4207F11}" type="presParOf" srcId="{1D59150E-0FAA-9247-B81A-BC3075210587}" destId="{3E7B8CBD-CAF3-9C4F-B176-6C586B06D614}" srcOrd="10" destOrd="0" presId="urn:microsoft.com/office/officeart/2005/8/layout/vProcess5"/>
    <dgm:cxn modelId="{2E48C379-ED34-BB41-8903-9E279C35483A}" type="presParOf" srcId="{1D59150E-0FAA-9247-B81A-BC3075210587}" destId="{F5C1C4EE-70BA-3D48-B4CC-988D3D5D139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F19FF6-81FC-9643-A04C-4CBE57F4A019}">
      <dsp:nvSpPr>
        <dsp:cNvPr id="0" name=""/>
        <dsp:cNvSpPr/>
      </dsp:nvSpPr>
      <dsp:spPr>
        <a:xfrm>
          <a:off x="0" y="0"/>
          <a:ext cx="6816860" cy="10569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Write the Project Product Description</a:t>
          </a:r>
        </a:p>
      </dsp:txBody>
      <dsp:txXfrm>
        <a:off x="30956" y="30956"/>
        <a:ext cx="5587045" cy="995013"/>
      </dsp:txXfrm>
    </dsp:sp>
    <dsp:sp modelId="{DB8098AC-7D29-374F-9580-AF7BB56F26F8}">
      <dsp:nvSpPr>
        <dsp:cNvPr id="0" name=""/>
        <dsp:cNvSpPr/>
      </dsp:nvSpPr>
      <dsp:spPr>
        <a:xfrm>
          <a:off x="570912" y="1249094"/>
          <a:ext cx="6816860" cy="10569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Create the product breakdown structure</a:t>
          </a:r>
        </a:p>
      </dsp:txBody>
      <dsp:txXfrm>
        <a:off x="601868" y="1280050"/>
        <a:ext cx="5497034" cy="995013"/>
      </dsp:txXfrm>
    </dsp:sp>
    <dsp:sp modelId="{9331F7E4-7FAD-4445-9A23-98349A73DCD4}">
      <dsp:nvSpPr>
        <dsp:cNvPr id="0" name=""/>
        <dsp:cNvSpPr/>
      </dsp:nvSpPr>
      <dsp:spPr>
        <a:xfrm>
          <a:off x="1133302" y="2498188"/>
          <a:ext cx="6816860" cy="10569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Write the product description</a:t>
          </a:r>
        </a:p>
      </dsp:txBody>
      <dsp:txXfrm>
        <a:off x="1164258" y="2529144"/>
        <a:ext cx="5505555" cy="995013"/>
      </dsp:txXfrm>
    </dsp:sp>
    <dsp:sp modelId="{784D40DD-4763-3045-9020-D0EA103FBA39}">
      <dsp:nvSpPr>
        <dsp:cNvPr id="0" name=""/>
        <dsp:cNvSpPr/>
      </dsp:nvSpPr>
      <dsp:spPr>
        <a:xfrm>
          <a:off x="1704214" y="3747282"/>
          <a:ext cx="6816860" cy="10569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Create the product flow diagram</a:t>
          </a:r>
        </a:p>
      </dsp:txBody>
      <dsp:txXfrm>
        <a:off x="1735170" y="3778238"/>
        <a:ext cx="5497034" cy="995013"/>
      </dsp:txXfrm>
    </dsp:sp>
    <dsp:sp modelId="{89251D8D-3ABA-7242-AC95-18FC94B17930}">
      <dsp:nvSpPr>
        <dsp:cNvPr id="0" name=""/>
        <dsp:cNvSpPr/>
      </dsp:nvSpPr>
      <dsp:spPr>
        <a:xfrm>
          <a:off x="6129858" y="809509"/>
          <a:ext cx="687001" cy="68700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6284433" y="809509"/>
        <a:ext cx="377851" cy="516968"/>
      </dsp:txXfrm>
    </dsp:sp>
    <dsp:sp modelId="{749E5FF9-AD1A-174E-A017-D243C4084A54}">
      <dsp:nvSpPr>
        <dsp:cNvPr id="0" name=""/>
        <dsp:cNvSpPr/>
      </dsp:nvSpPr>
      <dsp:spPr>
        <a:xfrm>
          <a:off x="6700770" y="2058603"/>
          <a:ext cx="687001" cy="68700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6855345" y="2058603"/>
        <a:ext cx="377851" cy="516968"/>
      </dsp:txXfrm>
    </dsp:sp>
    <dsp:sp modelId="{ADD8D2BE-C7AB-074D-A7EA-AAEA96169B3E}">
      <dsp:nvSpPr>
        <dsp:cNvPr id="0" name=""/>
        <dsp:cNvSpPr/>
      </dsp:nvSpPr>
      <dsp:spPr>
        <a:xfrm>
          <a:off x="7263161" y="3307697"/>
          <a:ext cx="687001" cy="68700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7417736" y="3307697"/>
        <a:ext cx="377851" cy="516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C9A1C-C2F2-1D4A-AD5F-A19C625F7E47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66097-B83D-A84C-8AFD-444EE22713F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27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0132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728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6137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764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8609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5104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4339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11870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7556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5170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20653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2005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2457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69428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73225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52205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50650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4572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05268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1929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4799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47526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81327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6734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89770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5943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37055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38967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05412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18396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32050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2731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4CA-981A-D947-B837-4C47885427E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D08B-9F5F-8B44-88FF-F54B80BA4B0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30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4CA-981A-D947-B837-4C47885427E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D08B-9F5F-8B44-88FF-F54B80BA4B0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630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4CA-981A-D947-B837-4C47885427E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D08B-9F5F-8B44-88FF-F54B80BA4B0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9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4CA-981A-D947-B837-4C47885427E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D08B-9F5F-8B44-88FF-F54B80BA4B0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12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4CA-981A-D947-B837-4C47885427E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D08B-9F5F-8B44-88FF-F54B80BA4B0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75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4CA-981A-D947-B837-4C47885427E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D08B-9F5F-8B44-88FF-F54B80BA4B0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074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4CA-981A-D947-B837-4C47885427E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D08B-9F5F-8B44-88FF-F54B80BA4B0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3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4CA-981A-D947-B837-4C47885427E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D08B-9F5F-8B44-88FF-F54B80BA4B0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62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4CA-981A-D947-B837-4C47885427E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D08B-9F5F-8B44-88FF-F54B80BA4B0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53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4CA-981A-D947-B837-4C47885427E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D08B-9F5F-8B44-88FF-F54B80BA4B0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30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4CA-981A-D947-B837-4C47885427E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8D08B-9F5F-8B44-88FF-F54B80BA4B0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23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764CA-981A-D947-B837-4C47885427EA}" type="datetimeFigureOut">
              <a:rPr lang="en-US" smtClean="0"/>
              <a:t>7/3/2019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8D08B-9F5F-8B44-88FF-F54B80BA4B0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11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38637" y="2433245"/>
            <a:ext cx="75784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THEMES</a:t>
            </a:r>
          </a:p>
        </p:txBody>
      </p:sp>
    </p:spTree>
    <p:extLst>
      <p:ext uri="{BB962C8B-B14F-4D97-AF65-F5344CB8AC3E}">
        <p14:creationId xmlns:p14="http://schemas.microsoft.com/office/powerpoint/2010/main" val="697352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29369" y="993706"/>
            <a:ext cx="11287592" cy="42473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20955" indent="-342900">
              <a:buClr>
                <a:srgbClr val="292929"/>
              </a:buClr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b="1" dirty="0">
                <a:solidFill>
                  <a:srgbClr val="4D4D4D"/>
                </a:solidFill>
                <a:latin typeface="Rockwell"/>
                <a:cs typeface="Rockwell"/>
              </a:rPr>
              <a:t>pu</a:t>
            </a:r>
            <a:r>
              <a:rPr sz="2000" b="1" spc="-5" dirty="0">
                <a:solidFill>
                  <a:srgbClr val="4D4D4D"/>
                </a:solidFill>
                <a:latin typeface="Rockwell"/>
                <a:cs typeface="Rockwell"/>
              </a:rPr>
              <a:t>rpos</a:t>
            </a:r>
            <a:r>
              <a:rPr sz="2000" b="1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b="1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kn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led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in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Q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u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ity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Them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3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efi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ne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and im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pl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emen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system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that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w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ll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cre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veri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y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that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p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oduct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fit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for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u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se.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So the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Q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u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ity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Them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defines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P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INCE2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pproach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ensur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that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p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oduct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cre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ted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during 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rojec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mee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x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pectations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,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and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that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en</a:t>
            </a:r>
            <a:r>
              <a:rPr sz="2000" spc="3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-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oduct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can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u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sed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intended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.</a:t>
            </a:r>
            <a:endParaRPr sz="2000" dirty="0">
              <a:latin typeface="Rockwell"/>
              <a:cs typeface="Rockwell"/>
            </a:endParaRPr>
          </a:p>
          <a:p>
            <a:pPr>
              <a:spcBef>
                <a:spcPts val="34"/>
              </a:spcBef>
              <a:buClr>
                <a:srgbClr val="292929"/>
              </a:buClr>
              <a:buFont typeface="Wingdings"/>
              <a:buChar char=""/>
            </a:pPr>
            <a:endParaRPr sz="2800" dirty="0">
              <a:latin typeface="Times New Roman"/>
              <a:cs typeface="Times New Roman"/>
            </a:endParaRPr>
          </a:p>
          <a:p>
            <a:pPr marL="355600" marR="280670" indent="-342900">
              <a:buClr>
                <a:srgbClr val="292929"/>
              </a:buClr>
              <a:buFont typeface="Wingdings"/>
              <a:buChar char=""/>
              <a:tabLst>
                <a:tab pos="355600" algn="l"/>
              </a:tabLst>
            </a:pP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If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quality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 the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oduct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 is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no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ex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ected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,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then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ex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ecte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benefi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ts that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should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re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ized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re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u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lt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ro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ject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ll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no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achieved.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The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oduct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mus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rk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as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ex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ecte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for the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rojec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elive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r 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x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pected benefits.</a:t>
            </a:r>
            <a:endParaRPr sz="2000" dirty="0">
              <a:latin typeface="Rockwell"/>
              <a:cs typeface="Rockwell"/>
            </a:endParaRPr>
          </a:p>
          <a:p>
            <a:pPr>
              <a:spcBef>
                <a:spcPts val="34"/>
              </a:spcBef>
              <a:buClr>
                <a:srgbClr val="292929"/>
              </a:buClr>
              <a:buFont typeface="Wingdings"/>
              <a:buChar char=""/>
            </a:pPr>
            <a:endParaRPr sz="2800" dirty="0">
              <a:latin typeface="Times New Roman"/>
              <a:cs typeface="Times New Roman"/>
            </a:endParaRPr>
          </a:p>
          <a:p>
            <a:pPr marL="355600" marR="5080" indent="-342900">
              <a:buClr>
                <a:srgbClr val="292929"/>
              </a:buClr>
              <a:buFont typeface="Wingdings"/>
              <a:buChar char=""/>
              <a:tabLst>
                <a:tab pos="355600" algn="l"/>
              </a:tabLst>
            </a:pP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oduc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focus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i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incip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PR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NCE2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,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which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me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that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oject’s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oduc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 should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clea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ly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defined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at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he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sta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3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of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 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roject.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This includes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Q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u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ity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criteria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infor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ation,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so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that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rojec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stakeh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ol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rs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have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common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u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nder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tanding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roduc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ha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will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be cr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eated.</a:t>
            </a:r>
            <a:endParaRPr sz="2000" dirty="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3"/>
          <p:cNvSpPr/>
          <p:nvPr/>
        </p:nvSpPr>
        <p:spPr>
          <a:xfrm>
            <a:off x="0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Quality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28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708912" y="821643"/>
            <a:ext cx="11163298" cy="48013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In</a:t>
            </a:r>
            <a:r>
              <a:rPr sz="24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PRINCE2,</a:t>
            </a:r>
            <a:r>
              <a:rPr sz="24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qu</a:t>
            </a:r>
            <a:r>
              <a:rPr sz="2400" spc="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lity</a:t>
            </a:r>
            <a:r>
              <a:rPr sz="24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focu</a:t>
            </a:r>
            <a:r>
              <a:rPr sz="24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es</a:t>
            </a:r>
            <a:r>
              <a:rPr sz="24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on</a:t>
            </a:r>
            <a:r>
              <a:rPr sz="24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4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400" spc="-10" dirty="0">
                <a:solidFill>
                  <a:srgbClr val="4D4D4D"/>
                </a:solidFill>
                <a:latin typeface="Rockwell"/>
                <a:cs typeface="Rockwell"/>
              </a:rPr>
              <a:t>u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400" spc="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ng</a:t>
            </a:r>
            <a:r>
              <a:rPr sz="24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that</a:t>
            </a:r>
            <a:r>
              <a:rPr sz="24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the pr</a:t>
            </a:r>
            <a:r>
              <a:rPr sz="2400" spc="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ject’s</a:t>
            </a:r>
            <a:r>
              <a:rPr sz="2400" spc="-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produc</a:t>
            </a:r>
            <a:r>
              <a:rPr sz="24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4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400" spc="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e fit for</a:t>
            </a:r>
            <a:r>
              <a:rPr sz="24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purpo</a:t>
            </a:r>
            <a:r>
              <a:rPr sz="24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e.</a:t>
            </a:r>
            <a:r>
              <a:rPr sz="24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400" spc="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4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approach,</a:t>
            </a:r>
            <a:r>
              <a:rPr sz="24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defi</a:t>
            </a:r>
            <a:r>
              <a:rPr sz="24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ed</a:t>
            </a:r>
            <a:r>
              <a:rPr sz="24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in</a:t>
            </a:r>
            <a:r>
              <a:rPr sz="24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the pr</a:t>
            </a:r>
            <a:r>
              <a:rPr sz="2400" spc="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ject’s</a:t>
            </a:r>
            <a:r>
              <a:rPr sz="24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Qua</a:t>
            </a:r>
            <a:r>
              <a:rPr sz="2400" spc="5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ity</a:t>
            </a:r>
            <a:r>
              <a:rPr sz="2400" spc="-3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Management Strate</a:t>
            </a:r>
            <a:r>
              <a:rPr sz="2400" spc="-10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y,</a:t>
            </a:r>
            <a:r>
              <a:rPr sz="2400" spc="-3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re</a:t>
            </a:r>
            <a:r>
              <a:rPr sz="2400" spc="5" dirty="0">
                <a:solidFill>
                  <a:srgbClr val="4D4D4D"/>
                </a:solidFill>
                <a:latin typeface="Rockwell"/>
                <a:cs typeface="Rockwell"/>
              </a:rPr>
              <a:t>q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uires</a:t>
            </a:r>
            <a:r>
              <a:rPr sz="2400" spc="-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that</a:t>
            </a:r>
            <a:r>
              <a:rPr sz="24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there</a:t>
            </a:r>
            <a:r>
              <a:rPr sz="24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z="24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an </a:t>
            </a:r>
            <a:r>
              <a:rPr sz="2400" spc="-5" dirty="0">
                <a:solidFill>
                  <a:srgbClr val="4D4D4D"/>
                </a:solidFill>
                <a:latin typeface="Rockwell"/>
                <a:cs typeface="Rockwell"/>
              </a:rPr>
              <a:t>ex</a:t>
            </a:r>
            <a:r>
              <a:rPr sz="2400" spc="-1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licit</a:t>
            </a:r>
            <a:r>
              <a:rPr sz="24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under</a:t>
            </a:r>
            <a:r>
              <a:rPr sz="24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tan</a:t>
            </a:r>
            <a:r>
              <a:rPr sz="2400" spc="-1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ing</a:t>
            </a:r>
            <a:r>
              <a:rPr sz="24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4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project sco</a:t>
            </a:r>
            <a:r>
              <a:rPr sz="24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4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4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4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4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spc="5" dirty="0">
                <a:solidFill>
                  <a:srgbClr val="4D4D4D"/>
                </a:solidFill>
                <a:latin typeface="Rockwell"/>
                <a:cs typeface="Rockwell"/>
              </a:rPr>
              <a:t>q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uality</a:t>
            </a:r>
            <a:r>
              <a:rPr sz="2400" spc="-3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cr</a:t>
            </a:r>
            <a:r>
              <a:rPr sz="2400" spc="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teria</a:t>
            </a:r>
            <a:r>
              <a:rPr sz="24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agai</a:t>
            </a:r>
            <a:r>
              <a:rPr sz="2400" spc="-5" dirty="0">
                <a:solidFill>
                  <a:srgbClr val="4D4D4D"/>
                </a:solidFill>
                <a:latin typeface="Rockwell"/>
                <a:cs typeface="Rockwell"/>
              </a:rPr>
              <a:t>ns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4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which</a:t>
            </a:r>
            <a:r>
              <a:rPr sz="24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4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produc</a:t>
            </a:r>
            <a:r>
              <a:rPr sz="24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4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wi</a:t>
            </a:r>
            <a:r>
              <a:rPr sz="2400" spc="5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sz="24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4D4D4D"/>
                </a:solidFill>
                <a:latin typeface="Rockwell"/>
                <a:cs typeface="Rockwell"/>
              </a:rPr>
              <a:t>be as</a:t>
            </a:r>
            <a:r>
              <a:rPr sz="24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400" spc="-5" dirty="0">
                <a:solidFill>
                  <a:srgbClr val="4D4D4D"/>
                </a:solidFill>
                <a:latin typeface="Rockwell"/>
                <a:cs typeface="Rockwell"/>
              </a:rPr>
              <a:t>es</a:t>
            </a:r>
            <a:r>
              <a:rPr sz="24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400" spc="-5" dirty="0">
                <a:solidFill>
                  <a:srgbClr val="4D4D4D"/>
                </a:solidFill>
                <a:latin typeface="Rockwell"/>
                <a:cs typeface="Rockwell"/>
              </a:rPr>
              <a:t>ed.</a:t>
            </a:r>
            <a:endParaRPr sz="2400" dirty="0">
              <a:latin typeface="Rockwell"/>
              <a:cs typeface="Rockwell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>
              <a:spcBef>
                <a:spcPts val="29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/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Th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ere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are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three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ke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y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as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ect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spc="-3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to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qual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ty</a:t>
            </a:r>
            <a:r>
              <a:rPr sz="24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within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project:</a:t>
            </a:r>
            <a:endParaRPr sz="2400" dirty="0">
              <a:latin typeface="Rockwell"/>
              <a:cs typeface="Rockwell"/>
            </a:endParaRPr>
          </a:p>
          <a:p>
            <a:pPr marL="317500" marR="6102985">
              <a:lnSpc>
                <a:spcPct val="200000"/>
              </a:lnSpc>
            </a:pP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Qua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ity</a:t>
            </a:r>
            <a:r>
              <a:rPr sz="2400" spc="-3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fr-CH" sz="2400" spc="-5" dirty="0">
                <a:solidFill>
                  <a:srgbClr val="3A3A3A"/>
                </a:solidFill>
                <a:latin typeface="Rockwell"/>
                <a:cs typeface="Rockwell"/>
              </a:rPr>
              <a:t>Assurance</a:t>
            </a:r>
          </a:p>
          <a:p>
            <a:pPr marL="317500" marR="6102985">
              <a:lnSpc>
                <a:spcPct val="200000"/>
              </a:lnSpc>
            </a:pP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Qua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ity</a:t>
            </a:r>
            <a:r>
              <a:rPr sz="2400" spc="-3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fr-CH" sz="2400" dirty="0">
                <a:solidFill>
                  <a:srgbClr val="3A3A3A"/>
                </a:solidFill>
                <a:latin typeface="Rockwell"/>
                <a:cs typeface="Rockwell"/>
              </a:rPr>
              <a:t>Planning</a:t>
            </a:r>
            <a:endParaRPr lang="fr-CH" sz="2400" dirty="0">
              <a:latin typeface="Rockwell"/>
              <a:cs typeface="Rockwell"/>
            </a:endParaRPr>
          </a:p>
          <a:p>
            <a:pPr marL="317500" marR="6102985">
              <a:lnSpc>
                <a:spcPct val="200000"/>
              </a:lnSpc>
            </a:pP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Qua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ity</a:t>
            </a:r>
            <a:r>
              <a:rPr sz="2400" spc="-3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fr-CH" sz="2400" spc="-5" dirty="0">
                <a:solidFill>
                  <a:srgbClr val="3A3A3A"/>
                </a:solidFill>
                <a:latin typeface="Rockwell"/>
                <a:cs typeface="Rockwell"/>
              </a:rPr>
              <a:t>Control</a:t>
            </a:r>
            <a:endParaRPr sz="2400" dirty="0">
              <a:latin typeface="Rockwell"/>
              <a:cs typeface="Rockwel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0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/>
          <p:nvPr/>
        </p:nvSpPr>
        <p:spPr>
          <a:xfrm>
            <a:off x="0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Quality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375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0" y="6453186"/>
            <a:ext cx="9144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7632" y="858042"/>
            <a:ext cx="11329588" cy="2162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b="1" dirty="0">
                <a:solidFill>
                  <a:srgbClr val="4D4D4D"/>
                </a:solidFill>
                <a:latin typeface="Rockwell"/>
                <a:cs typeface="Rockwell"/>
              </a:rPr>
              <a:t>Qual</a:t>
            </a:r>
            <a:r>
              <a:rPr sz="2000" b="1" spc="-10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b="1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b="1" dirty="0">
                <a:solidFill>
                  <a:srgbClr val="4D4D4D"/>
                </a:solidFill>
                <a:latin typeface="Rockwell"/>
                <a:cs typeface="Rockwell"/>
              </a:rPr>
              <a:t>y</a:t>
            </a:r>
            <a:r>
              <a:rPr sz="2000" b="1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b="1" spc="-5" dirty="0">
                <a:solidFill>
                  <a:srgbClr val="4D4D4D"/>
                </a:solidFill>
                <a:latin typeface="Rockwell"/>
                <a:cs typeface="Rockwell"/>
              </a:rPr>
              <a:t>Assura</a:t>
            </a:r>
            <a:r>
              <a:rPr sz="2000" b="1" spc="-1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b="1" dirty="0">
                <a:solidFill>
                  <a:srgbClr val="4D4D4D"/>
                </a:solidFill>
                <a:latin typeface="Rockwell"/>
                <a:cs typeface="Rockwell"/>
              </a:rPr>
              <a:t>ce</a:t>
            </a:r>
            <a:r>
              <a:rPr sz="2000" b="1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is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mu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be independent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pr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ject</a:t>
            </a:r>
            <a:r>
              <a:rPr lang="fr-CH" sz="2000" dirty="0"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an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ge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3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team</a:t>
            </a:r>
            <a:endParaRPr sz="2000" dirty="0">
              <a:latin typeface="Rockwell"/>
              <a:cs typeface="Rockwell"/>
            </a:endParaRPr>
          </a:p>
          <a:p>
            <a:pPr>
              <a:spcBef>
                <a:spcPts val="42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196215"/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It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u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that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project’s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direction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manageme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mains aligned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with rel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v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co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por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te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progr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manageme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 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dards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polic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es.</a:t>
            </a:r>
            <a:endParaRPr sz="2000" dirty="0">
              <a:latin typeface="Rockwell"/>
              <a:cs typeface="Rockwell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 marL="12700" marR="5080"/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Qua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ity</a:t>
            </a:r>
            <a:r>
              <a:rPr sz="2000" spc="-3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as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ur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nc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ther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,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all 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bout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independently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ch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cki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ng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that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gani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z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ation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 processes</a:t>
            </a:r>
            <a:r>
              <a:rPr sz="2000" spc="-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 in place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for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qual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ty plan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ing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co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trol.</a:t>
            </a:r>
            <a:endParaRPr sz="2000" dirty="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/>
          <p:nvPr/>
        </p:nvSpPr>
        <p:spPr>
          <a:xfrm>
            <a:off x="0" y="643963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0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Quality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Assurance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652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0" y="6453186"/>
            <a:ext cx="9144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0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Project Assurance vs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Quality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Assurance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323719"/>
              </p:ext>
            </p:extLst>
          </p:nvPr>
        </p:nvGraphicFramePr>
        <p:xfrm>
          <a:off x="2032000" y="1514145"/>
          <a:ext cx="8128000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Project Assurance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Quality</a:t>
                      </a:r>
                      <a:r>
                        <a:rPr lang="en-US" baseline="0" dirty="0"/>
                        <a:t> assurance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Responsibility</a:t>
                      </a:r>
                      <a:r>
                        <a:rPr lang="en-US" baseline="0" dirty="0"/>
                        <a:t> of the project board</a:t>
                      </a:r>
                    </a:p>
                    <a:p>
                      <a:endParaRPr lang="en-US" baseline="0" dirty="0"/>
                    </a:p>
                    <a:p>
                      <a:r>
                        <a:rPr lang="en-US" baseline="0" dirty="0"/>
                        <a:t>Internal to the project</a:t>
                      </a:r>
                    </a:p>
                    <a:p>
                      <a:endParaRPr lang="en-US" baseline="0" dirty="0"/>
                    </a:p>
                    <a:p>
                      <a:r>
                        <a:rPr lang="en-US" baseline="0" dirty="0"/>
                        <a:t>Must be independent of the project manager, project support, team managers and project teams</a:t>
                      </a:r>
                    </a:p>
                    <a:p>
                      <a:endParaRPr lang="en-US" baseline="0" dirty="0"/>
                    </a:p>
                    <a:p>
                      <a:r>
                        <a:rPr lang="en-US" baseline="0" dirty="0"/>
                        <a:t>May be delegated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Responsibility of corporate management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External to the project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Ensures</a:t>
                      </a:r>
                      <a:r>
                        <a:rPr lang="en-US" baseline="0" dirty="0"/>
                        <a:t> compliance with relevant corporate/</a:t>
                      </a:r>
                      <a:r>
                        <a:rPr lang="en-US" baseline="0" dirty="0" err="1"/>
                        <a:t>programme</a:t>
                      </a:r>
                      <a:r>
                        <a:rPr lang="en-US" baseline="0" dirty="0"/>
                        <a:t> management and policies</a:t>
                      </a:r>
                    </a:p>
                    <a:p>
                      <a:endParaRPr lang="en-US" baseline="0" dirty="0"/>
                    </a:p>
                    <a:p>
                      <a:r>
                        <a:rPr lang="en-US" baseline="0" dirty="0"/>
                        <a:t>Performed by personnel who are independent of the project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5724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0" y="6453186"/>
            <a:ext cx="9144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2657" y="843601"/>
            <a:ext cx="11429494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2000" b="1" dirty="0">
                <a:solidFill>
                  <a:srgbClr val="4D4D4D"/>
                </a:solidFill>
                <a:latin typeface="Rockwell"/>
                <a:cs typeface="Rockwell"/>
              </a:rPr>
              <a:t>Qual</a:t>
            </a:r>
            <a:r>
              <a:rPr sz="2000" b="1" spc="-10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b="1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b="1" dirty="0">
                <a:solidFill>
                  <a:srgbClr val="4D4D4D"/>
                </a:solidFill>
                <a:latin typeface="Rockwell"/>
                <a:cs typeface="Rockwell"/>
              </a:rPr>
              <a:t>y</a:t>
            </a:r>
            <a:r>
              <a:rPr sz="2000" b="1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b="1" dirty="0">
                <a:solidFill>
                  <a:srgbClr val="4D4D4D"/>
                </a:solidFill>
                <a:latin typeface="Rockwell"/>
                <a:cs typeface="Rockwell"/>
              </a:rPr>
              <a:t>pl</a:t>
            </a:r>
            <a:r>
              <a:rPr sz="2000" b="1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b="1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b="1" spc="-1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b="1" dirty="0">
                <a:solidFill>
                  <a:srgbClr val="4D4D4D"/>
                </a:solidFill>
                <a:latin typeface="Rockwell"/>
                <a:cs typeface="Rockwell"/>
              </a:rPr>
              <a:t>ing</a:t>
            </a:r>
            <a:r>
              <a:rPr sz="2000" b="1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ede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 f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r control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co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v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defi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ition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of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produc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with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n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proj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ec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al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with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their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qu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lity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cr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teri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,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qual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ty</a:t>
            </a:r>
            <a:r>
              <a:rPr sz="2000" spc="-4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ethod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qual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ty</a:t>
            </a:r>
            <a:r>
              <a:rPr sz="2000" spc="-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res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onsibil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tie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.</a:t>
            </a:r>
            <a:endParaRPr sz="2000">
              <a:latin typeface="Rockwell"/>
              <a:cs typeface="Rockwel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26742" y="1783831"/>
            <a:ext cx="8476432" cy="46857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95549" y="2271713"/>
            <a:ext cx="5740400" cy="3355975"/>
          </a:xfrm>
          <a:custGeom>
            <a:avLst/>
            <a:gdLst/>
            <a:ahLst/>
            <a:cxnLst/>
            <a:rect l="l" t="t" r="r" b="b"/>
            <a:pathLst>
              <a:path w="5740400" h="3355975">
                <a:moveTo>
                  <a:pt x="0" y="3355975"/>
                </a:moveTo>
                <a:lnTo>
                  <a:pt x="5740400" y="3355975"/>
                </a:lnTo>
                <a:lnTo>
                  <a:pt x="5740400" y="0"/>
                </a:lnTo>
                <a:lnTo>
                  <a:pt x="0" y="0"/>
                </a:lnTo>
                <a:lnTo>
                  <a:pt x="0" y="3355975"/>
                </a:lnTo>
                <a:close/>
              </a:path>
            </a:pathLst>
          </a:custGeom>
          <a:ln w="9525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9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3"/>
          <p:cNvSpPr/>
          <p:nvPr/>
        </p:nvSpPr>
        <p:spPr>
          <a:xfrm>
            <a:off x="0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Quality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Planning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198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32657" y="843601"/>
            <a:ext cx="11429494" cy="4462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The Project Product Description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a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special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form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of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product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description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that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defines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what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the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project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must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deliver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in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order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to gain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acceptance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. It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used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to:</a:t>
            </a:r>
          </a:p>
          <a:p>
            <a:pPr marL="12700" marR="5080">
              <a:lnSpc>
                <a:spcPct val="150000"/>
              </a:lnSpc>
            </a:pPr>
            <a:endParaRPr lang="fr-CH" sz="2000" dirty="0">
              <a:solidFill>
                <a:srgbClr val="4D4D4D"/>
              </a:solidFill>
              <a:latin typeface="Rockwell"/>
              <a:cs typeface="Rockwell"/>
            </a:endParaRPr>
          </a:p>
          <a:p>
            <a:pPr marL="355600" marR="5080" indent="-342900">
              <a:lnSpc>
                <a:spcPct val="150000"/>
              </a:lnSpc>
              <a:buFontTx/>
              <a:buChar char="-"/>
            </a:pP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Gain agreement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from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the user on the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project’s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scope and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reqirements</a:t>
            </a:r>
            <a:endParaRPr lang="fr-CH" sz="2000" dirty="0">
              <a:solidFill>
                <a:srgbClr val="4D4D4D"/>
              </a:solidFill>
              <a:latin typeface="Rockwell"/>
              <a:cs typeface="Rockwell"/>
            </a:endParaRPr>
          </a:p>
          <a:p>
            <a:pPr marL="355600" marR="5080" indent="-342900">
              <a:lnSpc>
                <a:spcPct val="150000"/>
              </a:lnSpc>
              <a:buFontTx/>
              <a:buChar char="-"/>
            </a:pP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Define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the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customer’s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quality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expectations</a:t>
            </a:r>
          </a:p>
          <a:p>
            <a:pPr marL="355600" marR="5080" indent="-342900">
              <a:lnSpc>
                <a:spcPct val="150000"/>
              </a:lnSpc>
              <a:buFontTx/>
              <a:buChar char="-"/>
            </a:pP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Define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the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acceptance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criteria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,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method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and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responsibilities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for the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project</a:t>
            </a:r>
            <a:endParaRPr lang="fr-CH" sz="2000" dirty="0">
              <a:solidFill>
                <a:srgbClr val="4D4D4D"/>
              </a:solidFill>
              <a:latin typeface="Rockwell"/>
              <a:cs typeface="Rockwell"/>
            </a:endParaRPr>
          </a:p>
          <a:p>
            <a:pPr marL="355600" marR="5080" indent="-342900">
              <a:lnSpc>
                <a:spcPct val="150000"/>
              </a:lnSpc>
              <a:buFontTx/>
              <a:buChar char="-"/>
            </a:pPr>
            <a:endParaRPr lang="fr-CH" sz="2000" dirty="0">
              <a:solidFill>
                <a:srgbClr val="4D4D4D"/>
              </a:solidFill>
              <a:latin typeface="Rockwell"/>
              <a:cs typeface="Rockwell"/>
            </a:endParaRPr>
          </a:p>
          <a:p>
            <a:pPr marL="12700" marR="5080">
              <a:lnSpc>
                <a:spcPct val="150000"/>
              </a:lnSpc>
            </a:pP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It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used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by the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closing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a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project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process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as part of the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verification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that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the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project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has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delivered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what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was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expected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of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it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, and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that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the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acceptance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criteria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have been met.</a:t>
            </a:r>
          </a:p>
          <a:p>
            <a:pPr marL="355600" marR="5080" indent="-342900">
              <a:buFontTx/>
              <a:buChar char="-"/>
            </a:pPr>
            <a:endParaRPr sz="2000" dirty="0">
              <a:latin typeface="Rockwell"/>
              <a:cs typeface="Rockwel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9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3"/>
          <p:cNvSpPr/>
          <p:nvPr/>
        </p:nvSpPr>
        <p:spPr>
          <a:xfrm>
            <a:off x="0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Project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product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description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34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32657" y="843601"/>
            <a:ext cx="11429494" cy="4001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The Product Description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used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to:</a:t>
            </a:r>
          </a:p>
          <a:p>
            <a:pPr marL="355600" marR="5080" indent="-342900">
              <a:lnSpc>
                <a:spcPct val="200000"/>
              </a:lnSpc>
              <a:buFontTx/>
              <a:buChar char="-"/>
            </a:pP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Understand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the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detailed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nature,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purpose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,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function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and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appearence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of the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product</a:t>
            </a:r>
            <a:endParaRPr lang="fr-CH" sz="2000" dirty="0">
              <a:solidFill>
                <a:srgbClr val="4D4D4D"/>
              </a:solidFill>
              <a:latin typeface="Rockwell"/>
              <a:cs typeface="Rockwell"/>
            </a:endParaRPr>
          </a:p>
          <a:p>
            <a:pPr marL="355600" marR="5080" indent="-342900">
              <a:lnSpc>
                <a:spcPct val="200000"/>
              </a:lnSpc>
              <a:buFontTx/>
              <a:buChar char="-"/>
            </a:pP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Define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who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will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use the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product</a:t>
            </a:r>
            <a:endParaRPr lang="fr-CH" sz="2000" dirty="0">
              <a:solidFill>
                <a:srgbClr val="4D4D4D"/>
              </a:solidFill>
              <a:latin typeface="Rockwell"/>
              <a:cs typeface="Rockwell"/>
            </a:endParaRPr>
          </a:p>
          <a:p>
            <a:pPr marL="355600" marR="5080" indent="-342900">
              <a:lnSpc>
                <a:spcPct val="200000"/>
              </a:lnSpc>
              <a:buFontTx/>
              <a:buChar char="-"/>
            </a:pP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Identify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the sources of information or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supply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for the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product</a:t>
            </a:r>
            <a:endParaRPr lang="fr-CH" sz="2000" dirty="0">
              <a:solidFill>
                <a:srgbClr val="4D4D4D"/>
              </a:solidFill>
              <a:latin typeface="Rockwell"/>
              <a:cs typeface="Rockwell"/>
            </a:endParaRPr>
          </a:p>
          <a:p>
            <a:pPr marL="355600" marR="5080" indent="-342900">
              <a:lnSpc>
                <a:spcPct val="200000"/>
              </a:lnSpc>
              <a:buFontTx/>
              <a:buChar char="-"/>
            </a:pP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Identify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the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level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of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quality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required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of the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product</a:t>
            </a:r>
            <a:endParaRPr lang="fr-CH" sz="2000" dirty="0">
              <a:solidFill>
                <a:srgbClr val="4D4D4D"/>
              </a:solidFill>
              <a:latin typeface="Rockwell"/>
              <a:cs typeface="Rockwell"/>
            </a:endParaRPr>
          </a:p>
          <a:p>
            <a:pPr marL="355600" marR="5080" indent="-342900">
              <a:lnSpc>
                <a:spcPct val="200000"/>
              </a:lnSpc>
              <a:buFontTx/>
              <a:buChar char="-"/>
            </a:pP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Enable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identification of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activities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to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produce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,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review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and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approve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the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product</a:t>
            </a:r>
            <a:endParaRPr lang="fr-CH" sz="2000" dirty="0">
              <a:solidFill>
                <a:srgbClr val="4D4D4D"/>
              </a:solidFill>
              <a:latin typeface="Rockwell"/>
              <a:cs typeface="Rockwell"/>
            </a:endParaRPr>
          </a:p>
          <a:p>
            <a:pPr marL="355600" marR="5080" indent="-342900">
              <a:lnSpc>
                <a:spcPct val="200000"/>
              </a:lnSpc>
              <a:buFontTx/>
              <a:buChar char="-"/>
            </a:pP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Define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the people or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skills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required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to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produce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,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review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and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approve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the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product</a:t>
            </a:r>
            <a:endParaRPr sz="2000" dirty="0">
              <a:latin typeface="Rockwell"/>
              <a:cs typeface="Rockwel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9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3"/>
          <p:cNvSpPr/>
          <p:nvPr/>
        </p:nvSpPr>
        <p:spPr>
          <a:xfrm>
            <a:off x="0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Product description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715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0" y="6453186"/>
            <a:ext cx="9144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6689" y="904989"/>
            <a:ext cx="11015678" cy="2169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b="1" dirty="0">
                <a:solidFill>
                  <a:srgbClr val="4D4D4D"/>
                </a:solidFill>
                <a:latin typeface="Rockwell"/>
                <a:cs typeface="Rockwell"/>
              </a:rPr>
              <a:t>Qu</a:t>
            </a:r>
            <a:r>
              <a:rPr sz="2000" b="1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b="1" dirty="0">
                <a:solidFill>
                  <a:srgbClr val="4D4D4D"/>
                </a:solidFill>
                <a:latin typeface="Rockwell"/>
                <a:cs typeface="Rockwell"/>
              </a:rPr>
              <a:t>li</a:t>
            </a:r>
            <a:r>
              <a:rPr sz="2000" b="1" spc="-1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b="1" dirty="0">
                <a:solidFill>
                  <a:srgbClr val="4D4D4D"/>
                </a:solidFill>
                <a:latin typeface="Rockwell"/>
                <a:cs typeface="Rockwell"/>
              </a:rPr>
              <a:t>y</a:t>
            </a:r>
            <a:r>
              <a:rPr sz="2000" b="1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b="1" dirty="0">
                <a:solidFill>
                  <a:srgbClr val="4D4D4D"/>
                </a:solidFill>
                <a:latin typeface="Rockwell"/>
                <a:cs typeface="Rockwell"/>
              </a:rPr>
              <a:t>con</a:t>
            </a:r>
            <a:r>
              <a:rPr sz="2000" b="1" spc="-1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b="1" spc="-5" dirty="0">
                <a:solidFill>
                  <a:srgbClr val="4D4D4D"/>
                </a:solidFill>
                <a:latin typeface="Rockwell"/>
                <a:cs typeface="Rockwell"/>
              </a:rPr>
              <a:t>ro</a:t>
            </a:r>
            <a:r>
              <a:rPr sz="2000" b="1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sz="2000" b="1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is reactiv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,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cov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rs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techniques</a:t>
            </a:r>
            <a:r>
              <a:rPr sz="2000" spc="-5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activities</a:t>
            </a:r>
            <a:r>
              <a:rPr lang="fr-CH" sz="2000" dirty="0"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as</a:t>
            </a:r>
            <a:endParaRPr sz="2000" dirty="0">
              <a:latin typeface="Rockwell"/>
              <a:cs typeface="Rockwell"/>
            </a:endParaRPr>
          </a:p>
          <a:p>
            <a:pPr>
              <a:spcBef>
                <a:spcPts val="42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379730"/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-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Qua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ity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ins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ectio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ting</a:t>
            </a:r>
            <a:endParaRPr sz="2000" dirty="0">
              <a:latin typeface="Rockwell"/>
              <a:cs typeface="Rockwell"/>
            </a:endParaRPr>
          </a:p>
          <a:p>
            <a:pPr>
              <a:spcBef>
                <a:spcPts val="45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5080" indent="367030"/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-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Finding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ways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el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in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ting</a:t>
            </a:r>
            <a:r>
              <a:rPr sz="2000" spc="-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cau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 and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ati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factory perf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mance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.</a:t>
            </a:r>
            <a:r>
              <a:rPr sz="2000" spc="-4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endParaRPr lang="fr-CH" sz="2000" spc="-40" dirty="0">
              <a:solidFill>
                <a:srgbClr val="4D4D4D"/>
              </a:solidFill>
              <a:latin typeface="Rockwell"/>
              <a:cs typeface="Rockwell"/>
            </a:endParaRPr>
          </a:p>
          <a:p>
            <a:pPr marL="12700" marR="5080" indent="367030"/>
            <a:endParaRPr lang="fr-CH" sz="2000" spc="-5" dirty="0">
              <a:solidFill>
                <a:srgbClr val="4D4D4D"/>
              </a:solidFill>
              <a:latin typeface="Rockwell"/>
              <a:cs typeface="Rockwell"/>
            </a:endParaRPr>
          </a:p>
          <a:p>
            <a:pPr marL="12700" marR="5080" indent="367030"/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is is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wh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application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les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 le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can be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lpful.</a:t>
            </a:r>
            <a:endParaRPr sz="2000" dirty="0">
              <a:latin typeface="Rockwell"/>
              <a:cs typeface="Rockwel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48075" y="3068701"/>
            <a:ext cx="5124450" cy="32590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43249" y="3063939"/>
            <a:ext cx="5133975" cy="3268979"/>
          </a:xfrm>
          <a:custGeom>
            <a:avLst/>
            <a:gdLst/>
            <a:ahLst/>
            <a:cxnLst/>
            <a:rect l="l" t="t" r="r" b="b"/>
            <a:pathLst>
              <a:path w="5133975" h="3268979">
                <a:moveTo>
                  <a:pt x="0" y="3268599"/>
                </a:moveTo>
                <a:lnTo>
                  <a:pt x="5133975" y="3268599"/>
                </a:lnTo>
                <a:lnTo>
                  <a:pt x="5133975" y="0"/>
                </a:lnTo>
                <a:lnTo>
                  <a:pt x="0" y="0"/>
                </a:lnTo>
                <a:lnTo>
                  <a:pt x="0" y="3268599"/>
                </a:lnTo>
                <a:close/>
              </a:path>
            </a:pathLst>
          </a:custGeom>
          <a:ln w="9525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1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3"/>
          <p:cNvSpPr/>
          <p:nvPr/>
        </p:nvSpPr>
        <p:spPr>
          <a:xfrm>
            <a:off x="0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Quality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Control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920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74833" y="1026808"/>
            <a:ext cx="11062465" cy="13926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24485"/>
            <a:r>
              <a:rPr spc="2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b="1" dirty="0">
                <a:solidFill>
                  <a:srgbClr val="3A3A3A"/>
                </a:solidFill>
                <a:latin typeface="Rockwell"/>
                <a:cs typeface="Rockwell"/>
              </a:rPr>
              <a:t>Qual</a:t>
            </a:r>
            <a:r>
              <a:rPr b="1" spc="-10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b="1" spc="-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b="1" dirty="0">
                <a:solidFill>
                  <a:srgbClr val="3A3A3A"/>
                </a:solidFill>
                <a:latin typeface="Rockwell"/>
                <a:cs typeface="Rockwell"/>
              </a:rPr>
              <a:t>y</a:t>
            </a:r>
            <a:r>
              <a:rPr b="1" spc="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b="1" dirty="0">
                <a:solidFill>
                  <a:srgbClr val="3A3A3A"/>
                </a:solidFill>
                <a:latin typeface="Rockwell"/>
                <a:cs typeface="Rockwell"/>
              </a:rPr>
              <a:t>Regi</a:t>
            </a:r>
            <a:r>
              <a:rPr b="1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b="1" spc="-5" dirty="0">
                <a:solidFill>
                  <a:srgbClr val="3A3A3A"/>
                </a:solidFill>
                <a:latin typeface="Rockwell"/>
                <a:cs typeface="Rockwell"/>
              </a:rPr>
              <a:t>te</a:t>
            </a:r>
            <a:r>
              <a:rPr b="1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b="1" spc="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is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di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pc="1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pc="-15" dirty="0">
                <a:solidFill>
                  <a:srgbClr val="3A3A3A"/>
                </a:solidFill>
                <a:latin typeface="Rockwell"/>
                <a:cs typeface="Rockwell"/>
              </a:rPr>
              <a:t>y</a:t>
            </a:r>
            <a:r>
              <a:rPr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-15" dirty="0">
                <a:solidFill>
                  <a:srgbClr val="3A3A3A"/>
                </a:solidFill>
                <a:latin typeface="Rockwell"/>
                <a:cs typeface="Rockwell"/>
              </a:rPr>
              <a:t>Q</a:t>
            </a:r>
            <a:r>
              <a:rPr spc="-25" dirty="0">
                <a:solidFill>
                  <a:srgbClr val="3A3A3A"/>
                </a:solidFill>
                <a:latin typeface="Rockwell"/>
                <a:cs typeface="Rockwell"/>
              </a:rPr>
              <a:t>u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ity</a:t>
            </a:r>
            <a:r>
              <a:rPr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-6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pc="-65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ent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that</a:t>
            </a:r>
            <a:r>
              <a:rPr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ta</a:t>
            </a:r>
            <a:r>
              <a:rPr spc="-65" dirty="0">
                <a:solidFill>
                  <a:srgbClr val="3A3A3A"/>
                </a:solidFill>
                <a:latin typeface="Rockwell"/>
                <a:cs typeface="Rockwell"/>
              </a:rPr>
              <a:t>k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 pl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ace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-15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pc="-25" dirty="0">
                <a:solidFill>
                  <a:srgbClr val="3A3A3A"/>
                </a:solidFill>
                <a:latin typeface="Rockwell"/>
                <a:cs typeface="Rockwell"/>
              </a:rPr>
              <a:t>u</a:t>
            </a:r>
            <a:r>
              <a:rPr spc="2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ing the</a:t>
            </a:r>
            <a:r>
              <a:rPr spc="-15" dirty="0">
                <a:solidFill>
                  <a:srgbClr val="3A3A3A"/>
                </a:solidFill>
                <a:latin typeface="Rockwell"/>
                <a:cs typeface="Rockwell"/>
              </a:rPr>
              <a:t> p</a:t>
            </a:r>
            <a:r>
              <a:rPr spc="-7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oject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,</a:t>
            </a:r>
            <a:r>
              <a:rPr spc="-15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such</a:t>
            </a:r>
            <a:r>
              <a:rPr spc="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as</a:t>
            </a:r>
            <a:r>
              <a:rPr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-75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pc="-3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ksho</a:t>
            </a:r>
            <a:r>
              <a:rPr spc="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s,</a:t>
            </a:r>
            <a:r>
              <a:rPr spc="-14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-9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pc="-6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vi</a:t>
            </a:r>
            <a:r>
              <a:rPr spc="-4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pc="5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,</a:t>
            </a:r>
            <a:r>
              <a:rPr spc="-16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testing and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acceptanc</a:t>
            </a:r>
            <a:r>
              <a:rPr spc="-5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.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32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2700" marR="5080"/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st,</a:t>
            </a:r>
            <a:r>
              <a:rPr spc="-15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-15" dirty="0">
                <a:solidFill>
                  <a:srgbClr val="3A3A3A"/>
                </a:solidFill>
                <a:latin typeface="Rockwell"/>
                <a:cs typeface="Rockwell"/>
              </a:rPr>
              <a:t>Q</a:t>
            </a:r>
            <a:r>
              <a:rPr spc="-25" dirty="0">
                <a:solidFill>
                  <a:srgbClr val="3A3A3A"/>
                </a:solidFill>
                <a:latin typeface="Rockwell"/>
                <a:cs typeface="Rockwell"/>
              </a:rPr>
              <a:t>u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ity</a:t>
            </a:r>
            <a:r>
              <a:rPr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Re</a:t>
            </a:r>
            <a:r>
              <a:rPr spc="5" dirty="0">
                <a:solidFill>
                  <a:srgbClr val="3A3A3A"/>
                </a:solidFill>
                <a:latin typeface="Rockwell"/>
                <a:cs typeface="Rockwell"/>
              </a:rPr>
              <a:t>g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is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ter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will</a:t>
            </a:r>
            <a:r>
              <a:rPr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be</a:t>
            </a:r>
            <a:r>
              <a:rPr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em</a:t>
            </a:r>
            <a:r>
              <a:rPr spc="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ty 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and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 P</a:t>
            </a:r>
            <a:r>
              <a:rPr spc="-6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ojec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t </a:t>
            </a:r>
            <a:r>
              <a:rPr spc="-15" dirty="0">
                <a:solidFill>
                  <a:srgbClr val="3A3A3A"/>
                </a:solidFill>
                <a:latin typeface="Rockwell"/>
                <a:cs typeface="Rockwell"/>
              </a:rPr>
              <a:t>Ma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na</a:t>
            </a:r>
            <a:r>
              <a:rPr spc="-30" dirty="0">
                <a:solidFill>
                  <a:srgbClr val="3A3A3A"/>
                </a:solidFill>
                <a:latin typeface="Rockwell"/>
                <a:cs typeface="Rockwell"/>
              </a:rPr>
              <a:t>g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can 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sta</a:t>
            </a:r>
            <a:r>
              <a:rPr spc="1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to 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ad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5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ata</a:t>
            </a:r>
            <a:r>
              <a:rPr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pc="-90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pc="-35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pc="-7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ds</a:t>
            </a:r>
            <a:r>
              <a:rPr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pc="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en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f </a:t>
            </a:r>
            <a:r>
              <a:rPr spc="-25" dirty="0">
                <a:solidFill>
                  <a:srgbClr val="3A3A3A"/>
                </a:solidFill>
                <a:latin typeface="Rockwell"/>
                <a:cs typeface="Rockwell"/>
              </a:rPr>
              <a:t>Qu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ity</a:t>
            </a:r>
            <a:r>
              <a:rPr spc="-15" dirty="0">
                <a:solidFill>
                  <a:srgbClr val="3A3A3A"/>
                </a:solidFill>
                <a:latin typeface="Rockwell"/>
                <a:cs typeface="Rockwell"/>
              </a:rPr>
              <a:t> Pl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annin</a:t>
            </a:r>
            <a:r>
              <a:rPr spc="-65" dirty="0">
                <a:solidFill>
                  <a:srgbClr val="3A3A3A"/>
                </a:solidFill>
                <a:latin typeface="Rockwell"/>
                <a:cs typeface="Rockwell"/>
              </a:rPr>
              <a:t>g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.</a:t>
            </a:r>
            <a:r>
              <a:rPr spc="-15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Most 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pc="-6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ojec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t </a:t>
            </a:r>
            <a:r>
              <a:rPr spc="-15" dirty="0">
                <a:solidFill>
                  <a:srgbClr val="3A3A3A"/>
                </a:solidFill>
                <a:latin typeface="Rockwell"/>
                <a:cs typeface="Rockwell"/>
              </a:rPr>
              <a:t>Ma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na</a:t>
            </a:r>
            <a:r>
              <a:rPr spc="-30" dirty="0">
                <a:solidFill>
                  <a:srgbClr val="3A3A3A"/>
                </a:solidFill>
                <a:latin typeface="Rockwell"/>
                <a:cs typeface="Rockwell"/>
              </a:rPr>
              <a:t>g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rs</a:t>
            </a:r>
            <a:r>
              <a:rPr spc="-15" dirty="0">
                <a:solidFill>
                  <a:srgbClr val="3A3A3A"/>
                </a:solidFill>
                <a:latin typeface="Rockwell"/>
                <a:cs typeface="Rockwell"/>
              </a:rPr>
              <a:t> w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ll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u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se a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sp</a:t>
            </a:r>
            <a:r>
              <a:rPr spc="-8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ead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hee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3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r a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3A3A3A"/>
                </a:solidFill>
                <a:latin typeface="Rockwell"/>
                <a:cs typeface="Rockwell"/>
              </a:rPr>
              <a:t>Q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u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al</a:t>
            </a:r>
            <a:r>
              <a:rPr spc="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ty</a:t>
            </a:r>
            <a:r>
              <a:rPr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Registe</a:t>
            </a:r>
            <a:r>
              <a:rPr spc="-11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dirty="0">
                <a:solidFill>
                  <a:srgbClr val="3A3A3A"/>
                </a:solidFill>
                <a:latin typeface="Rockwell"/>
                <a:cs typeface="Rockwell"/>
              </a:rPr>
              <a:t>.</a:t>
            </a:r>
            <a:endParaRPr dirty="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0" y="0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Quality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Control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  <p:sp>
        <p:nvSpPr>
          <p:cNvPr id="10" name="object 5"/>
          <p:cNvSpPr/>
          <p:nvPr/>
        </p:nvSpPr>
        <p:spPr>
          <a:xfrm>
            <a:off x="2628900" y="2519744"/>
            <a:ext cx="6934200" cy="38496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69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16942" y="777780"/>
            <a:ext cx="11512446" cy="5539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b="1" spc="-5" dirty="0">
                <a:solidFill>
                  <a:srgbClr val="4D4D4D"/>
                </a:solidFill>
                <a:latin typeface="Rockwell"/>
                <a:cs typeface="Rockwell"/>
              </a:rPr>
              <a:t>In</a:t>
            </a:r>
            <a:r>
              <a:rPr sz="2000" b="1" spc="-10" dirty="0">
                <a:solidFill>
                  <a:srgbClr val="4D4D4D"/>
                </a:solidFill>
                <a:latin typeface="Rockwell"/>
                <a:cs typeface="Rockwell"/>
              </a:rPr>
              <a:t>-</a:t>
            </a:r>
            <a:r>
              <a:rPr sz="2000" b="1" dirty="0">
                <a:solidFill>
                  <a:srgbClr val="4D4D4D"/>
                </a:solidFill>
                <a:latin typeface="Rockwell"/>
                <a:cs typeface="Rockwell"/>
              </a:rPr>
              <a:t>Process</a:t>
            </a:r>
            <a:r>
              <a:rPr sz="2000" b="1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me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allows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you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o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etec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fl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ws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ier,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as</a:t>
            </a:r>
            <a:endParaRPr sz="2000" dirty="0">
              <a:latin typeface="Rockwell"/>
              <a:cs typeface="Rockwell"/>
            </a:endParaRPr>
          </a:p>
          <a:p>
            <a:pPr marL="12700" marR="5080">
              <a:lnSpc>
                <a:spcPct val="120000"/>
              </a:lnSpc>
            </a:pP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Th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pro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uc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are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te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ted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whi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they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are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being</a:t>
            </a:r>
            <a:r>
              <a:rPr sz="2000" spc="-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develope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. 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x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am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les 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clude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unit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ting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in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softwar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,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integration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ting, ch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cklis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4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ectio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s.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lap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proj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ect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,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integration te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ts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wi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l 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done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to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mak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u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re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differ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produc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work to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ether.</a:t>
            </a:r>
            <a:endParaRPr lang="fr-CH" sz="2000" spc="-5" dirty="0">
              <a:solidFill>
                <a:srgbClr val="4D4D4D"/>
              </a:solidFill>
              <a:latin typeface="Rockwell"/>
              <a:cs typeface="Rockwell"/>
            </a:endParaRPr>
          </a:p>
          <a:p>
            <a:pPr marL="12700" marR="5080">
              <a:lnSpc>
                <a:spcPct val="120000"/>
              </a:lnSpc>
            </a:pPr>
            <a:endParaRPr lang="fr-CH" sz="2000" b="1" spc="-5" dirty="0">
              <a:solidFill>
                <a:srgbClr val="4D4D4D"/>
              </a:solidFill>
              <a:latin typeface="Rockwell"/>
              <a:cs typeface="Rockwell"/>
            </a:endParaRPr>
          </a:p>
          <a:p>
            <a:pPr marL="12700" marR="5080">
              <a:lnSpc>
                <a:spcPct val="120000"/>
              </a:lnSpc>
            </a:pPr>
            <a:r>
              <a:rPr lang="fr-CH" sz="2000" b="1" spc="-5" dirty="0" err="1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fr-CH" sz="2000" b="1" spc="5" dirty="0" err="1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lang="fr-CH" sz="2000" b="1" dirty="0" err="1">
                <a:solidFill>
                  <a:srgbClr val="4D4D4D"/>
                </a:solidFill>
                <a:latin typeface="Rockwell"/>
                <a:cs typeface="Rockwell"/>
              </a:rPr>
              <a:t>pra</a:t>
            </a:r>
            <a:r>
              <a:rPr lang="fr-CH" sz="2000" b="1" spc="-10" dirty="0" err="1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lang="fr-CH" sz="2000" b="1" spc="-15" dirty="0" err="1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lang="fr-CH" sz="2000" b="1" spc="-10" dirty="0" err="1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fr-CH" sz="2000" b="1" dirty="0" err="1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lang="fr-CH" sz="2000" b="1" dirty="0">
                <a:solidFill>
                  <a:srgbClr val="4D4D4D"/>
                </a:solidFill>
                <a:latin typeface="Rockwell"/>
                <a:cs typeface="Rockwell"/>
              </a:rPr>
              <a:t> Metho</a:t>
            </a:r>
            <a:r>
              <a:rPr lang="fr-CH" sz="2000" b="1" spc="5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lang="fr-CH" sz="2000" b="1" dirty="0">
                <a:solidFill>
                  <a:srgbClr val="4D4D4D"/>
                </a:solidFill>
                <a:latin typeface="Rockwell"/>
                <a:cs typeface="Rockwell"/>
              </a:rPr>
              <a:t>:</a:t>
            </a:r>
            <a:r>
              <a:rPr lang="fr-CH" sz="2000" b="1" spc="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Thi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lang="fr-CH"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involves</a:t>
            </a:r>
            <a:r>
              <a:rPr lang="fr-CH"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testing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2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lang="fr-CH"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fin</a:t>
            </a:r>
            <a:r>
              <a:rPr lang="fr-CH" sz="2000" spc="5" dirty="0" err="1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shed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5" dirty="0" err="1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lang="fr-CH" sz="2000" spc="-20" dirty="0" err="1">
                <a:solidFill>
                  <a:srgbClr val="4D4D4D"/>
                </a:solidFill>
                <a:latin typeface="Rockwell"/>
                <a:cs typeface="Rockwell"/>
              </a:rPr>
              <a:t>oduc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lang="fr-CH"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5" dirty="0" err="1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ll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de</a:t>
            </a:r>
            <a:r>
              <a:rPr lang="fr-CH" sz="2000" spc="5" dirty="0" err="1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en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lang="fr-CH"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lang="fr-CH" sz="2000" spc="-25" dirty="0">
                <a:solidFill>
                  <a:srgbClr val="4D4D4D"/>
                </a:solidFill>
                <a:latin typeface="Rockwell"/>
                <a:cs typeface="Rockwell"/>
              </a:rPr>
              <a:t>y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pe</a:t>
            </a:r>
            <a:r>
              <a:rPr lang="fr-CH"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f 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pr</a:t>
            </a:r>
            <a:r>
              <a:rPr lang="fr-CH" sz="2000" spc="-20" dirty="0" err="1">
                <a:solidFill>
                  <a:srgbClr val="4D4D4D"/>
                </a:solidFill>
                <a:latin typeface="Rockwell"/>
                <a:cs typeface="Rockwell"/>
              </a:rPr>
              <a:t>oduc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25" dirty="0" err="1">
                <a:solidFill>
                  <a:srgbClr val="4D4D4D"/>
                </a:solidFill>
                <a:latin typeface="Rockwell"/>
                <a:cs typeface="Rockwell"/>
              </a:rPr>
              <a:t>y</a:t>
            </a: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u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cre</a:t>
            </a: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ting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.</a:t>
            </a:r>
            <a:r>
              <a:rPr lang="fr-CH"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In</a:t>
            </a:r>
            <a:r>
              <a:rPr lang="fr-CH"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 ne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lang="fr-CH"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ptop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pr</a:t>
            </a: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ojec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,</a:t>
            </a:r>
            <a:r>
              <a:rPr lang="fr-CH"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some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tes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lang="fr-CH"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can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on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lang="fr-CH"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5" dirty="0" err="1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inished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produc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,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which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could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include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full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softw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re</a:t>
            </a:r>
            <a:r>
              <a:rPr lang="fr-CH"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diag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nostic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,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sh</a:t>
            </a:r>
            <a:r>
              <a:rPr lang="fr-CH" sz="2000" spc="5" dirty="0" err="1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kin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the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5" dirty="0" err="1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evice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,</a:t>
            </a:r>
            <a:r>
              <a:rPr lang="fr-CH"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lang="fr-CH"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so</a:t>
            </a:r>
            <a:r>
              <a:rPr lang="fr-CH"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on.</a:t>
            </a:r>
            <a:endParaRPr lang="fr-CH" sz="2000" dirty="0">
              <a:latin typeface="Rockwell"/>
              <a:cs typeface="Rockwell"/>
            </a:endParaRPr>
          </a:p>
          <a:p>
            <a:pPr marL="12700" marR="5080">
              <a:lnSpc>
                <a:spcPct val="120000"/>
              </a:lnSpc>
            </a:pPr>
            <a:endParaRPr lang="fr-CH" sz="2000" spc="-5" dirty="0">
              <a:solidFill>
                <a:srgbClr val="4D4D4D"/>
              </a:solidFill>
              <a:latin typeface="Rockwell"/>
              <a:cs typeface="Rockwell"/>
            </a:endParaRPr>
          </a:p>
          <a:p>
            <a:pPr marL="12700" marR="5080">
              <a:lnSpc>
                <a:spcPct val="120000"/>
              </a:lnSpc>
            </a:pP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No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let </a:t>
            </a:r>
            <a:r>
              <a:rPr lang="fr-CH" sz="2000" spc="-25" dirty="0">
                <a:solidFill>
                  <a:srgbClr val="4D4D4D"/>
                </a:solidFill>
                <a:latin typeface="Rockwell"/>
                <a:cs typeface="Rockwell"/>
              </a:rPr>
              <a:t>u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lang="fr-CH"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look</a:t>
            </a:r>
            <a:r>
              <a:rPr lang="fr-CH"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at</a:t>
            </a:r>
            <a:r>
              <a:rPr lang="fr-CH"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5" dirty="0" err="1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levator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5" dirty="0" err="1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lang="fr-CH" sz="2000" spc="-20" dirty="0" err="1">
                <a:solidFill>
                  <a:srgbClr val="4D4D4D"/>
                </a:solidFill>
                <a:latin typeface="Rockwell"/>
                <a:cs typeface="Rockwell"/>
              </a:rPr>
              <a:t>oduct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:</a:t>
            </a:r>
            <a:endParaRPr lang="fr-CH" sz="2000" dirty="0">
              <a:latin typeface="Rockwell"/>
              <a:cs typeface="Rockwell"/>
            </a:endParaRPr>
          </a:p>
          <a:p>
            <a:pPr>
              <a:spcBef>
                <a:spcPts val="34"/>
              </a:spcBef>
              <a:buClr>
                <a:srgbClr val="292929"/>
              </a:buClr>
              <a:buFont typeface="Wingdings"/>
              <a:buChar char=""/>
            </a:pPr>
            <a:endParaRPr lang="fr-CH" sz="2000" dirty="0">
              <a:latin typeface="Times New Roman"/>
              <a:cs typeface="Times New Roman"/>
            </a:endParaRPr>
          </a:p>
          <a:p>
            <a:pPr marL="756285" marR="5080" lvl="1" indent="-286385">
              <a:buClr>
                <a:srgbClr val="292929"/>
              </a:buClr>
              <a:buFont typeface="Wingdings"/>
              <a:buChar char=""/>
              <a:tabLst>
                <a:tab pos="756920" algn="l"/>
              </a:tabLst>
            </a:pP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Th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lang="fr-CH"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Technici</a:t>
            </a:r>
            <a:r>
              <a:rPr lang="fr-CH" sz="2000" spc="5" dirty="0" err="1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lang="fr-CH"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who</a:t>
            </a:r>
            <a:r>
              <a:rPr lang="fr-CH"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in</a:t>
            </a:r>
            <a:r>
              <a:rPr lang="fr-CH" sz="2000" spc="5" dirty="0" err="1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talls</a:t>
            </a:r>
            <a:r>
              <a:rPr lang="fr-CH"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lang="fr-CH"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elevato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co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uld</a:t>
            </a:r>
            <a:r>
              <a:rPr lang="fr-CH"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do</a:t>
            </a:r>
            <a:r>
              <a:rPr lang="fr-CH"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an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lang="fr-CH" sz="2000" spc="2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-P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oces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lang="fr-CH"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test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check</a:t>
            </a:r>
            <a:r>
              <a:rPr lang="fr-CH"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di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ffe</a:t>
            </a:r>
            <a:r>
              <a:rPr lang="fr-CH" sz="2000" spc="5" dirty="0" err="1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en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rts</a:t>
            </a:r>
            <a:r>
              <a:rPr lang="fr-CH"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f </a:t>
            </a:r>
            <a:r>
              <a:rPr lang="fr-CH" sz="2000" spc="-2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lang="fr-CH"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elevato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lang="fr-CH"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as</a:t>
            </a:r>
            <a:r>
              <a:rPr lang="fr-CH"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it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being</a:t>
            </a:r>
            <a:r>
              <a:rPr lang="fr-CH"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in</a:t>
            </a:r>
            <a:r>
              <a:rPr lang="fr-CH" sz="2000" spc="5" dirty="0" err="1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talled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.</a:t>
            </a:r>
            <a:endParaRPr lang="fr-CH" sz="2000" dirty="0">
              <a:latin typeface="Rockwell"/>
              <a:cs typeface="Rockwell"/>
            </a:endParaRPr>
          </a:p>
          <a:p>
            <a:pPr lvl="1">
              <a:spcBef>
                <a:spcPts val="36"/>
              </a:spcBef>
              <a:buClr>
                <a:srgbClr val="292929"/>
              </a:buClr>
              <a:buFont typeface="Wingdings"/>
              <a:buChar char=""/>
            </a:pPr>
            <a:endParaRPr lang="fr-CH" sz="2000" dirty="0">
              <a:latin typeface="Times New Roman"/>
              <a:cs typeface="Times New Roman"/>
            </a:endParaRPr>
          </a:p>
          <a:p>
            <a:pPr marL="756285" marR="99695" lvl="1" indent="-286385">
              <a:buClr>
                <a:srgbClr val="292929"/>
              </a:buClr>
              <a:buFont typeface="Wingdings"/>
              <a:buChar char=""/>
              <a:tabLst>
                <a:tab pos="756920" algn="l"/>
              </a:tabLst>
            </a:pP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Th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lang="fr-CH"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fety</a:t>
            </a:r>
            <a:r>
              <a:rPr lang="fr-CH"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pe</a:t>
            </a:r>
            <a:r>
              <a:rPr lang="fr-CH" sz="2000" spc="5" dirty="0" err="1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sons</a:t>
            </a:r>
            <a:r>
              <a:rPr lang="fr-CH"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5" dirty="0" err="1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ll</a:t>
            </a:r>
            <a:r>
              <a:rPr lang="fr-CH"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25" dirty="0">
                <a:solidFill>
                  <a:srgbClr val="4D4D4D"/>
                </a:solidFill>
                <a:latin typeface="Rockwell"/>
                <a:cs typeface="Rockwell"/>
              </a:rPr>
              <a:t>u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se</a:t>
            </a:r>
            <a:r>
              <a:rPr lang="fr-CH"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5" dirty="0" err="1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pp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al</a:t>
            </a:r>
            <a:r>
              <a:rPr lang="fr-CH" sz="2000" spc="-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Me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hod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,</a:t>
            </a:r>
            <a:r>
              <a:rPr lang="fr-CH"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as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they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5" dirty="0" err="1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lang="fr-CH" sz="2000" spc="-10" dirty="0" err="1">
                <a:solidFill>
                  <a:srgbClr val="4D4D4D"/>
                </a:solidFill>
                <a:latin typeface="Rockwell"/>
                <a:cs typeface="Rockwell"/>
              </a:rPr>
              <a:t>ll</a:t>
            </a:r>
            <a:r>
              <a:rPr lang="fr-CH"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look 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at</a:t>
            </a:r>
            <a:r>
              <a:rPr lang="fr-CH" sz="2000" spc="-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lang="fr-CH"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fin</a:t>
            </a:r>
            <a:r>
              <a:rPr lang="fr-CH" sz="2000" spc="5" dirty="0" err="1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lang="fr-CH" sz="2000" dirty="0" err="1">
                <a:solidFill>
                  <a:srgbClr val="4D4D4D"/>
                </a:solidFill>
                <a:latin typeface="Rockwell"/>
                <a:cs typeface="Rockwell"/>
              </a:rPr>
              <a:t>shed</a:t>
            </a:r>
            <a:r>
              <a:rPr lang="fr-CH"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z="2000" spc="-15" dirty="0" err="1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lang="fr-CH" sz="2000" spc="-5" dirty="0" err="1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lang="fr-CH" sz="2000" spc="-20" dirty="0" err="1">
                <a:solidFill>
                  <a:srgbClr val="4D4D4D"/>
                </a:solidFill>
                <a:latin typeface="Rockwell"/>
                <a:cs typeface="Rockwell"/>
              </a:rPr>
              <a:t>oduct</a:t>
            </a:r>
            <a:r>
              <a:rPr lang="fr-CH" sz="2000" spc="-10" dirty="0">
                <a:solidFill>
                  <a:srgbClr val="4D4D4D"/>
                </a:solidFill>
                <a:latin typeface="Rockwell"/>
                <a:cs typeface="Rockwell"/>
              </a:rPr>
              <a:t>.</a:t>
            </a:r>
            <a:endParaRPr lang="fr-CH" sz="2000" dirty="0">
              <a:latin typeface="Rockwell"/>
              <a:cs typeface="Rockwell"/>
            </a:endParaRPr>
          </a:p>
          <a:p>
            <a:pPr marL="12700" marR="5080">
              <a:lnSpc>
                <a:spcPct val="120000"/>
              </a:lnSpc>
            </a:pPr>
            <a:endParaRPr sz="2000" dirty="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0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Quality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Methods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90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99607" y="991015"/>
            <a:ext cx="11197652" cy="25853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2400" b="1" dirty="0">
                <a:solidFill>
                  <a:srgbClr val="3A3A3A"/>
                </a:solidFill>
                <a:latin typeface="Rockwell"/>
                <a:cs typeface="Rockwell"/>
              </a:rPr>
              <a:t>Qual</a:t>
            </a:r>
            <a:r>
              <a:rPr sz="2400" b="1" spc="-10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400" b="1" spc="-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b="1" dirty="0">
                <a:solidFill>
                  <a:srgbClr val="3A3A3A"/>
                </a:solidFill>
                <a:latin typeface="Rockwell"/>
                <a:cs typeface="Rockwell"/>
              </a:rPr>
              <a:t>y</a:t>
            </a:r>
            <a:r>
              <a:rPr sz="2400" b="1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b="1" dirty="0">
                <a:solidFill>
                  <a:srgbClr val="3A3A3A"/>
                </a:solidFill>
                <a:latin typeface="Rockwell"/>
                <a:cs typeface="Rockwell"/>
              </a:rPr>
              <a:t>Re</a:t>
            </a:r>
            <a:r>
              <a:rPr sz="2400" b="1" spc="-10" dirty="0">
                <a:solidFill>
                  <a:srgbClr val="3A3A3A"/>
                </a:solidFill>
                <a:latin typeface="Rockwell"/>
                <a:cs typeface="Rockwell"/>
              </a:rPr>
              <a:t>c</a:t>
            </a:r>
            <a:r>
              <a:rPr sz="2400" b="1" spc="-5" dirty="0">
                <a:solidFill>
                  <a:srgbClr val="3A3A3A"/>
                </a:solidFill>
                <a:latin typeface="Rockwell"/>
                <a:cs typeface="Rockwell"/>
              </a:rPr>
              <a:t>ord</a:t>
            </a:r>
            <a:r>
              <a:rPr sz="2400" b="1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b="1" spc="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75" dirty="0">
                <a:solidFill>
                  <a:srgbClr val="3A3A3A"/>
                </a:solidFill>
                <a:latin typeface="Rockwell"/>
                <a:cs typeface="Rockwell"/>
              </a:rPr>
              <a:t>ro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vide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6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vidence</a:t>
            </a:r>
            <a:r>
              <a:rPr sz="2400" spc="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that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eac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h 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8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oduc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ha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me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 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its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eq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ui</a:t>
            </a:r>
            <a:r>
              <a:rPr sz="2400" spc="-9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ements 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as</a:t>
            </a:r>
            <a:r>
              <a:rPr sz="24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eci</a:t>
            </a:r>
            <a:r>
              <a:rPr sz="2400" spc="1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ied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in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its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7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oduc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Desc</a:t>
            </a:r>
            <a:r>
              <a:rPr sz="2400" spc="3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ip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tion.</a:t>
            </a:r>
            <a:r>
              <a:rPr sz="2400" spc="-2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2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hes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9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eco</a:t>
            </a:r>
            <a:r>
              <a:rPr sz="2400" spc="-7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ds suppo</a:t>
            </a:r>
            <a:r>
              <a:rPr sz="2400" spc="3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t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ent</a:t>
            </a:r>
            <a:r>
              <a:rPr sz="2400" spc="4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ies  </a:t>
            </a:r>
            <a:r>
              <a:rPr sz="2400" spc="-25" dirty="0">
                <a:solidFill>
                  <a:srgbClr val="3A3A3A"/>
                </a:solidFill>
                <a:latin typeface="Rockwell"/>
                <a:cs typeface="Rockwell"/>
              </a:rPr>
              <a:t>m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de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in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Q</a:t>
            </a:r>
            <a:r>
              <a:rPr sz="2400" spc="-25" dirty="0">
                <a:solidFill>
                  <a:srgbClr val="3A3A3A"/>
                </a:solidFill>
                <a:latin typeface="Rockwell"/>
                <a:cs typeface="Rockwell"/>
              </a:rPr>
              <a:t>u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ity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Re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g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iste</a:t>
            </a:r>
            <a:r>
              <a:rPr sz="2400" spc="-12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,</a:t>
            </a:r>
            <a:r>
              <a:rPr sz="2400" spc="-16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as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Q</a:t>
            </a:r>
            <a:r>
              <a:rPr sz="2400" spc="-25" dirty="0">
                <a:solidFill>
                  <a:srgbClr val="3A3A3A"/>
                </a:solidFill>
                <a:latin typeface="Rockwell"/>
                <a:cs typeface="Rockwell"/>
              </a:rPr>
              <a:t>u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ity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Re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g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is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ter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j</a:t>
            </a:r>
            <a:r>
              <a:rPr sz="2400" spc="-25" dirty="0">
                <a:solidFill>
                  <a:srgbClr val="3A3A3A"/>
                </a:solidFill>
                <a:latin typeface="Rockwell"/>
                <a:cs typeface="Rockwell"/>
              </a:rPr>
              <a:t>u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st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75" dirty="0">
                <a:solidFill>
                  <a:srgbClr val="3A3A3A"/>
                </a:solidFill>
                <a:latin typeface="Rockwell"/>
                <a:cs typeface="Rockwell"/>
              </a:rPr>
              <a:t>ro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vides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65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2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y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hi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g</a:t>
            </a:r>
            <a:r>
              <a:rPr sz="2400" spc="30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- l</a:t>
            </a:r>
            <a:r>
              <a:rPr sz="2400" spc="-6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-65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l </a:t>
            </a:r>
            <a:r>
              <a:rPr sz="2400" spc="-7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spc="-65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2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vi</a:t>
            </a:r>
            <a:r>
              <a:rPr sz="2400" spc="-4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z="2400" spc="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a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c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spc="-4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vities.</a:t>
            </a:r>
            <a:r>
              <a:rPr sz="2400" spc="-16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5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e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x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am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pl</a:t>
            </a:r>
            <a:r>
              <a:rPr sz="2400" spc="-3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,</a:t>
            </a:r>
            <a:r>
              <a:rPr sz="2400" spc="-16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these</a:t>
            </a:r>
            <a:r>
              <a:rPr sz="2400" spc="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Q</a:t>
            </a:r>
            <a:r>
              <a:rPr sz="2400" spc="-25" dirty="0">
                <a:solidFill>
                  <a:srgbClr val="3A3A3A"/>
                </a:solidFill>
                <a:latin typeface="Rockwell"/>
                <a:cs typeface="Rockwell"/>
              </a:rPr>
              <a:t>u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ity</a:t>
            </a:r>
            <a:r>
              <a:rPr sz="24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Reco</a:t>
            </a:r>
            <a:r>
              <a:rPr sz="2400" spc="-6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ds 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75" dirty="0">
                <a:solidFill>
                  <a:srgbClr val="3A3A3A"/>
                </a:solidFill>
                <a:latin typeface="Rockwell"/>
                <a:cs typeface="Rockwell"/>
              </a:rPr>
              <a:t>ro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vide </a:t>
            </a:r>
            <a:r>
              <a:rPr sz="2400" spc="-6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vidence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7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(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1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) </a:t>
            </a:r>
            <a:r>
              <a:rPr sz="2400" spc="-45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ap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75" dirty="0">
                <a:solidFill>
                  <a:srgbClr val="3A3A3A"/>
                </a:solidFill>
                <a:latin typeface="Rockwell"/>
                <a:cs typeface="Rockwell"/>
              </a:rPr>
              <a:t>ro</a:t>
            </a:r>
            <a:r>
              <a:rPr sz="2400" spc="-65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 </a:t>
            </a:r>
            <a:r>
              <a:rPr sz="2400" spc="-50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hat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,</a:t>
            </a:r>
            <a:r>
              <a:rPr sz="2400" spc="-16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(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2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) the </a:t>
            </a:r>
            <a:r>
              <a:rPr sz="2400" spc="-9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epo</a:t>
            </a:r>
            <a:r>
              <a:rPr sz="2400" spc="3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ts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and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audits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that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h</a:t>
            </a:r>
            <a:r>
              <a:rPr sz="2400" spc="-3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spc="-65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ta</a:t>
            </a:r>
            <a:r>
              <a:rPr sz="2400" spc="-65" dirty="0">
                <a:solidFill>
                  <a:srgbClr val="3A3A3A"/>
                </a:solidFill>
                <a:latin typeface="Rockwell"/>
                <a:cs typeface="Rockwell"/>
              </a:rPr>
              <a:t>k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n 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place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 and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(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3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)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spc="-25" dirty="0">
                <a:solidFill>
                  <a:srgbClr val="3A3A3A"/>
                </a:solidFill>
                <a:latin typeface="Rockwell"/>
                <a:cs typeface="Rockwell"/>
              </a:rPr>
              <a:t>u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dit </a:t>
            </a:r>
            <a:r>
              <a:rPr sz="2400" spc="-9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epo</a:t>
            </a:r>
            <a:r>
              <a:rPr sz="2400" spc="3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ts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to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400" spc="-8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that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p</a:t>
            </a:r>
            <a:r>
              <a:rPr sz="2400" spc="-7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oduct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400" spc="-3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spc="-65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me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 s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eci</a:t>
            </a:r>
            <a:r>
              <a:rPr sz="2400" spc="1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ic Q</a:t>
            </a:r>
            <a:r>
              <a:rPr sz="2400" spc="-25" dirty="0">
                <a:solidFill>
                  <a:srgbClr val="3A3A3A"/>
                </a:solidFill>
                <a:latin typeface="Rockwell"/>
                <a:cs typeface="Rockwell"/>
              </a:rPr>
              <a:t>u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ity</a:t>
            </a:r>
            <a:r>
              <a:rPr sz="2400" spc="-4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c</a:t>
            </a:r>
            <a:r>
              <a:rPr sz="2400" spc="2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ite</a:t>
            </a:r>
            <a:r>
              <a:rPr sz="2400" spc="2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pc="-10" dirty="0">
                <a:solidFill>
                  <a:srgbClr val="3A3A3A"/>
                </a:solidFill>
                <a:latin typeface="Rockwell"/>
                <a:cs typeface="Rockwell"/>
              </a:rPr>
              <a:t>.</a:t>
            </a:r>
            <a:endParaRPr dirty="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0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Quality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Records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409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0" y="15915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Application of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quality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theme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  <p:pic>
        <p:nvPicPr>
          <p:cNvPr id="3" name="Immagine 2" descr="Immagine che contiene screenshot&#10;&#10;Descrizione generata automaticamente">
            <a:extLst>
              <a:ext uri="{FF2B5EF4-FFF2-40B4-BE49-F238E27FC236}">
                <a16:creationId xmlns:a16="http://schemas.microsoft.com/office/drawing/2014/main" id="{DCC7117C-A553-455C-860D-14E26A242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5" y="719091"/>
            <a:ext cx="5167566" cy="572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05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62200" y="689352"/>
            <a:ext cx="10515600" cy="67710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5" dirty="0">
                <a:latin typeface="Times New Roman"/>
                <a:cs typeface="Times New Roman"/>
              </a:rPr>
              <a:t>Quali</a:t>
            </a:r>
            <a:r>
              <a:rPr spc="-5" dirty="0">
                <a:latin typeface="Times New Roman"/>
                <a:cs typeface="Times New Roman"/>
              </a:rPr>
              <a:t>t</a:t>
            </a:r>
            <a:r>
              <a:rPr spc="-15" dirty="0">
                <a:latin typeface="Times New Roman"/>
                <a:cs typeface="Times New Roman"/>
              </a:rPr>
              <a:t>y</a:t>
            </a:r>
          </a:p>
        </p:txBody>
      </p:sp>
      <p:sp>
        <p:nvSpPr>
          <p:cNvPr id="5" name="object 5"/>
          <p:cNvSpPr/>
          <p:nvPr/>
        </p:nvSpPr>
        <p:spPr>
          <a:xfrm>
            <a:off x="1847850" y="836612"/>
            <a:ext cx="8280400" cy="5016500"/>
          </a:xfrm>
          <a:custGeom>
            <a:avLst/>
            <a:gdLst/>
            <a:ahLst/>
            <a:cxnLst/>
            <a:rect l="l" t="t" r="r" b="b"/>
            <a:pathLst>
              <a:path w="8280400" h="5016500">
                <a:moveTo>
                  <a:pt x="0" y="5016500"/>
                </a:moveTo>
                <a:lnTo>
                  <a:pt x="8280400" y="5016500"/>
                </a:lnTo>
                <a:lnTo>
                  <a:pt x="8280400" y="0"/>
                </a:lnTo>
                <a:lnTo>
                  <a:pt x="0" y="0"/>
                </a:lnTo>
                <a:lnTo>
                  <a:pt x="0" y="501650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2537" y="836612"/>
            <a:ext cx="11039751" cy="5009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2000" b="1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000" b="1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b="1" dirty="0">
                <a:solidFill>
                  <a:srgbClr val="3A3A3A"/>
                </a:solidFill>
                <a:latin typeface="Rockwell"/>
                <a:cs typeface="Rockwell"/>
              </a:rPr>
              <a:t>PRI</a:t>
            </a:r>
            <a:r>
              <a:rPr sz="2000" b="1" spc="-10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b="1" dirty="0">
                <a:solidFill>
                  <a:srgbClr val="3A3A3A"/>
                </a:solidFill>
                <a:latin typeface="Rockwell"/>
                <a:cs typeface="Rockwell"/>
              </a:rPr>
              <a:t>C</a:t>
            </a:r>
            <a:r>
              <a:rPr sz="2000" b="1" spc="-1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b="1" dirty="0">
                <a:solidFill>
                  <a:srgbClr val="3A3A3A"/>
                </a:solidFill>
                <a:latin typeface="Rockwell"/>
                <a:cs typeface="Rockwell"/>
              </a:rPr>
              <a:t>2</a:t>
            </a:r>
            <a:r>
              <a:rPr sz="2000" b="1" spc="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b="1" dirty="0">
                <a:solidFill>
                  <a:srgbClr val="3A3A3A"/>
                </a:solidFill>
                <a:latin typeface="Rockwell"/>
                <a:cs typeface="Rockwell"/>
              </a:rPr>
              <a:t>q</a:t>
            </a:r>
            <a:r>
              <a:rPr sz="2000" b="1" spc="-10" dirty="0">
                <a:solidFill>
                  <a:srgbClr val="3A3A3A"/>
                </a:solidFill>
                <a:latin typeface="Rockwell"/>
                <a:cs typeface="Rockwell"/>
              </a:rPr>
              <a:t>u</a:t>
            </a:r>
            <a:r>
              <a:rPr sz="2000" b="1" dirty="0">
                <a:solidFill>
                  <a:srgbClr val="3A3A3A"/>
                </a:solidFill>
                <a:latin typeface="Rockwell"/>
                <a:cs typeface="Rockwell"/>
              </a:rPr>
              <a:t>al</a:t>
            </a:r>
            <a:r>
              <a:rPr sz="2000" b="1" spc="-10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000" b="1" spc="-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b="1" dirty="0">
                <a:solidFill>
                  <a:srgbClr val="3A3A3A"/>
                </a:solidFill>
                <a:latin typeface="Rockwell"/>
                <a:cs typeface="Rockwell"/>
              </a:rPr>
              <a:t>y </a:t>
            </a:r>
            <a:r>
              <a:rPr sz="2000" b="1" spc="-5" dirty="0">
                <a:solidFill>
                  <a:srgbClr val="3A3A3A"/>
                </a:solidFill>
                <a:latin typeface="Rockwell"/>
                <a:cs typeface="Rockwell"/>
              </a:rPr>
              <a:t>re</a:t>
            </a:r>
            <a:r>
              <a:rPr sz="2000" b="1" spc="5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000" b="1" dirty="0">
                <a:solidFill>
                  <a:srgbClr val="3A3A3A"/>
                </a:solidFill>
                <a:latin typeface="Rockwell"/>
                <a:cs typeface="Rockwell"/>
              </a:rPr>
              <a:t>iew</a:t>
            </a:r>
            <a:r>
              <a:rPr sz="2000" b="1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b="1" spc="-5" dirty="0">
                <a:solidFill>
                  <a:srgbClr val="3A3A3A"/>
                </a:solidFill>
                <a:latin typeface="Rockwell"/>
                <a:cs typeface="Rockwell"/>
              </a:rPr>
              <a:t>tec</a:t>
            </a:r>
            <a:r>
              <a:rPr sz="2000" b="1" spc="-10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000" b="1" dirty="0">
                <a:solidFill>
                  <a:srgbClr val="3A3A3A"/>
                </a:solidFill>
                <a:latin typeface="Rockwell"/>
                <a:cs typeface="Rockwell"/>
              </a:rPr>
              <a:t>ni</a:t>
            </a:r>
            <a:r>
              <a:rPr sz="2000" b="1" spc="-10" dirty="0">
                <a:solidFill>
                  <a:srgbClr val="3A3A3A"/>
                </a:solidFill>
                <a:latin typeface="Rockwell"/>
                <a:cs typeface="Rockwell"/>
              </a:rPr>
              <a:t>q</a:t>
            </a:r>
            <a:r>
              <a:rPr sz="2000" b="1" dirty="0">
                <a:solidFill>
                  <a:srgbClr val="3A3A3A"/>
                </a:solidFill>
                <a:latin typeface="Rockwell"/>
                <a:cs typeface="Rockwell"/>
              </a:rPr>
              <a:t>ue</a:t>
            </a:r>
            <a:r>
              <a:rPr sz="2000" b="1" spc="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is u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to as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es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 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duct agai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ns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set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qu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lity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cr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teri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,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wor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k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well for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 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ocument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walkthrough</a:t>
            </a:r>
            <a:r>
              <a:rPr sz="2000" spc="-5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lysis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te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 result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.</a:t>
            </a:r>
            <a:endParaRPr sz="2000" dirty="0">
              <a:latin typeface="Rockwell"/>
              <a:cs typeface="Rockwell"/>
            </a:endParaRPr>
          </a:p>
          <a:p>
            <a:pPr>
              <a:spcBef>
                <a:spcPts val="42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167640"/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qu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lity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techni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qu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co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fi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m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spc="-3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that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pr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duct</a:t>
            </a:r>
            <a:r>
              <a:rPr sz="20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is com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lete, r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ady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for ap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 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it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can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be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basel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placed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under ch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ng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co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trol.</a:t>
            </a:r>
            <a:endParaRPr sz="2000" dirty="0">
              <a:latin typeface="Rockwell"/>
              <a:cs typeface="Rockwell"/>
            </a:endParaRPr>
          </a:p>
          <a:p>
            <a:pPr marL="317500" marR="549275" indent="-304800">
              <a:lnSpc>
                <a:spcPts val="4800"/>
              </a:lnSpc>
              <a:spcBef>
                <a:spcPts val="560"/>
              </a:spcBef>
            </a:pP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qu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lity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techni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qu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co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si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llowi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g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three 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teps </a:t>
            </a:r>
            <a:endParaRPr lang="fr-CH" sz="2000" dirty="0">
              <a:solidFill>
                <a:srgbClr val="3A3A3A"/>
              </a:solidFill>
              <a:latin typeface="Rockwell"/>
              <a:cs typeface="Rockwell"/>
            </a:endParaRPr>
          </a:p>
          <a:p>
            <a:pPr marL="317500" marR="549275" indent="-304800">
              <a:lnSpc>
                <a:spcPts val="4800"/>
              </a:lnSpc>
              <a:spcBef>
                <a:spcPts val="560"/>
              </a:spcBef>
            </a:pP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epa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for Quality</a:t>
            </a:r>
            <a:r>
              <a:rPr sz="20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Re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iew</a:t>
            </a:r>
            <a:endParaRPr lang="fr-CH" sz="2000" dirty="0">
              <a:latin typeface="Rockwell"/>
              <a:cs typeface="Rockwell"/>
            </a:endParaRPr>
          </a:p>
          <a:p>
            <a:pPr marL="317500" marR="549275" indent="-304800">
              <a:lnSpc>
                <a:spcPts val="4800"/>
              </a:lnSpc>
              <a:spcBef>
                <a:spcPts val="560"/>
              </a:spcBef>
            </a:pP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Conduct</a:t>
            </a:r>
            <a:r>
              <a:rPr sz="20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Qua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ity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Re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iew </a:t>
            </a:r>
            <a:endParaRPr lang="fr-CH" sz="2000" dirty="0">
              <a:solidFill>
                <a:srgbClr val="3A3A3A"/>
              </a:solidFill>
              <a:latin typeface="Rockwell"/>
              <a:cs typeface="Rockwell"/>
            </a:endParaRPr>
          </a:p>
          <a:p>
            <a:pPr marL="317500" marR="549275" indent="-304800">
              <a:lnSpc>
                <a:spcPts val="4800"/>
              </a:lnSpc>
              <a:spcBef>
                <a:spcPts val="560"/>
              </a:spcBef>
            </a:pP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m</a:t>
            </a:r>
            <a:r>
              <a:rPr sz="20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Qua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ity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Re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iew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endParaRPr lang="fr-CH" sz="2000" spc="-20" dirty="0">
              <a:solidFill>
                <a:srgbClr val="3A3A3A"/>
              </a:solidFill>
              <a:latin typeface="Rockwell"/>
              <a:cs typeface="Rockwell"/>
            </a:endParaRPr>
          </a:p>
          <a:p>
            <a:pPr marL="317500" marR="549275" indent="-304800">
              <a:lnSpc>
                <a:spcPts val="4800"/>
              </a:lnSpc>
              <a:spcBef>
                <a:spcPts val="560"/>
              </a:spcBef>
            </a:pP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Foll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w -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up</a:t>
            </a:r>
            <a:endParaRPr sz="2000" dirty="0">
              <a:latin typeface="Rockwell"/>
              <a:cs typeface="Rockwel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1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3"/>
          <p:cNvSpPr/>
          <p:nvPr/>
        </p:nvSpPr>
        <p:spPr>
          <a:xfrm>
            <a:off x="0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Quality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Review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Technique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67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99388" y="911097"/>
            <a:ext cx="11347553" cy="4955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/>
            <a:r>
              <a:rPr sz="1600" b="1" spc="-15" dirty="0">
                <a:latin typeface="Rockwell" charset="0"/>
                <a:ea typeface="Rockwell" charset="0"/>
                <a:cs typeface="Rockwell" charset="0"/>
              </a:rPr>
              <a:t>Co</a:t>
            </a:r>
            <a:r>
              <a:rPr sz="1600" b="1" spc="75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1600" b="1" spc="-10" dirty="0">
                <a:latin typeface="Rockwell" charset="0"/>
                <a:ea typeface="Rockwell" charset="0"/>
                <a:cs typeface="Rockwell" charset="0"/>
              </a:rPr>
              <a:t>pora</a:t>
            </a:r>
            <a:r>
              <a:rPr sz="1600" b="1" spc="-15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sz="1600" b="1" spc="-10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sz="1600" b="1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b="1" spc="-20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sz="1600" b="1" spc="-10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1600" b="1" spc="-15" dirty="0">
                <a:latin typeface="Rockwell" charset="0"/>
                <a:ea typeface="Rockwell" charset="0"/>
                <a:cs typeface="Rockwell" charset="0"/>
              </a:rPr>
              <a:t> P</a:t>
            </a:r>
            <a:r>
              <a:rPr sz="1600" b="1" spc="-5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1600" b="1" spc="-15" dirty="0">
                <a:latin typeface="Rockwell" charset="0"/>
                <a:ea typeface="Rockwell" charset="0"/>
                <a:cs typeface="Rockwell" charset="0"/>
              </a:rPr>
              <a:t>ogr</a:t>
            </a:r>
            <a:r>
              <a:rPr sz="1600" b="1" spc="-5" dirty="0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sz="1600" b="1" spc="-20" dirty="0">
                <a:latin typeface="Rockwell" charset="0"/>
                <a:ea typeface="Rockwell" charset="0"/>
                <a:cs typeface="Rockwell" charset="0"/>
              </a:rPr>
              <a:t>m</a:t>
            </a:r>
            <a:r>
              <a:rPr sz="1600" b="1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b="1" spc="-15" dirty="0">
                <a:latin typeface="Rockwell" charset="0"/>
                <a:ea typeface="Rockwell" charset="0"/>
                <a:cs typeface="Rockwell" charset="0"/>
              </a:rPr>
              <a:t>Mana</a:t>
            </a:r>
            <a:r>
              <a:rPr sz="1600" b="1" spc="-45" dirty="0">
                <a:latin typeface="Rockwell" charset="0"/>
                <a:ea typeface="Rockwell" charset="0"/>
                <a:cs typeface="Rockwell" charset="0"/>
              </a:rPr>
              <a:t>g</a:t>
            </a:r>
            <a:r>
              <a:rPr sz="1600" b="1" spc="-15" dirty="0">
                <a:latin typeface="Rockwell" charset="0"/>
                <a:ea typeface="Rockwell" charset="0"/>
                <a:cs typeface="Rockwell" charset="0"/>
              </a:rPr>
              <a:t>ement</a:t>
            </a:r>
            <a:endParaRPr sz="1600" dirty="0">
              <a:latin typeface="Rockwell" charset="0"/>
              <a:ea typeface="Rockwell" charset="0"/>
              <a:cs typeface="Rockwell" charset="0"/>
            </a:endParaRPr>
          </a:p>
          <a:p>
            <a:pPr>
              <a:spcBef>
                <a:spcPts val="22"/>
              </a:spcBef>
            </a:pPr>
            <a:endParaRPr sz="1650" dirty="0">
              <a:latin typeface="Rockwell" charset="0"/>
              <a:ea typeface="Rockwell" charset="0"/>
              <a:cs typeface="Rockwell" charset="0"/>
            </a:endParaRPr>
          </a:p>
          <a:p>
            <a:pPr marL="12700" marR="5080"/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P</a:t>
            </a:r>
            <a:r>
              <a:rPr sz="1600" spc="-80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1600" spc="-75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vide</a:t>
            </a:r>
            <a:r>
              <a:rPr sz="1600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de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ails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f 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th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Co</a:t>
            </a:r>
            <a:r>
              <a:rPr sz="1600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po</a:t>
            </a:r>
            <a:r>
              <a:rPr sz="1600" spc="-60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ate</a:t>
            </a:r>
            <a:r>
              <a:rPr sz="1600" spc="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r </a:t>
            </a:r>
            <a:r>
              <a:rPr sz="1600" spc="-20" dirty="0">
                <a:latin typeface="Rockwell" charset="0"/>
                <a:ea typeface="Rockwell" charset="0"/>
                <a:cs typeface="Rockwell" charset="0"/>
              </a:rPr>
              <a:t>P</a:t>
            </a:r>
            <a:r>
              <a:rPr sz="1600" spc="-80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og</a:t>
            </a:r>
            <a:r>
              <a:rPr sz="1600" spc="-60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am</a:t>
            </a:r>
            <a:r>
              <a:rPr sz="1600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Quality</a:t>
            </a:r>
            <a:r>
              <a:rPr sz="1600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Mana</a:t>
            </a:r>
            <a:r>
              <a:rPr sz="1600" spc="-45" dirty="0">
                <a:latin typeface="Rockwell" charset="0"/>
                <a:ea typeface="Rockwell" charset="0"/>
                <a:cs typeface="Rockwell" charset="0"/>
              </a:rPr>
              <a:t>g</a:t>
            </a:r>
            <a:r>
              <a:rPr sz="1600" spc="-20" dirty="0">
                <a:latin typeface="Rockwell" charset="0"/>
                <a:ea typeface="Rockwell" charset="0"/>
                <a:cs typeface="Rockwell" charset="0"/>
              </a:rPr>
              <a:t>eme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n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System.</a:t>
            </a:r>
            <a:r>
              <a:rPr sz="1600" spc="-1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(</a:t>
            </a:r>
            <a:r>
              <a:rPr sz="1600" spc="5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h</a:t>
            </a:r>
            <a:r>
              <a:rPr sz="1600" spc="-80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y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in</a:t>
            </a:r>
            <a:r>
              <a:rPr sz="1600" spc="25" dirty="0">
                <a:latin typeface="Rockwell" charset="0"/>
                <a:ea typeface="Rockwell" charset="0"/>
                <a:cs typeface="Rockwell" charset="0"/>
              </a:rPr>
              <a:t>f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sz="1600" spc="-20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m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 the p</a:t>
            </a:r>
            <a:r>
              <a:rPr sz="1600" spc="-85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oje</a:t>
            </a:r>
            <a:r>
              <a:rPr sz="1600" spc="-20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sz="1600" spc="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ab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ou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sz="1600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25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x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isting</a:t>
            </a:r>
            <a:r>
              <a:rPr sz="1600" spc="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Quality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systems</a:t>
            </a:r>
            <a:r>
              <a:rPr sz="1600" spc="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in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p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la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1600" spc="-55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.)</a:t>
            </a:r>
            <a:endParaRPr sz="1600" dirty="0">
              <a:latin typeface="Rockwell" charset="0"/>
              <a:ea typeface="Rockwell" charset="0"/>
              <a:cs typeface="Rockwell" charset="0"/>
            </a:endParaRPr>
          </a:p>
          <a:p>
            <a:pPr marL="12700"/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P</a:t>
            </a:r>
            <a:r>
              <a:rPr sz="1600" spc="-85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1600" spc="-75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vide</a:t>
            </a:r>
            <a:r>
              <a:rPr sz="16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Quality</a:t>
            </a:r>
            <a:r>
              <a:rPr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Assu</a:t>
            </a:r>
            <a:r>
              <a:rPr sz="1600" spc="-60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an</a:t>
            </a:r>
            <a:r>
              <a:rPr sz="1600" spc="-20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to</a:t>
            </a:r>
            <a:r>
              <a:rPr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sz="1600" spc="-20" dirty="0">
                <a:latin typeface="Rockwell" charset="0"/>
                <a:ea typeface="Rockwell" charset="0"/>
                <a:cs typeface="Rockwell" charset="0"/>
              </a:rPr>
              <a:t>h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p</a:t>
            </a:r>
            <a:r>
              <a:rPr sz="1600" spc="-85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oj</a:t>
            </a:r>
            <a:r>
              <a:rPr sz="1600" spc="-20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.</a:t>
            </a:r>
            <a:endParaRPr lang="fr-CH" sz="1600" spc="-5" dirty="0">
              <a:latin typeface="Rockwell" charset="0"/>
              <a:ea typeface="Rockwell" charset="0"/>
              <a:cs typeface="Rockwell" charset="0"/>
            </a:endParaRPr>
          </a:p>
          <a:p>
            <a:pPr marL="12700"/>
            <a:endParaRPr lang="fr-CH" sz="1600" spc="-5" dirty="0">
              <a:latin typeface="Rockwell" charset="0"/>
              <a:ea typeface="Rockwell" charset="0"/>
              <a:cs typeface="Rockwell" charset="0"/>
            </a:endParaRPr>
          </a:p>
          <a:p>
            <a:pPr marL="12700"/>
            <a:r>
              <a:rPr lang="fr-CH" sz="1600" b="1" spc="-10" dirty="0" err="1">
                <a:latin typeface="Rockwell" charset="0"/>
                <a:ea typeface="Rockwell" charset="0"/>
                <a:cs typeface="Rockwell" charset="0"/>
              </a:rPr>
              <a:t>Execu</a:t>
            </a:r>
            <a:r>
              <a:rPr lang="fr-CH" sz="1600" b="1" spc="-20" dirty="0" err="1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lang="fr-CH" sz="1600" b="1" spc="-5" dirty="0" err="1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sz="1600" b="1" spc="-50" dirty="0" err="1">
                <a:latin typeface="Rockwell" charset="0"/>
                <a:ea typeface="Rockwell" charset="0"/>
                <a:cs typeface="Rockwell" charset="0"/>
              </a:rPr>
              <a:t>v</a:t>
            </a:r>
            <a:r>
              <a:rPr lang="fr-CH" sz="1600" b="1" spc="-10" dirty="0" err="1">
                <a:latin typeface="Rockwell" charset="0"/>
                <a:ea typeface="Rockwell" charset="0"/>
                <a:cs typeface="Rockwell" charset="0"/>
              </a:rPr>
              <a:t>e</a:t>
            </a:r>
            <a:endParaRPr lang="fr-CH" sz="1600" dirty="0">
              <a:latin typeface="Rockwell" charset="0"/>
              <a:ea typeface="Rockwell" charset="0"/>
              <a:cs typeface="Rockwell" charset="0"/>
            </a:endParaRPr>
          </a:p>
          <a:p>
            <a:pPr>
              <a:spcBef>
                <a:spcPts val="22"/>
              </a:spcBef>
            </a:pPr>
            <a:endParaRPr lang="fr-CH" sz="1650" dirty="0">
              <a:latin typeface="Rockwell" charset="0"/>
              <a:ea typeface="Rockwell" charset="0"/>
              <a:cs typeface="Rockwell" charset="0"/>
            </a:endParaRPr>
          </a:p>
          <a:p>
            <a:pPr marL="12700" marR="29209"/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They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can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lang="fr-CH" sz="1600" dirty="0" err="1">
                <a:latin typeface="Rockwell" charset="0"/>
                <a:ea typeface="Rockwell" charset="0"/>
                <a:cs typeface="Rockwell" charset="0"/>
              </a:rPr>
              <a:t>l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so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approve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lang="fr-CH"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Project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Produ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ct</a:t>
            </a:r>
            <a:r>
              <a:rPr lang="fr-CH"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Descript</a:t>
            </a:r>
            <a:r>
              <a:rPr lang="fr-CH" sz="1600" dirty="0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on</a:t>
            </a:r>
            <a:r>
              <a:rPr lang="fr-CH" sz="1600" spc="-15" dirty="0">
                <a:latin typeface="Rockwell" charset="0"/>
                <a:ea typeface="Rockwell" charset="0"/>
                <a:cs typeface="Rockwell" charset="0"/>
              </a:rPr>
              <a:t> &amp;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Quality</a:t>
            </a:r>
            <a:r>
              <a:rPr lang="fr-CH" sz="1600" spc="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Management</a:t>
            </a:r>
            <a:r>
              <a:rPr lang="fr-CH"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Strategy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30" dirty="0" err="1">
                <a:latin typeface="Rockwell" charset="0"/>
                <a:ea typeface="Rockwell" charset="0"/>
                <a:cs typeface="Rockwell" charset="0"/>
              </a:rPr>
              <a:t>w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ith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lang="fr-CH"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Sen</a:t>
            </a:r>
            <a:r>
              <a:rPr lang="fr-CH" sz="1600" dirty="0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or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Use</a:t>
            </a:r>
            <a:r>
              <a:rPr lang="fr-CH" sz="1600" spc="-95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.</a:t>
            </a:r>
            <a:endParaRPr lang="fr-CH" sz="1600" dirty="0">
              <a:latin typeface="Rockwell" charset="0"/>
              <a:ea typeface="Rockwell" charset="0"/>
              <a:cs typeface="Rockwell" charset="0"/>
            </a:endParaRPr>
          </a:p>
          <a:p>
            <a:pPr>
              <a:spcBef>
                <a:spcPts val="22"/>
              </a:spcBef>
            </a:pPr>
            <a:endParaRPr lang="fr-CH" sz="1650" dirty="0">
              <a:latin typeface="Rockwell" charset="0"/>
              <a:ea typeface="Rockwell" charset="0"/>
              <a:cs typeface="Rockwell" charset="0"/>
            </a:endParaRPr>
          </a:p>
          <a:p>
            <a:pPr marL="12700"/>
            <a:r>
              <a:rPr lang="fr-CH" sz="1600" b="1" spc="-10" dirty="0">
                <a:latin typeface="Rockwell" charset="0"/>
                <a:ea typeface="Rockwell" charset="0"/>
                <a:cs typeface="Rockwell" charset="0"/>
              </a:rPr>
              <a:t>Senior</a:t>
            </a:r>
            <a:r>
              <a:rPr lang="fr-CH" sz="1600" b="1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b="1" spc="-15" dirty="0">
                <a:latin typeface="Rockwell" charset="0"/>
                <a:ea typeface="Rockwell" charset="0"/>
                <a:cs typeface="Rockwell" charset="0"/>
              </a:rPr>
              <a:t>Su</a:t>
            </a:r>
            <a:r>
              <a:rPr lang="fr-CH" sz="1600" b="1" spc="-20" dirty="0">
                <a:latin typeface="Rockwell" charset="0"/>
                <a:ea typeface="Rockwell" charset="0"/>
                <a:cs typeface="Rockwell" charset="0"/>
              </a:rPr>
              <a:t>p</a:t>
            </a:r>
            <a:r>
              <a:rPr lang="fr-CH" sz="1600" b="1" spc="-10" dirty="0">
                <a:latin typeface="Rockwell" charset="0"/>
                <a:ea typeface="Rockwell" charset="0"/>
                <a:cs typeface="Rockwell" charset="0"/>
              </a:rPr>
              <a:t>plier</a:t>
            </a:r>
            <a:endParaRPr lang="fr-CH" sz="1600" dirty="0">
              <a:latin typeface="Rockwell" charset="0"/>
              <a:ea typeface="Rockwell" charset="0"/>
              <a:cs typeface="Rockwell" charset="0"/>
            </a:endParaRPr>
          </a:p>
          <a:p>
            <a:pPr>
              <a:spcBef>
                <a:spcPts val="22"/>
              </a:spcBef>
            </a:pPr>
            <a:endParaRPr lang="fr-CH" sz="1650" dirty="0">
              <a:latin typeface="Rockwell" charset="0"/>
              <a:ea typeface="Rockwell" charset="0"/>
              <a:cs typeface="Rockwell" charset="0"/>
            </a:endParaRPr>
          </a:p>
          <a:p>
            <a:pPr marL="12700"/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Provide</a:t>
            </a:r>
            <a:r>
              <a:rPr lang="fr-CH" sz="16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resources</a:t>
            </a:r>
            <a:r>
              <a:rPr lang="fr-CH"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to</a:t>
            </a:r>
            <a:r>
              <a:rPr lang="fr-CH"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undertake</a:t>
            </a:r>
            <a:r>
              <a:rPr lang="fr-CH" sz="1600" spc="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supp</a:t>
            </a:r>
            <a:r>
              <a:rPr lang="fr-CH" sz="1600" dirty="0">
                <a:latin typeface="Rockwell" charset="0"/>
                <a:ea typeface="Rockwell" charset="0"/>
                <a:cs typeface="Rockwell" charset="0"/>
              </a:rPr>
              <a:t>l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ier</a:t>
            </a:r>
            <a:r>
              <a:rPr lang="fr-CH" sz="1600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25" dirty="0" err="1">
                <a:latin typeface="Rockwell" charset="0"/>
                <a:ea typeface="Rockwell" charset="0"/>
                <a:cs typeface="Rockwell" charset="0"/>
              </a:rPr>
              <a:t>Q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uality</a:t>
            </a:r>
            <a:r>
              <a:rPr lang="fr-CH"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activities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.</a:t>
            </a:r>
            <a:endParaRPr lang="fr-CH" sz="1600" dirty="0">
              <a:latin typeface="Rockwell" charset="0"/>
              <a:ea typeface="Rockwell" charset="0"/>
              <a:cs typeface="Rockwell" charset="0"/>
            </a:endParaRPr>
          </a:p>
          <a:p>
            <a:pPr marL="12700"/>
            <a:endParaRPr sz="1600" dirty="0">
              <a:latin typeface="Rockwell"/>
              <a:cs typeface="Rockwell"/>
            </a:endParaRPr>
          </a:p>
          <a:p>
            <a:pPr marL="12700"/>
            <a:r>
              <a:rPr sz="1600" b="1" spc="-10" dirty="0">
                <a:latin typeface="Rockwell"/>
                <a:cs typeface="Rockwell"/>
              </a:rPr>
              <a:t>Senior</a:t>
            </a:r>
            <a:r>
              <a:rPr sz="1600" b="1" spc="-20" dirty="0">
                <a:latin typeface="Rockwell"/>
                <a:cs typeface="Rockwell"/>
              </a:rPr>
              <a:t> </a:t>
            </a:r>
            <a:r>
              <a:rPr sz="1600" b="1" spc="-10" dirty="0">
                <a:latin typeface="Rockwell"/>
                <a:cs typeface="Rockwell"/>
              </a:rPr>
              <a:t>User</a:t>
            </a:r>
            <a:endParaRPr sz="1600" dirty="0">
              <a:latin typeface="Rockwell"/>
              <a:cs typeface="Rockwell"/>
            </a:endParaRPr>
          </a:p>
          <a:p>
            <a:pPr marL="12700" marR="234315"/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75" dirty="0">
                <a:latin typeface="Rockwell"/>
                <a:cs typeface="Rockwell"/>
              </a:rPr>
              <a:t>o</a:t>
            </a:r>
            <a:r>
              <a:rPr sz="1600" spc="-10" dirty="0">
                <a:latin typeface="Rockwell"/>
                <a:cs typeface="Rockwell"/>
              </a:rPr>
              <a:t>vide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the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c</a:t>
            </a:r>
            <a:r>
              <a:rPr sz="1600" spc="-20" dirty="0">
                <a:latin typeface="Rockwell"/>
                <a:cs typeface="Rockwell"/>
              </a:rPr>
              <a:t>o</a:t>
            </a:r>
            <a:r>
              <a:rPr sz="1600" spc="-10" dirty="0">
                <a:latin typeface="Rockwell"/>
                <a:cs typeface="Rockwell"/>
              </a:rPr>
              <a:t>mpanies’</a:t>
            </a:r>
            <a:r>
              <a:rPr sz="1600" spc="-114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Quality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spc="-20" dirty="0">
                <a:latin typeface="Rockwell"/>
                <a:cs typeface="Rockwell"/>
              </a:rPr>
              <a:t>x</a:t>
            </a:r>
            <a:r>
              <a:rPr sz="1600" spc="-10" dirty="0">
                <a:latin typeface="Rockwell"/>
                <a:cs typeface="Rockwell"/>
              </a:rPr>
              <a:t>pe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10" dirty="0">
                <a:latin typeface="Rockwell"/>
                <a:cs typeface="Rockwell"/>
              </a:rPr>
              <a:t>tations</a:t>
            </a:r>
            <a:r>
              <a:rPr sz="1600" spc="4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and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Ac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10" dirty="0">
                <a:latin typeface="Rockwell"/>
                <a:cs typeface="Rockwell"/>
              </a:rPr>
              <a:t>ep</a:t>
            </a:r>
            <a:r>
              <a:rPr sz="1600" spc="-15" dirty="0">
                <a:latin typeface="Rockwell"/>
                <a:cs typeface="Rockwell"/>
              </a:rPr>
              <a:t>t</a:t>
            </a:r>
            <a:r>
              <a:rPr sz="1600" spc="-10" dirty="0">
                <a:latin typeface="Rockwell"/>
                <a:cs typeface="Rockwell"/>
              </a:rPr>
              <a:t>ance</a:t>
            </a:r>
            <a:r>
              <a:rPr sz="1600" spc="35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C</a:t>
            </a:r>
            <a:r>
              <a:rPr sz="1600" spc="15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ite</a:t>
            </a:r>
            <a:r>
              <a:rPr sz="1600" spc="15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ia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spc="25" dirty="0">
                <a:latin typeface="Rockwell"/>
                <a:cs typeface="Rockwell"/>
              </a:rPr>
              <a:t>f</a:t>
            </a:r>
            <a:r>
              <a:rPr sz="1600" spc="-10" dirty="0">
                <a:latin typeface="Rockwell"/>
                <a:cs typeface="Rockwell"/>
              </a:rPr>
              <a:t>or the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oje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 </a:t>
            </a:r>
            <a:r>
              <a:rPr sz="1600" spc="-15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odu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t.</a:t>
            </a:r>
            <a:r>
              <a:rPr sz="1600" spc="-18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15" dirty="0">
                <a:latin typeface="Rockwell"/>
                <a:cs typeface="Rockwell"/>
              </a:rPr>
              <a:t>hi</a:t>
            </a:r>
            <a:r>
              <a:rPr sz="1600" spc="-10" dirty="0">
                <a:latin typeface="Rockwell"/>
                <a:cs typeface="Rockwell"/>
              </a:rPr>
              <a:t>s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20" dirty="0">
                <a:latin typeface="Rockwell"/>
                <a:cs typeface="Rockwell"/>
              </a:rPr>
              <a:t>ma</a:t>
            </a:r>
            <a:r>
              <a:rPr sz="1600" spc="-60" dirty="0">
                <a:latin typeface="Rockwell"/>
                <a:cs typeface="Rockwell"/>
              </a:rPr>
              <a:t>k</a:t>
            </a:r>
            <a:r>
              <a:rPr sz="1600" spc="-15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s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sens</a:t>
            </a:r>
            <a:r>
              <a:rPr sz="1600" spc="-55" dirty="0">
                <a:latin typeface="Rockwell"/>
                <a:cs typeface="Rockwell"/>
              </a:rPr>
              <a:t>e</a:t>
            </a:r>
            <a:r>
              <a:rPr sz="1600" spc="-5" dirty="0">
                <a:latin typeface="Rockwell"/>
                <a:cs typeface="Rockwell"/>
              </a:rPr>
              <a:t>,</a:t>
            </a:r>
            <a:r>
              <a:rPr sz="1600" spc="-114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as</a:t>
            </a:r>
            <a:r>
              <a:rPr sz="1600" spc="1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the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Senior Us</a:t>
            </a:r>
            <a:r>
              <a:rPr sz="1600" spc="-2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r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is</a:t>
            </a:r>
            <a:r>
              <a:rPr sz="1600" spc="1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also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5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esponsi</a:t>
            </a:r>
            <a:r>
              <a:rPr sz="1600" spc="-50" dirty="0">
                <a:latin typeface="Rockwell"/>
                <a:cs typeface="Rockwell"/>
              </a:rPr>
              <a:t>b</a:t>
            </a:r>
            <a:r>
              <a:rPr sz="1600" spc="-10" dirty="0">
                <a:latin typeface="Rockwell"/>
                <a:cs typeface="Rockwell"/>
              </a:rPr>
              <a:t>le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25" dirty="0">
                <a:latin typeface="Rockwell"/>
                <a:cs typeface="Rockwell"/>
              </a:rPr>
              <a:t>f</a:t>
            </a:r>
            <a:r>
              <a:rPr sz="1600" spc="-15" dirty="0">
                <a:latin typeface="Rockwell"/>
                <a:cs typeface="Rockwell"/>
              </a:rPr>
              <a:t>o</a:t>
            </a:r>
            <a:r>
              <a:rPr sz="1600" spc="-10" dirty="0">
                <a:latin typeface="Rockwell"/>
                <a:cs typeface="Rockwell"/>
              </a:rPr>
              <a:t>r </a:t>
            </a:r>
            <a:r>
              <a:rPr sz="1600" spc="-15" dirty="0">
                <a:latin typeface="Rockwell"/>
                <a:cs typeface="Rockwell"/>
              </a:rPr>
              <a:t>th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odu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-10" dirty="0">
                <a:latin typeface="Rockwell"/>
                <a:cs typeface="Rockwell"/>
              </a:rPr>
              <a:t> spe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i</a:t>
            </a:r>
            <a:r>
              <a:rPr sz="1600" dirty="0">
                <a:latin typeface="Rockwell"/>
                <a:cs typeface="Rockwell"/>
              </a:rPr>
              <a:t>f</a:t>
            </a:r>
            <a:r>
              <a:rPr sz="1600" spc="-10" dirty="0">
                <a:latin typeface="Rockwell"/>
                <a:cs typeface="Rockwell"/>
              </a:rPr>
              <a:t>ications.</a:t>
            </a:r>
            <a:endParaRPr sz="1600" dirty="0">
              <a:latin typeface="Rockwell"/>
              <a:cs typeface="Rockwell"/>
            </a:endParaRPr>
          </a:p>
          <a:p>
            <a:pPr marL="12700" marR="86360"/>
            <a:r>
              <a:rPr sz="1600" spc="-20" dirty="0">
                <a:latin typeface="Rockwell"/>
                <a:cs typeface="Rockwell"/>
              </a:rPr>
              <a:t>App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75" dirty="0">
                <a:latin typeface="Rockwell"/>
                <a:cs typeface="Rockwell"/>
              </a:rPr>
              <a:t>o</a:t>
            </a:r>
            <a:r>
              <a:rPr sz="1600" spc="-50" dirty="0">
                <a:latin typeface="Rockwell"/>
                <a:cs typeface="Rockwell"/>
              </a:rPr>
              <a:t>v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the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oje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odu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Desc</a:t>
            </a:r>
            <a:r>
              <a:rPr sz="1600" spc="5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iption</a:t>
            </a:r>
            <a:r>
              <a:rPr sz="1600" spc="1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and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Qu</a:t>
            </a:r>
            <a:r>
              <a:rPr sz="1600" spc="-5" dirty="0">
                <a:latin typeface="Rockwell"/>
                <a:cs typeface="Rockwell"/>
              </a:rPr>
              <a:t>a</a:t>
            </a:r>
            <a:r>
              <a:rPr sz="1600" spc="-10" dirty="0">
                <a:latin typeface="Rockwell"/>
                <a:cs typeface="Rockwell"/>
              </a:rPr>
              <a:t>lity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Mana</a:t>
            </a:r>
            <a:r>
              <a:rPr sz="1600" spc="-45" dirty="0">
                <a:latin typeface="Rockwell"/>
                <a:cs typeface="Rockwell"/>
              </a:rPr>
              <a:t>g</a:t>
            </a:r>
            <a:r>
              <a:rPr sz="1600" spc="-20" dirty="0">
                <a:latin typeface="Rockwell"/>
                <a:cs typeface="Rockwell"/>
              </a:rPr>
              <a:t>eme</a:t>
            </a:r>
            <a:r>
              <a:rPr sz="1600" spc="-15" dirty="0">
                <a:latin typeface="Rockwell"/>
                <a:cs typeface="Rockwell"/>
              </a:rPr>
              <a:t>n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2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St</a:t>
            </a:r>
            <a:r>
              <a:rPr sz="1600" spc="-50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ate</a:t>
            </a:r>
            <a:r>
              <a:rPr sz="1600" spc="-65" dirty="0">
                <a:latin typeface="Rockwell"/>
                <a:cs typeface="Rockwell"/>
              </a:rPr>
              <a:t>g</a:t>
            </a:r>
            <a:r>
              <a:rPr sz="1600" spc="-165" dirty="0">
                <a:latin typeface="Rockwell"/>
                <a:cs typeface="Rockwell"/>
              </a:rPr>
              <a:t>y</a:t>
            </a:r>
            <a:r>
              <a:rPr sz="1600" spc="-5" dirty="0">
                <a:latin typeface="Rockwell"/>
                <a:cs typeface="Rockwell"/>
              </a:rPr>
              <a:t>.</a:t>
            </a:r>
            <a:r>
              <a:rPr sz="1600" spc="-185" dirty="0">
                <a:latin typeface="Rockwell"/>
                <a:cs typeface="Rockwell"/>
              </a:rPr>
              <a:t> </a:t>
            </a:r>
            <a:r>
              <a:rPr sz="1600" dirty="0">
                <a:latin typeface="Rockwell"/>
                <a:cs typeface="Rockwell"/>
              </a:rPr>
              <a:t>T</a:t>
            </a:r>
            <a:r>
              <a:rPr sz="1600" spc="-15" dirty="0">
                <a:latin typeface="Rockwell"/>
                <a:cs typeface="Rockwell"/>
              </a:rPr>
              <a:t>hi</a:t>
            </a:r>
            <a:r>
              <a:rPr sz="1600" spc="-10" dirty="0">
                <a:latin typeface="Rockwell"/>
                <a:cs typeface="Rockwell"/>
              </a:rPr>
              <a:t>s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15" dirty="0">
                <a:latin typeface="Rockwell"/>
                <a:cs typeface="Rockwell"/>
              </a:rPr>
              <a:t>ould</a:t>
            </a:r>
            <a:r>
              <a:rPr sz="1600" spc="-10" dirty="0">
                <a:latin typeface="Rockwell"/>
                <a:cs typeface="Rockwell"/>
              </a:rPr>
              <a:t> also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be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do</a:t>
            </a:r>
            <a:r>
              <a:rPr sz="1600" spc="-20" dirty="0">
                <a:latin typeface="Rockwell"/>
                <a:cs typeface="Rockwell"/>
              </a:rPr>
              <a:t>n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75" dirty="0">
                <a:latin typeface="Rockwell"/>
                <a:cs typeface="Rockwell"/>
              </a:rPr>
              <a:t>b</a:t>
            </a:r>
            <a:r>
              <a:rPr sz="1600" spc="-10" dirty="0">
                <a:latin typeface="Rockwell"/>
                <a:cs typeface="Rockwell"/>
              </a:rPr>
              <a:t>y</a:t>
            </a:r>
            <a:r>
              <a:rPr sz="1600" spc="-5" dirty="0">
                <a:latin typeface="Rockwell"/>
                <a:cs typeface="Rockwell"/>
              </a:rPr>
              <a:t> t</a:t>
            </a:r>
            <a:r>
              <a:rPr sz="1600" spc="-20" dirty="0">
                <a:latin typeface="Rockwell"/>
                <a:cs typeface="Rockwell"/>
              </a:rPr>
              <a:t>h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spc="-80" dirty="0">
                <a:latin typeface="Rockwell"/>
                <a:cs typeface="Rockwell"/>
              </a:rPr>
              <a:t>x</a:t>
            </a:r>
            <a:r>
              <a:rPr sz="1600" spc="-15" dirty="0">
                <a:latin typeface="Rockwell"/>
                <a:cs typeface="Rockwell"/>
              </a:rPr>
              <a:t>e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10" dirty="0">
                <a:latin typeface="Rockwell"/>
                <a:cs typeface="Rockwell"/>
              </a:rPr>
              <a:t>ut</a:t>
            </a:r>
            <a:r>
              <a:rPr sz="1600" spc="-40" dirty="0">
                <a:latin typeface="Rockwell"/>
                <a:cs typeface="Rockwell"/>
              </a:rPr>
              <a:t>i</a:t>
            </a:r>
            <a:r>
              <a:rPr sz="1600" spc="-50" dirty="0">
                <a:latin typeface="Rockwell"/>
                <a:cs typeface="Rockwell"/>
              </a:rPr>
              <a:t>ve</a:t>
            </a:r>
            <a:r>
              <a:rPr sz="1600" spc="-5" dirty="0">
                <a:latin typeface="Rockwell"/>
                <a:cs typeface="Rockwell"/>
              </a:rPr>
              <a:t>.</a:t>
            </a:r>
            <a:endParaRPr sz="1600" dirty="0">
              <a:latin typeface="Rockwell"/>
              <a:cs typeface="Rockwell"/>
            </a:endParaRPr>
          </a:p>
          <a:p>
            <a:pPr marL="12700" marR="2032000"/>
            <a:r>
              <a:rPr sz="1600" dirty="0">
                <a:latin typeface="Rockwell"/>
                <a:cs typeface="Rockwell"/>
              </a:rPr>
              <a:t>T</a:t>
            </a:r>
            <a:r>
              <a:rPr sz="1600" spc="-15" dirty="0">
                <a:latin typeface="Rockwell"/>
                <a:cs typeface="Rockwell"/>
              </a:rPr>
              <a:t>h</a:t>
            </a:r>
            <a:r>
              <a:rPr sz="1600" spc="-8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y</a:t>
            </a:r>
            <a:r>
              <a:rPr sz="1600" spc="-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can</a:t>
            </a:r>
            <a:r>
              <a:rPr sz="1600" spc="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also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app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75" dirty="0">
                <a:latin typeface="Rockwell"/>
                <a:cs typeface="Rockwell"/>
              </a:rPr>
              <a:t>o</a:t>
            </a:r>
            <a:r>
              <a:rPr sz="1600" spc="-50" dirty="0">
                <a:latin typeface="Rockwell"/>
                <a:cs typeface="Rockwell"/>
              </a:rPr>
              <a:t>v</a:t>
            </a:r>
            <a:r>
              <a:rPr sz="1600" spc="-10" dirty="0">
                <a:latin typeface="Rockwell"/>
                <a:cs typeface="Rockwell"/>
              </a:rPr>
              <a:t>e the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odu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spc="1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Desc</a:t>
            </a:r>
            <a:r>
              <a:rPr sz="1600" spc="5" dirty="0">
                <a:latin typeface="Rockwell"/>
                <a:cs typeface="Rockwell"/>
              </a:rPr>
              <a:t>r</a:t>
            </a:r>
            <a:r>
              <a:rPr sz="1600" spc="-10" dirty="0">
                <a:latin typeface="Rockwell"/>
                <a:cs typeface="Rockwell"/>
              </a:rPr>
              <a:t>iptions</a:t>
            </a:r>
            <a:r>
              <a:rPr sz="1600" spc="10" dirty="0">
                <a:latin typeface="Rockwell"/>
                <a:cs typeface="Rockwell"/>
              </a:rPr>
              <a:t> </a:t>
            </a:r>
            <a:r>
              <a:rPr sz="1600" spc="25" dirty="0">
                <a:latin typeface="Rockwell"/>
                <a:cs typeface="Rockwell"/>
              </a:rPr>
              <a:t>f</a:t>
            </a:r>
            <a:r>
              <a:rPr sz="1600" spc="-15" dirty="0">
                <a:latin typeface="Rockwell"/>
                <a:cs typeface="Rockwell"/>
              </a:rPr>
              <a:t>o</a:t>
            </a:r>
            <a:r>
              <a:rPr sz="1600" spc="-10" dirty="0">
                <a:latin typeface="Rockwell"/>
                <a:cs typeface="Rockwell"/>
              </a:rPr>
              <a:t>r </a:t>
            </a:r>
            <a:r>
              <a:rPr sz="1600" spc="-65" dirty="0">
                <a:latin typeface="Rockwell"/>
                <a:cs typeface="Rockwell"/>
              </a:rPr>
              <a:t>k</a:t>
            </a:r>
            <a:r>
              <a:rPr sz="1600" spc="-75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y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odu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10" dirty="0">
                <a:latin typeface="Rockwell"/>
                <a:cs typeface="Rockwell"/>
              </a:rPr>
              <a:t>ts.</a:t>
            </a:r>
            <a:r>
              <a:rPr sz="1600" spc="-5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75" dirty="0">
                <a:latin typeface="Rockwell"/>
                <a:cs typeface="Rockwell"/>
              </a:rPr>
              <a:t>o</a:t>
            </a:r>
            <a:r>
              <a:rPr sz="1600" spc="-10" dirty="0">
                <a:latin typeface="Rockwell"/>
                <a:cs typeface="Rockwell"/>
              </a:rPr>
              <a:t>vide</a:t>
            </a:r>
            <a:r>
              <a:rPr sz="1600" spc="-20" dirty="0">
                <a:latin typeface="Rockwell"/>
                <a:cs typeface="Rockwell"/>
              </a:rPr>
              <a:t> </a:t>
            </a:r>
            <a:r>
              <a:rPr sz="1600" spc="-10" dirty="0">
                <a:latin typeface="Rockwell"/>
                <a:cs typeface="Rockwell"/>
              </a:rPr>
              <a:t>acc</a:t>
            </a:r>
            <a:r>
              <a:rPr sz="1600" spc="-20" dirty="0">
                <a:latin typeface="Rockwell"/>
                <a:cs typeface="Rockwell"/>
              </a:rPr>
              <a:t>e</a:t>
            </a:r>
            <a:r>
              <a:rPr sz="1600" spc="-10" dirty="0">
                <a:latin typeface="Rockwell"/>
                <a:cs typeface="Rockwell"/>
              </a:rPr>
              <a:t>ptan</a:t>
            </a:r>
            <a:r>
              <a:rPr sz="1600" spc="-15" dirty="0">
                <a:latin typeface="Rockwell"/>
                <a:cs typeface="Rockwell"/>
              </a:rPr>
              <a:t>c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spc="25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o</a:t>
            </a:r>
            <a:r>
              <a:rPr sz="1600" spc="-5" dirty="0">
                <a:latin typeface="Rockwell"/>
                <a:cs typeface="Rockwell"/>
              </a:rPr>
              <a:t>f </a:t>
            </a:r>
            <a:r>
              <a:rPr sz="1600" spc="-15" dirty="0">
                <a:latin typeface="Rockwell"/>
                <a:cs typeface="Rockwell"/>
              </a:rPr>
              <a:t>th</a:t>
            </a:r>
            <a:r>
              <a:rPr sz="1600" spc="-10" dirty="0">
                <a:latin typeface="Rockwell"/>
                <a:cs typeface="Rockwell"/>
              </a:rPr>
              <a:t>e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oje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</a:t>
            </a:r>
            <a:r>
              <a:rPr sz="1600" dirty="0">
                <a:latin typeface="Rockwell"/>
                <a:cs typeface="Rockwell"/>
              </a:rPr>
              <a:t> </a:t>
            </a:r>
            <a:r>
              <a:rPr sz="1600" spc="-15" dirty="0">
                <a:latin typeface="Rockwell"/>
                <a:cs typeface="Rockwell"/>
              </a:rPr>
              <a:t>P</a:t>
            </a:r>
            <a:r>
              <a:rPr sz="1600" spc="-80" dirty="0">
                <a:latin typeface="Rockwell"/>
                <a:cs typeface="Rockwell"/>
              </a:rPr>
              <a:t>r</a:t>
            </a:r>
            <a:r>
              <a:rPr sz="1600" spc="-15" dirty="0">
                <a:latin typeface="Rockwell"/>
                <a:cs typeface="Rockwell"/>
              </a:rPr>
              <a:t>odu</a:t>
            </a:r>
            <a:r>
              <a:rPr sz="1600" spc="-20" dirty="0">
                <a:latin typeface="Rockwell"/>
                <a:cs typeface="Rockwell"/>
              </a:rPr>
              <a:t>c</a:t>
            </a:r>
            <a:r>
              <a:rPr sz="1600" spc="-5" dirty="0">
                <a:latin typeface="Rockwell"/>
                <a:cs typeface="Rockwell"/>
              </a:rPr>
              <a:t>t.</a:t>
            </a:r>
            <a:endParaRPr sz="1600" dirty="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0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Quality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Roles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&amp;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Responsibilites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129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94834" y="545907"/>
            <a:ext cx="11356662" cy="5716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Bef>
                <a:spcPts val="24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/>
            <a:r>
              <a:rPr sz="1600" b="1" spc="-10" dirty="0">
                <a:latin typeface="Rockwell" charset="0"/>
                <a:ea typeface="Rockwell" charset="0"/>
                <a:cs typeface="Rockwell" charset="0"/>
              </a:rPr>
              <a:t>Project </a:t>
            </a:r>
            <a:r>
              <a:rPr sz="1600" b="1" spc="-15" dirty="0">
                <a:latin typeface="Rockwell" charset="0"/>
                <a:ea typeface="Rockwell" charset="0"/>
                <a:cs typeface="Rockwell" charset="0"/>
              </a:rPr>
              <a:t>Man</a:t>
            </a:r>
            <a:r>
              <a:rPr sz="1600" b="1" spc="-10" dirty="0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sz="1600" b="1" spc="-15" dirty="0">
                <a:latin typeface="Rockwell" charset="0"/>
                <a:ea typeface="Rockwell" charset="0"/>
                <a:cs typeface="Rockwell" charset="0"/>
              </a:rPr>
              <a:t>g</a:t>
            </a:r>
            <a:r>
              <a:rPr sz="1600" b="1" spc="-10" dirty="0">
                <a:latin typeface="Rockwell" charset="0"/>
                <a:ea typeface="Rockwell" charset="0"/>
                <a:cs typeface="Rockwell" charset="0"/>
              </a:rPr>
              <a:t>er</a:t>
            </a:r>
            <a:endParaRPr sz="1600" dirty="0">
              <a:latin typeface="Rockwell" charset="0"/>
              <a:ea typeface="Rockwell" charset="0"/>
              <a:cs typeface="Rockwell" charset="0"/>
            </a:endParaRPr>
          </a:p>
          <a:p>
            <a:pPr marL="12700" marR="65405"/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Document the</a:t>
            </a:r>
            <a:r>
              <a:rPr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custome</a:t>
            </a:r>
            <a:r>
              <a:rPr sz="1600" spc="45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1600" spc="-25" dirty="0">
                <a:latin typeface="Rockwell" charset="0"/>
                <a:ea typeface="Rockwell" charset="0"/>
                <a:cs typeface="Rockwell" charset="0"/>
              </a:rPr>
              <a:t>’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20" dirty="0">
                <a:latin typeface="Rockwell" charset="0"/>
                <a:ea typeface="Rockwell" charset="0"/>
                <a:cs typeface="Rockwell" charset="0"/>
              </a:rPr>
              <a:t>Q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uality</a:t>
            </a:r>
            <a:r>
              <a:rPr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Expectations</a:t>
            </a:r>
            <a:r>
              <a:rPr sz="1600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and</a:t>
            </a:r>
            <a:r>
              <a:rPr sz="1600" spc="-8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ceptan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Criteria.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They</a:t>
            </a:r>
            <a:r>
              <a:rPr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30" dirty="0">
                <a:latin typeface="Rockwell" charset="0"/>
                <a:ea typeface="Rockwell" charset="0"/>
                <a:cs typeface="Rockwell" charset="0"/>
              </a:rPr>
              <a:t>w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ill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30" dirty="0">
                <a:latin typeface="Rockwell" charset="0"/>
                <a:ea typeface="Rockwell" charset="0"/>
                <a:cs typeface="Rockwell" charset="0"/>
              </a:rPr>
              <a:t>w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ork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30" dirty="0">
                <a:latin typeface="Rockwell" charset="0"/>
                <a:ea typeface="Rockwell" charset="0"/>
                <a:cs typeface="Rockwell" charset="0"/>
              </a:rPr>
              <a:t>w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ith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Sen</a:t>
            </a:r>
            <a:r>
              <a:rPr sz="1600" dirty="0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or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User</a:t>
            </a:r>
            <a:r>
              <a:rPr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on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th</a:t>
            </a:r>
            <a:r>
              <a:rPr sz="1600" dirty="0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s.</a:t>
            </a:r>
            <a:endParaRPr sz="1600" dirty="0">
              <a:latin typeface="Rockwell" charset="0"/>
              <a:ea typeface="Rockwell" charset="0"/>
              <a:cs typeface="Rockwell" charset="0"/>
            </a:endParaRPr>
          </a:p>
          <a:p>
            <a:pPr marL="12700" marR="40005"/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Prepare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Project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Produ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ct</a:t>
            </a:r>
            <a:r>
              <a:rPr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Descript</a:t>
            </a:r>
            <a:r>
              <a:rPr sz="1600" dirty="0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on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30" dirty="0">
                <a:latin typeface="Rockwell" charset="0"/>
                <a:ea typeface="Rockwell" charset="0"/>
                <a:cs typeface="Rockwell" charset="0"/>
              </a:rPr>
              <a:t>w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ith</a:t>
            </a:r>
            <a:r>
              <a:rPr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other</a:t>
            </a:r>
            <a:r>
              <a:rPr sz="1600" spc="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persons</a:t>
            </a:r>
            <a:r>
              <a:rPr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involved</a:t>
            </a:r>
            <a:r>
              <a:rPr sz="1600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in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proje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ct.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 Prepare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25" dirty="0">
                <a:latin typeface="Rockwell" charset="0"/>
                <a:ea typeface="Rockwell" charset="0"/>
                <a:cs typeface="Rockwell" charset="0"/>
              </a:rPr>
              <a:t>Q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uality</a:t>
            </a:r>
            <a:r>
              <a:rPr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Management</a:t>
            </a:r>
            <a:r>
              <a:rPr sz="1600" spc="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Strategy</a:t>
            </a:r>
            <a:r>
              <a:rPr sz="1600" spc="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do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ument,</a:t>
            </a:r>
            <a:r>
              <a:rPr sz="1600" spc="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30" dirty="0">
                <a:latin typeface="Rockwell" charset="0"/>
                <a:ea typeface="Rockwell" charset="0"/>
                <a:cs typeface="Rockwell" charset="0"/>
              </a:rPr>
              <a:t>w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hich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def</a:t>
            </a:r>
            <a:r>
              <a:rPr sz="1600" dirty="0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nes</a:t>
            </a:r>
            <a:r>
              <a:rPr sz="1600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how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25" dirty="0">
                <a:latin typeface="Rockwell" charset="0"/>
                <a:ea typeface="Rockwell" charset="0"/>
                <a:cs typeface="Rockwell" charset="0"/>
              </a:rPr>
              <a:t>Q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uality</a:t>
            </a:r>
            <a:r>
              <a:rPr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30" dirty="0">
                <a:latin typeface="Rockwell" charset="0"/>
                <a:ea typeface="Rockwell" charset="0"/>
                <a:cs typeface="Rockwell" charset="0"/>
              </a:rPr>
              <a:t>w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ill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 be done</a:t>
            </a:r>
            <a:r>
              <a:rPr sz="1600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in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sz="1600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p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oje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ct.</a:t>
            </a:r>
            <a:endParaRPr lang="fr-CH" sz="1600" dirty="0">
              <a:latin typeface="Rockwell" charset="0"/>
              <a:ea typeface="Rockwell" charset="0"/>
              <a:cs typeface="Rockwell" charset="0"/>
            </a:endParaRPr>
          </a:p>
          <a:p>
            <a:pPr marL="12700" marR="40005"/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En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ure</a:t>
            </a:r>
            <a:r>
              <a:rPr sz="1600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that</a:t>
            </a:r>
            <a:r>
              <a:rPr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95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eam</a:t>
            </a:r>
            <a:r>
              <a:rPr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Managers</a:t>
            </a:r>
            <a:r>
              <a:rPr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imp</a:t>
            </a:r>
            <a:r>
              <a:rPr sz="1600" dirty="0">
                <a:latin typeface="Rockwell" charset="0"/>
                <a:ea typeface="Rockwell" charset="0"/>
                <a:cs typeface="Rockwell" charset="0"/>
              </a:rPr>
              <a:t>l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ement</a:t>
            </a:r>
            <a:r>
              <a:rPr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25" dirty="0">
                <a:latin typeface="Rockwell" charset="0"/>
                <a:ea typeface="Rockwell" charset="0"/>
                <a:cs typeface="Rockwell" charset="0"/>
              </a:rPr>
              <a:t>Q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uality</a:t>
            </a:r>
            <a:r>
              <a:rPr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Control</a:t>
            </a:r>
            <a:r>
              <a:rPr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5" dirty="0">
                <a:latin typeface="Rockwell" charset="0"/>
                <a:ea typeface="Rockwell" charset="0"/>
                <a:cs typeface="Rockwell" charset="0"/>
              </a:rPr>
              <a:t>mea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ures</a:t>
            </a:r>
            <a:r>
              <a:rPr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agreed</a:t>
            </a:r>
            <a:r>
              <a:rPr sz="1600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in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the Produ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ct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Descript</a:t>
            </a:r>
            <a:r>
              <a:rPr sz="1600" dirty="0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ons and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40" dirty="0">
                <a:latin typeface="Rockwell" charset="0"/>
                <a:ea typeface="Rockwell" charset="0"/>
                <a:cs typeface="Rockwell" charset="0"/>
              </a:rPr>
              <a:t>W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ork</a:t>
            </a:r>
            <a:r>
              <a:rPr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Pa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1600" spc="-10" dirty="0">
                <a:latin typeface="Rockwell" charset="0"/>
                <a:ea typeface="Rockwell" charset="0"/>
                <a:cs typeface="Rockwell" charset="0"/>
              </a:rPr>
              <a:t>kage</a:t>
            </a:r>
            <a:r>
              <a:rPr sz="1600" spc="-5" dirty="0">
                <a:latin typeface="Rockwell" charset="0"/>
                <a:ea typeface="Rockwell" charset="0"/>
                <a:cs typeface="Rockwell" charset="0"/>
              </a:rPr>
              <a:t>s.</a:t>
            </a:r>
            <a:endParaRPr lang="fr-CH" sz="1600" spc="-5" dirty="0">
              <a:latin typeface="Rockwell" charset="0"/>
              <a:ea typeface="Rockwell" charset="0"/>
              <a:cs typeface="Rockwell" charset="0"/>
            </a:endParaRPr>
          </a:p>
          <a:p>
            <a:pPr marL="12700"/>
            <a:endParaRPr lang="fr-CH" sz="1600" b="1" spc="-135" dirty="0">
              <a:latin typeface="Rockwell" charset="0"/>
              <a:ea typeface="Rockwell" charset="0"/>
              <a:cs typeface="Rockwell" charset="0"/>
            </a:endParaRPr>
          </a:p>
          <a:p>
            <a:pPr marL="12700"/>
            <a:r>
              <a:rPr lang="fr-CH" sz="1600" b="1" spc="-135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lang="fr-CH" sz="1600" b="1" spc="-15" dirty="0">
                <a:latin typeface="Rockwell" charset="0"/>
                <a:ea typeface="Rockwell" charset="0"/>
                <a:cs typeface="Rockwell" charset="0"/>
              </a:rPr>
              <a:t>eam</a:t>
            </a:r>
            <a:r>
              <a:rPr lang="fr-CH" sz="1600" b="1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b="1" spc="-10" dirty="0">
                <a:latin typeface="Rockwell" charset="0"/>
                <a:ea typeface="Rockwell" charset="0"/>
                <a:cs typeface="Rockwell" charset="0"/>
              </a:rPr>
              <a:t>Manager</a:t>
            </a:r>
            <a:endParaRPr lang="fr-CH" sz="1650" dirty="0">
              <a:latin typeface="Rockwell" charset="0"/>
              <a:ea typeface="Rockwell" charset="0"/>
              <a:cs typeface="Rockwell" charset="0"/>
            </a:endParaRPr>
          </a:p>
          <a:p>
            <a:pPr marL="12700"/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Produce</a:t>
            </a:r>
            <a:r>
              <a:rPr lang="fr-CH" sz="16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p</a:t>
            </a:r>
            <a:r>
              <a:rPr lang="fr-CH" sz="1600" spc="-15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oducts</a:t>
            </a:r>
            <a:r>
              <a:rPr lang="fr-CH"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cons</a:t>
            </a:r>
            <a:r>
              <a:rPr lang="fr-CH" sz="1600" dirty="0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stent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35" dirty="0" err="1">
                <a:latin typeface="Rockwell" charset="0"/>
                <a:ea typeface="Rockwell" charset="0"/>
                <a:cs typeface="Rockwell" charset="0"/>
              </a:rPr>
              <a:t>w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ith</a:t>
            </a:r>
            <a:r>
              <a:rPr lang="fr-CH" sz="1600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Product</a:t>
            </a:r>
            <a:r>
              <a:rPr lang="fr-CH" sz="1600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Descriptions.</a:t>
            </a:r>
            <a:endParaRPr lang="fr-CH" sz="1600" dirty="0">
              <a:latin typeface="Rockwell" charset="0"/>
              <a:ea typeface="Rockwell" charset="0"/>
              <a:cs typeface="Rockwell" charset="0"/>
            </a:endParaRPr>
          </a:p>
          <a:p>
            <a:pPr marL="12700"/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Ad</a:t>
            </a:r>
            <a:r>
              <a:rPr lang="fr-CH" sz="1600" spc="-5" dirty="0" err="1">
                <a:latin typeface="Rockwell" charset="0"/>
                <a:ea typeface="Rockwell" charset="0"/>
                <a:cs typeface="Rockwell" charset="0"/>
              </a:rPr>
              <a:t>v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ise</a:t>
            </a:r>
            <a:r>
              <a:rPr lang="fr-CH" sz="1600" spc="-4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lang="fr-CH"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Project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Manager</a:t>
            </a:r>
            <a:r>
              <a:rPr lang="fr-CH" sz="1600" spc="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of</a:t>
            </a:r>
            <a:r>
              <a:rPr lang="fr-CH"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lang="fr-CH"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product</a:t>
            </a:r>
            <a:r>
              <a:rPr lang="fr-CH"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25" dirty="0" err="1">
                <a:latin typeface="Rockwell" charset="0"/>
                <a:ea typeface="Rockwell" charset="0"/>
                <a:cs typeface="Rockwell" charset="0"/>
              </a:rPr>
              <a:t>Q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uality</a:t>
            </a:r>
            <a:r>
              <a:rPr lang="fr-CH"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statu</a:t>
            </a:r>
            <a:r>
              <a:rPr lang="fr-CH" sz="1600" spc="-5" dirty="0" err="1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.</a:t>
            </a:r>
            <a:endParaRPr lang="fr-CH" sz="1600" dirty="0">
              <a:latin typeface="Rockwell" charset="0"/>
              <a:ea typeface="Rockwell" charset="0"/>
              <a:cs typeface="Rockwell" charset="0"/>
            </a:endParaRPr>
          </a:p>
          <a:p>
            <a:pPr>
              <a:spcBef>
                <a:spcPts val="22"/>
              </a:spcBef>
            </a:pPr>
            <a:endParaRPr lang="fr-CH" sz="1650" dirty="0">
              <a:latin typeface="Rockwell" charset="0"/>
              <a:ea typeface="Rockwell" charset="0"/>
              <a:cs typeface="Rockwell" charset="0"/>
            </a:endParaRPr>
          </a:p>
          <a:p>
            <a:pPr marL="12700"/>
            <a:r>
              <a:rPr lang="fr-CH" sz="1600" b="1" spc="-10" dirty="0">
                <a:latin typeface="Rockwell" charset="0"/>
                <a:ea typeface="Rockwell" charset="0"/>
                <a:cs typeface="Rockwell" charset="0"/>
              </a:rPr>
              <a:t>Project</a:t>
            </a:r>
            <a:r>
              <a:rPr lang="fr-CH" sz="1600" b="1" spc="-5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b="1" spc="-65" dirty="0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lang="fr-CH" sz="1600" b="1" spc="-10" dirty="0">
                <a:latin typeface="Rockwell" charset="0"/>
                <a:ea typeface="Rockwell" charset="0"/>
                <a:cs typeface="Rockwell" charset="0"/>
              </a:rPr>
              <a:t>ssurance</a:t>
            </a:r>
            <a:endParaRPr lang="fr-CH" sz="1600" dirty="0">
              <a:latin typeface="Rockwell" charset="0"/>
              <a:ea typeface="Rockwell" charset="0"/>
              <a:cs typeface="Rockwell" charset="0"/>
            </a:endParaRPr>
          </a:p>
          <a:p>
            <a:pPr marL="12700"/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Ad</a:t>
            </a:r>
            <a:r>
              <a:rPr lang="fr-CH" sz="1600" spc="-5" dirty="0" err="1">
                <a:latin typeface="Rockwell" charset="0"/>
                <a:ea typeface="Rockwell" charset="0"/>
                <a:cs typeface="Rockwell" charset="0"/>
              </a:rPr>
              <a:t>v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ise</a:t>
            </a:r>
            <a:r>
              <a:rPr lang="fr-CH" sz="1600" spc="-4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lang="fr-CH"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Project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Manager</a:t>
            </a:r>
            <a:r>
              <a:rPr lang="fr-CH" sz="1600" spc="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on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lang="fr-CH"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25" dirty="0" err="1">
                <a:latin typeface="Rockwell" charset="0"/>
                <a:ea typeface="Rockwell" charset="0"/>
                <a:cs typeface="Rockwell" charset="0"/>
              </a:rPr>
              <a:t>Q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uality</a:t>
            </a:r>
            <a:r>
              <a:rPr lang="fr-CH"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Management</a:t>
            </a:r>
            <a:r>
              <a:rPr lang="fr-CH" sz="1600" spc="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Strategy</a:t>
            </a:r>
            <a:r>
              <a:rPr lang="fr-CH" sz="1600" spc="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and</a:t>
            </a:r>
            <a:r>
              <a:rPr lang="fr-CH"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on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5" dirty="0" err="1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uitab</a:t>
            </a:r>
            <a:r>
              <a:rPr lang="fr-CH" sz="1600" dirty="0" err="1">
                <a:latin typeface="Rockwell" charset="0"/>
                <a:ea typeface="Rockwell" charset="0"/>
                <a:cs typeface="Rockwell" charset="0"/>
              </a:rPr>
              <a:t>l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e</a:t>
            </a:r>
            <a:endParaRPr lang="fr-CH" sz="1600" dirty="0">
              <a:latin typeface="Rockwell" charset="0"/>
              <a:ea typeface="Rockwell" charset="0"/>
              <a:cs typeface="Rockwell" charset="0"/>
            </a:endParaRPr>
          </a:p>
          <a:p>
            <a:pPr marL="12700"/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sz="1600" spc="-15" dirty="0" err="1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vie</a:t>
            </a:r>
            <a:r>
              <a:rPr lang="fr-CH" sz="1600" spc="-30" dirty="0" err="1">
                <a:latin typeface="Rockwell" charset="0"/>
                <a:ea typeface="Rockwell" charset="0"/>
                <a:cs typeface="Rockwell" charset="0"/>
              </a:rPr>
              <a:t>w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sz="1600" spc="-15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lang="fr-CH"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and</a:t>
            </a:r>
            <a:r>
              <a:rPr lang="fr-CH" sz="1600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app</a:t>
            </a:r>
            <a:r>
              <a:rPr lang="fr-CH" sz="1600" spc="-20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overs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.</a:t>
            </a:r>
            <a:endParaRPr lang="fr-CH" sz="1600" dirty="0">
              <a:latin typeface="Rockwell" charset="0"/>
              <a:ea typeface="Rockwell" charset="0"/>
              <a:cs typeface="Rockwell" charset="0"/>
            </a:endParaRPr>
          </a:p>
          <a:p>
            <a:pPr marL="12700" marR="5080"/>
            <a:r>
              <a:rPr lang="fr-CH" sz="1600" spc="-15" dirty="0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sure</a:t>
            </a:r>
            <a:r>
              <a:rPr lang="fr-CH" sz="1600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lang="fr-CH"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Project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Board</a:t>
            </a:r>
            <a:r>
              <a:rPr lang="fr-CH" sz="1600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members</a:t>
            </a:r>
            <a:r>
              <a:rPr lang="fr-CH" sz="1600" spc="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on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lang="fr-CH"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imp</a:t>
            </a:r>
            <a:r>
              <a:rPr lang="fr-CH" sz="1600" dirty="0" err="1">
                <a:latin typeface="Rockwell" charset="0"/>
                <a:ea typeface="Rockwell" charset="0"/>
                <a:cs typeface="Rockwell" charset="0"/>
              </a:rPr>
              <a:t>l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ementation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of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lang="fr-CH" sz="1600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25" dirty="0" err="1">
                <a:latin typeface="Rockwell" charset="0"/>
                <a:ea typeface="Rockwell" charset="0"/>
                <a:cs typeface="Rockwell" charset="0"/>
              </a:rPr>
              <a:t>Q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uality</a:t>
            </a:r>
            <a:r>
              <a:rPr lang="fr-CH"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Management S</a:t>
            </a:r>
            <a:r>
              <a:rPr lang="fr-CH" sz="1600" spc="-25" dirty="0">
                <a:latin typeface="Rockwell" charset="0"/>
                <a:ea typeface="Rockwell" charset="0"/>
                <a:cs typeface="Rockwell" charset="0"/>
              </a:rPr>
              <a:t>y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stem.</a:t>
            </a:r>
            <a:endParaRPr lang="fr-CH" sz="1600" dirty="0">
              <a:latin typeface="Rockwell" charset="0"/>
              <a:ea typeface="Rockwell" charset="0"/>
              <a:cs typeface="Rockwell" charset="0"/>
            </a:endParaRPr>
          </a:p>
          <a:p>
            <a:pPr>
              <a:spcBef>
                <a:spcPts val="22"/>
              </a:spcBef>
            </a:pPr>
            <a:endParaRPr lang="fr-CH" sz="1650" dirty="0">
              <a:latin typeface="Rockwell" charset="0"/>
              <a:ea typeface="Rockwell" charset="0"/>
              <a:cs typeface="Rockwell" charset="0"/>
            </a:endParaRPr>
          </a:p>
          <a:p>
            <a:pPr marL="12700"/>
            <a:r>
              <a:rPr lang="fr-CH" sz="1600" b="1" spc="-10" dirty="0">
                <a:latin typeface="Rockwell" charset="0"/>
                <a:ea typeface="Rockwell" charset="0"/>
                <a:cs typeface="Rockwell" charset="0"/>
              </a:rPr>
              <a:t>Project</a:t>
            </a:r>
            <a:r>
              <a:rPr lang="fr-CH" sz="1600" b="1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b="1" spc="-10" dirty="0">
                <a:latin typeface="Rockwell" charset="0"/>
                <a:ea typeface="Rockwell" charset="0"/>
                <a:cs typeface="Rockwell" charset="0"/>
              </a:rPr>
              <a:t>Sup</a:t>
            </a:r>
            <a:r>
              <a:rPr lang="fr-CH" sz="1600" b="1" spc="-20" dirty="0">
                <a:latin typeface="Rockwell" charset="0"/>
                <a:ea typeface="Rockwell" charset="0"/>
                <a:cs typeface="Rockwell" charset="0"/>
              </a:rPr>
              <a:t>p</a:t>
            </a:r>
            <a:r>
              <a:rPr lang="fr-CH" sz="1600" b="1" spc="-10" dirty="0">
                <a:latin typeface="Rockwell" charset="0"/>
                <a:ea typeface="Rockwell" charset="0"/>
                <a:cs typeface="Rockwell" charset="0"/>
              </a:rPr>
              <a:t>ort</a:t>
            </a:r>
            <a:endParaRPr lang="fr-CH" sz="1600" dirty="0">
              <a:latin typeface="Rockwell" charset="0"/>
              <a:ea typeface="Rockwell" charset="0"/>
              <a:cs typeface="Rockwell" charset="0"/>
            </a:endParaRPr>
          </a:p>
          <a:p>
            <a:pPr marL="12700"/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Provide</a:t>
            </a:r>
            <a:r>
              <a:rPr lang="fr-CH" sz="16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5" dirty="0" err="1">
                <a:latin typeface="Rockwell" charset="0"/>
                <a:ea typeface="Rockwell" charset="0"/>
                <a:cs typeface="Rockwell" charset="0"/>
              </a:rPr>
              <a:t>adm</a:t>
            </a:r>
            <a:r>
              <a:rPr lang="fr-CH" sz="1600" dirty="0" err="1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nistrator</a:t>
            </a:r>
            <a:r>
              <a:rPr lang="fr-CH" sz="1600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support</a:t>
            </a:r>
            <a:r>
              <a:rPr lang="fr-CH" sz="1600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for</a:t>
            </a:r>
            <a:r>
              <a:rPr lang="fr-CH" sz="1600" spc="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25" dirty="0" err="1">
                <a:latin typeface="Rockwell" charset="0"/>
                <a:ea typeface="Rockwell" charset="0"/>
                <a:cs typeface="Rockwell" charset="0"/>
              </a:rPr>
              <a:t>Q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uality</a:t>
            </a:r>
            <a:r>
              <a:rPr lang="fr-CH"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Control.</a:t>
            </a:r>
            <a:endParaRPr lang="fr-CH" sz="1600" dirty="0">
              <a:latin typeface="Rockwell" charset="0"/>
              <a:ea typeface="Rockwell" charset="0"/>
              <a:cs typeface="Rockwell" charset="0"/>
            </a:endParaRPr>
          </a:p>
          <a:p>
            <a:pPr marL="12700"/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Maintain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20" dirty="0" err="1">
                <a:latin typeface="Rockwell" charset="0"/>
                <a:ea typeface="Rockwell" charset="0"/>
                <a:cs typeface="Rockwell" charset="0"/>
              </a:rPr>
              <a:t>Q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ual</a:t>
            </a:r>
            <a:r>
              <a:rPr lang="fr-CH" sz="1600" dirty="0" err="1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ty</a:t>
            </a:r>
            <a:r>
              <a:rPr lang="fr-CH"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Register</a:t>
            </a:r>
            <a:r>
              <a:rPr lang="fr-CH"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and</a:t>
            </a:r>
            <a:r>
              <a:rPr lang="fr-CH" sz="1600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lang="fr-CH" sz="1600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25" dirty="0" err="1">
                <a:latin typeface="Rockwell" charset="0"/>
                <a:ea typeface="Rockwell" charset="0"/>
                <a:cs typeface="Rockwell" charset="0"/>
              </a:rPr>
              <a:t>Q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ual</a:t>
            </a:r>
            <a:r>
              <a:rPr lang="fr-CH" sz="1600" dirty="0" err="1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sz="1600" spc="-10" dirty="0" err="1">
                <a:latin typeface="Rockwell" charset="0"/>
                <a:ea typeface="Rockwell" charset="0"/>
                <a:cs typeface="Rockwell" charset="0"/>
              </a:rPr>
              <a:t>ty</a:t>
            </a:r>
            <a:r>
              <a:rPr lang="fr-CH" sz="160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1600" spc="-10" dirty="0">
                <a:latin typeface="Rockwell" charset="0"/>
                <a:ea typeface="Rockwell" charset="0"/>
                <a:cs typeface="Rockwell" charset="0"/>
              </a:rPr>
              <a:t>Records.</a:t>
            </a:r>
            <a:endParaRPr lang="fr-CH" sz="1600" dirty="0">
              <a:latin typeface="Rockwell" charset="0"/>
              <a:ea typeface="Rockwell" charset="0"/>
              <a:cs typeface="Rockwell" charset="0"/>
            </a:endParaRPr>
          </a:p>
          <a:p>
            <a:pPr marL="12700" marR="5080" indent="54610">
              <a:lnSpc>
                <a:spcPts val="1910"/>
              </a:lnSpc>
              <a:spcBef>
                <a:spcPts val="70"/>
              </a:spcBef>
            </a:pPr>
            <a:endParaRPr lang="fr-CH" sz="1600" spc="-5" dirty="0">
              <a:latin typeface="Rockwell" charset="0"/>
              <a:ea typeface="Rockwell" charset="0"/>
              <a:cs typeface="Rockwell" charset="0"/>
            </a:endParaRPr>
          </a:p>
          <a:p>
            <a:pPr marL="12700" marR="5080" indent="54610">
              <a:lnSpc>
                <a:spcPts val="1910"/>
              </a:lnSpc>
              <a:spcBef>
                <a:spcPts val="70"/>
              </a:spcBef>
            </a:pPr>
            <a:endParaRPr lang="fr-CH" sz="1600" spc="-5" dirty="0">
              <a:latin typeface="Rockwell" charset="0"/>
              <a:ea typeface="Rockwell" charset="0"/>
              <a:cs typeface="Rockwell" charset="0"/>
            </a:endParaRPr>
          </a:p>
          <a:p>
            <a:pPr marL="12700" marR="5080" indent="54610">
              <a:lnSpc>
                <a:spcPts val="1910"/>
              </a:lnSpc>
              <a:spcBef>
                <a:spcPts val="70"/>
              </a:spcBef>
            </a:pPr>
            <a:endParaRPr sz="1600" dirty="0">
              <a:latin typeface="Rockwell" charset="0"/>
              <a:ea typeface="Rockwell" charset="0"/>
              <a:cs typeface="Rockwell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0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Quality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983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590175" y="796018"/>
            <a:ext cx="11371976" cy="411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2000" spc="3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pu</a:t>
            </a:r>
            <a:r>
              <a:rPr sz="2000" spc="3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po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Pl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theme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is to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-85" dirty="0">
                <a:solidFill>
                  <a:srgbClr val="3A3A3A"/>
                </a:solidFill>
                <a:latin typeface="Rockwell"/>
                <a:cs typeface="Rockwell"/>
              </a:rPr>
              <a:t>ro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de the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3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ll</a:t>
            </a:r>
            <a:r>
              <a:rPr sz="2000" spc="-80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wi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g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in</a:t>
            </a:r>
            <a:r>
              <a:rPr sz="2000" spc="3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mat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ion to</a:t>
            </a:r>
            <a:r>
              <a:rPr sz="20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all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-9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oj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ect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team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m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ember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and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000" spc="-10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3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-85" dirty="0">
                <a:solidFill>
                  <a:srgbClr val="3A3A3A"/>
                </a:solidFill>
                <a:latin typeface="Rockwell"/>
                <a:cs typeface="Rockwell"/>
              </a:rPr>
              <a:t>b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y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4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acilita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2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000" spc="4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ect</a:t>
            </a:r>
            <a:r>
              <a:rPr sz="2000" spc="-40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000" spc="-45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 com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m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unication</a:t>
            </a:r>
            <a:r>
              <a:rPr sz="2000" spc="-4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co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8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l.</a:t>
            </a:r>
            <a:endParaRPr sz="2000" dirty="0">
              <a:latin typeface="Rockwell"/>
              <a:cs typeface="Rockwell"/>
            </a:endParaRPr>
          </a:p>
          <a:p>
            <a:pPr>
              <a:lnSpc>
                <a:spcPct val="150000"/>
              </a:lnSpc>
              <a:spcBef>
                <a:spcPts val="42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50000"/>
              </a:lnSpc>
              <a:buFontTx/>
              <a:buChar char="-"/>
            </a:pP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Wh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is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q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ui</a:t>
            </a:r>
            <a:r>
              <a:rPr sz="2000" spc="-9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ed</a:t>
            </a:r>
            <a:endParaRPr lang="fr-CH" sz="2000" dirty="0">
              <a:latin typeface="Rockwell"/>
              <a:cs typeface="Rockwell"/>
            </a:endParaRPr>
          </a:p>
          <a:p>
            <a:pPr marL="355600" indent="-342900">
              <a:lnSpc>
                <a:spcPct val="150000"/>
              </a:lnSpc>
              <a:buFontTx/>
              <a:buChar char="-"/>
            </a:pP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000" spc="-90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z="2000" spc="-3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it will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be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achi</a:t>
            </a:r>
            <a:r>
              <a:rPr sz="2000" spc="-7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-45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and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85" dirty="0">
                <a:solidFill>
                  <a:srgbClr val="3A3A3A"/>
                </a:solidFill>
                <a:latin typeface="Rockwell"/>
                <a:cs typeface="Rockwell"/>
              </a:rPr>
              <a:t>b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y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35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ho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m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and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de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ails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-5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y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peci</a:t>
            </a:r>
            <a:r>
              <a:rPr sz="2000" spc="2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ic</a:t>
            </a:r>
            <a:r>
              <a:rPr lang="fr-CH" sz="2000" dirty="0">
                <a:latin typeface="Rockwell"/>
                <a:cs typeface="Rockwell"/>
              </a:rPr>
              <a:t> </a:t>
            </a:r>
            <a:r>
              <a:rPr sz="20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esou</a:t>
            </a:r>
            <a:r>
              <a:rPr sz="2000" spc="-8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ce</a:t>
            </a:r>
            <a:r>
              <a:rPr sz="20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u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ch as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ec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iali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z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-8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3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000" spc="-35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-9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e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q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uip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m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q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ui</a:t>
            </a:r>
            <a:r>
              <a:rPr sz="2000" spc="-9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ed</a:t>
            </a:r>
            <a:endParaRPr lang="fr-CH" sz="2000" dirty="0">
              <a:latin typeface="Rockwell"/>
              <a:cs typeface="Rockwell"/>
            </a:endParaRPr>
          </a:p>
          <a:p>
            <a:pPr marL="355600" indent="-342900">
              <a:lnSpc>
                <a:spcPct val="150000"/>
              </a:lnSpc>
              <a:buFontTx/>
              <a:buChar char="-"/>
            </a:pP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Details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act</a:t>
            </a:r>
            <a:r>
              <a:rPr sz="2000" spc="-40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ties</a:t>
            </a:r>
            <a:r>
              <a:rPr sz="2000" spc="-4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miles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lang="fr-CH" sz="2000" spc="-5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</a:p>
          <a:p>
            <a:pPr marL="355600" indent="-342900">
              <a:lnSpc>
                <a:spcPct val="150000"/>
              </a:lnSpc>
              <a:buFontTx/>
              <a:buChar char="-"/>
            </a:pPr>
            <a:r>
              <a:rPr sz="2000" spc="3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ta</a:t>
            </a:r>
            <a:r>
              <a:rPr sz="2000" spc="-6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40" dirty="0">
                <a:solidFill>
                  <a:srgbClr val="3A3A3A"/>
                </a:solidFill>
                <a:latin typeface="Rockwell"/>
                <a:cs typeface="Rockwell"/>
              </a:rPr>
              <a:t>g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et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3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tim</a:t>
            </a:r>
            <a:r>
              <a:rPr sz="2000" spc="-4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,</a:t>
            </a:r>
            <a:r>
              <a:rPr sz="2000" spc="-17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cos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,</a:t>
            </a:r>
            <a:r>
              <a:rPr sz="2000" spc="-16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qu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lit</a:t>
            </a:r>
            <a:r>
              <a:rPr sz="2000" spc="-204" dirty="0">
                <a:solidFill>
                  <a:srgbClr val="3A3A3A"/>
                </a:solidFill>
                <a:latin typeface="Rockwell"/>
                <a:cs typeface="Rockwell"/>
              </a:rPr>
              <a:t>y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,</a:t>
            </a:r>
            <a:r>
              <a:rPr sz="2000" spc="-17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sco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-3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,</a:t>
            </a:r>
            <a:r>
              <a:rPr sz="2000" spc="-17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3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isk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 be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2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its</a:t>
            </a:r>
            <a:endParaRPr lang="fr-CH" sz="2000" dirty="0">
              <a:solidFill>
                <a:srgbClr val="3A3A3A"/>
              </a:solidFill>
              <a:latin typeface="Rockwell"/>
              <a:cs typeface="Rockwell"/>
            </a:endParaRPr>
          </a:p>
          <a:p>
            <a:pPr marL="355600" indent="-342900">
              <a:lnSpc>
                <a:spcPct val="150000"/>
              </a:lnSpc>
              <a:buFontTx/>
              <a:buChar char="-"/>
            </a:pP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-8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8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des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 baseli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-40" dirty="0">
                <a:solidFill>
                  <a:srgbClr val="3A3A3A"/>
                </a:solidFill>
                <a:latin typeface="Rockwell"/>
                <a:cs typeface="Rockwell"/>
              </a:rPr>
              <a:t>g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ai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ns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lang="fr-CH"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35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ich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-8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og</a:t>
            </a:r>
            <a:r>
              <a:rPr sz="20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es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can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be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measu</a:t>
            </a:r>
            <a:r>
              <a:rPr sz="20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ed.</a:t>
            </a:r>
            <a:endParaRPr sz="2000" dirty="0">
              <a:latin typeface="Rockwell"/>
              <a:cs typeface="Rockwel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1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3"/>
          <p:cNvSpPr/>
          <p:nvPr/>
        </p:nvSpPr>
        <p:spPr>
          <a:xfrm>
            <a:off x="0" y="0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Plan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000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555782" y="822664"/>
            <a:ext cx="4939030" cy="2162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indent="-304800"/>
            <a:r>
              <a:rPr sz="2000" spc="-5" dirty="0">
                <a:latin typeface="Rockwell"/>
                <a:cs typeface="Rockwell"/>
              </a:rPr>
              <a:t>PRINCE</a:t>
            </a:r>
            <a:r>
              <a:rPr sz="2000" dirty="0">
                <a:latin typeface="Rockwell"/>
                <a:cs typeface="Rockwell"/>
              </a:rPr>
              <a:t>2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spc="5" dirty="0">
                <a:latin typeface="Rockwell"/>
                <a:cs typeface="Rockwell"/>
              </a:rPr>
              <a:t>o</a:t>
            </a:r>
            <a:r>
              <a:rPr sz="2000" spc="-5" dirty="0">
                <a:latin typeface="Rockwell"/>
                <a:cs typeface="Rockwell"/>
              </a:rPr>
              <a:t>m</a:t>
            </a:r>
            <a:r>
              <a:rPr sz="2000" spc="-15" dirty="0">
                <a:latin typeface="Rockwell"/>
                <a:cs typeface="Rockwell"/>
              </a:rPr>
              <a:t>m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ds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l</a:t>
            </a:r>
            <a:r>
              <a:rPr sz="2000" spc="-70" dirty="0">
                <a:latin typeface="Rockwell"/>
                <a:cs typeface="Rockwell"/>
              </a:rPr>
              <a:t>e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ls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plan</a:t>
            </a:r>
          </a:p>
          <a:p>
            <a:pPr marL="317500" marR="3795395">
              <a:lnSpc>
                <a:spcPct val="200000"/>
              </a:lnSpc>
            </a:pP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ect </a:t>
            </a:r>
            <a:r>
              <a:rPr sz="2000" dirty="0">
                <a:latin typeface="Rockwell"/>
                <a:cs typeface="Rockwell"/>
              </a:rPr>
              <a:t>Sta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</a:p>
          <a:p>
            <a:pPr>
              <a:spcBef>
                <a:spcPts val="44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306705"/>
            <a:r>
              <a:rPr sz="2000" spc="-9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m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plans 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(</a:t>
            </a:r>
            <a:r>
              <a:rPr sz="2000" dirty="0">
                <a:latin typeface="Rockwell"/>
                <a:cs typeface="Rockwell"/>
              </a:rPr>
              <a:t>Op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io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l)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96571" y="3537782"/>
            <a:ext cx="3424077" cy="1538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2000" spc="3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20" dirty="0">
                <a:latin typeface="Rockwell"/>
                <a:cs typeface="Rockwell"/>
              </a:rPr>
              <a:t>f</a:t>
            </a:r>
            <a:r>
              <a:rPr sz="2000" dirty="0">
                <a:latin typeface="Rockwell"/>
                <a:cs typeface="Rockwell"/>
              </a:rPr>
              <a:t>i</a:t>
            </a:r>
            <a:r>
              <a:rPr sz="2000" spc="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st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plan 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o be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ted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 PRINC</a:t>
            </a:r>
            <a:r>
              <a:rPr sz="2000" spc="-10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2 is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 initiation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 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dirty="0">
                <a:latin typeface="Rockwell"/>
                <a:cs typeface="Rockwell"/>
              </a:rPr>
              <a:t>la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;</a:t>
            </a:r>
            <a:r>
              <a:rPr sz="2000" spc="-16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this plan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 c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ted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 </a:t>
            </a:r>
            <a:r>
              <a:rPr sz="2000" b="1" dirty="0">
                <a:latin typeface="Rockwell"/>
                <a:cs typeface="Rockwell"/>
              </a:rPr>
              <a:t>s</a:t>
            </a:r>
            <a:r>
              <a:rPr sz="2000" b="1" spc="-10" dirty="0">
                <a:latin typeface="Rockwell"/>
                <a:cs typeface="Rockwell"/>
              </a:rPr>
              <a:t>t</a:t>
            </a:r>
            <a:r>
              <a:rPr sz="2000" b="1" dirty="0">
                <a:latin typeface="Rockwell"/>
                <a:cs typeface="Rockwell"/>
              </a:rPr>
              <a:t>a</a:t>
            </a:r>
            <a:r>
              <a:rPr sz="2000" b="1" spc="75" dirty="0">
                <a:latin typeface="Rockwell"/>
                <a:cs typeface="Rockwell"/>
              </a:rPr>
              <a:t>r</a:t>
            </a:r>
            <a:r>
              <a:rPr sz="2000" b="1" spc="-5" dirty="0">
                <a:latin typeface="Rockwell"/>
                <a:cs typeface="Rockwell"/>
              </a:rPr>
              <a:t>t</a:t>
            </a:r>
            <a:r>
              <a:rPr sz="2000" b="1" spc="-10" dirty="0">
                <a:latin typeface="Rockwell"/>
                <a:cs typeface="Rockwell"/>
              </a:rPr>
              <a:t>i</a:t>
            </a:r>
            <a:r>
              <a:rPr sz="2000" b="1" dirty="0">
                <a:latin typeface="Rockwell"/>
                <a:cs typeface="Rockwell"/>
              </a:rPr>
              <a:t>ng</a:t>
            </a:r>
            <a:r>
              <a:rPr sz="2000" b="1" spc="15" dirty="0">
                <a:latin typeface="Rockwell"/>
                <a:cs typeface="Rockwell"/>
              </a:rPr>
              <a:t> </a:t>
            </a:r>
            <a:r>
              <a:rPr sz="2000" b="1" dirty="0">
                <a:latin typeface="Rockwell"/>
                <a:cs typeface="Rockwell"/>
              </a:rPr>
              <a:t>up</a:t>
            </a:r>
            <a:r>
              <a:rPr sz="2000" b="1" spc="-10" dirty="0">
                <a:latin typeface="Rockwell"/>
                <a:cs typeface="Rockwell"/>
              </a:rPr>
              <a:t> </a:t>
            </a:r>
            <a:r>
              <a:rPr sz="2000" b="1" dirty="0">
                <a:latin typeface="Rockwell"/>
                <a:cs typeface="Rockwell"/>
              </a:rPr>
              <a:t>a project</a:t>
            </a:r>
            <a:r>
              <a:rPr sz="2000" b="1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oc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.</a:t>
            </a:r>
            <a:endParaRPr sz="2000">
              <a:latin typeface="Rockwell"/>
              <a:cs typeface="Rockwel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74890" y="1435081"/>
            <a:ext cx="6422367" cy="46836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2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3"/>
          <p:cNvSpPr/>
          <p:nvPr/>
        </p:nvSpPr>
        <p:spPr>
          <a:xfrm>
            <a:off x="21265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Plan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94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18660" y="1000386"/>
            <a:ext cx="11358481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2000" spc="-5" dirty="0">
                <a:latin typeface="Rockwell"/>
                <a:cs typeface="Rockwell"/>
              </a:rPr>
              <a:t>PR</a:t>
            </a:r>
            <a:r>
              <a:rPr sz="2000" dirty="0">
                <a:latin typeface="Rockwell"/>
                <a:cs typeface="Rockwell"/>
              </a:rPr>
              <a:t>I</a:t>
            </a:r>
            <a:r>
              <a:rPr sz="2000" spc="-20" dirty="0">
                <a:latin typeface="Rockwell"/>
                <a:cs typeface="Rockwell"/>
              </a:rPr>
              <a:t>NCE</a:t>
            </a:r>
            <a:r>
              <a:rPr sz="2000" spc="-10" dirty="0">
                <a:latin typeface="Rockwell"/>
                <a:cs typeface="Rockwell"/>
              </a:rPr>
              <a:t>2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ses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p</a:t>
            </a:r>
            <a:r>
              <a:rPr sz="2000" spc="2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inci</a:t>
            </a:r>
            <a:r>
              <a:rPr sz="2000" spc="5" dirty="0">
                <a:latin typeface="Rockwell"/>
                <a:cs typeface="Rockwell"/>
              </a:rPr>
              <a:t>p</a:t>
            </a:r>
            <a:r>
              <a:rPr sz="2000" dirty="0">
                <a:latin typeface="Rockwell"/>
                <a:cs typeface="Rockwell"/>
              </a:rPr>
              <a:t>le</a:t>
            </a:r>
            <a:r>
              <a:rPr sz="2000" spc="-5" dirty="0">
                <a:latin typeface="Rockwell"/>
                <a:cs typeface="Rockwell"/>
              </a:rPr>
              <a:t> o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20" dirty="0">
                <a:latin typeface="Rockwell"/>
                <a:cs typeface="Rockwell"/>
              </a:rPr>
              <a:t> </a:t>
            </a:r>
            <a:r>
              <a:rPr sz="2000" b="1" dirty="0">
                <a:latin typeface="Rockwell"/>
                <a:cs typeface="Rockwell"/>
              </a:rPr>
              <a:t>m</a:t>
            </a:r>
            <a:r>
              <a:rPr sz="2000" b="1" spc="-10" dirty="0">
                <a:latin typeface="Rockwell"/>
                <a:cs typeface="Rockwell"/>
              </a:rPr>
              <a:t>a</a:t>
            </a:r>
            <a:r>
              <a:rPr sz="2000" b="1" dirty="0">
                <a:latin typeface="Rockwell"/>
                <a:cs typeface="Rockwell"/>
              </a:rPr>
              <a:t>na</a:t>
            </a:r>
            <a:r>
              <a:rPr sz="2000" b="1" spc="-40" dirty="0">
                <a:latin typeface="Rockwell"/>
                <a:cs typeface="Rockwell"/>
              </a:rPr>
              <a:t>g</a:t>
            </a:r>
            <a:r>
              <a:rPr sz="2000" b="1" spc="-5" dirty="0">
                <a:latin typeface="Rockwell"/>
                <a:cs typeface="Rockwell"/>
              </a:rPr>
              <a:t>e</a:t>
            </a:r>
            <a:r>
              <a:rPr sz="2000" b="1" spc="5" dirty="0">
                <a:latin typeface="Rockwell"/>
                <a:cs typeface="Rockwell"/>
              </a:rPr>
              <a:t>m</a:t>
            </a:r>
            <a:r>
              <a:rPr sz="2000" b="1" spc="-5" dirty="0">
                <a:latin typeface="Rockwell"/>
                <a:cs typeface="Rockwell"/>
              </a:rPr>
              <a:t>en</a:t>
            </a:r>
            <a:r>
              <a:rPr sz="2000" b="1" dirty="0">
                <a:latin typeface="Rockwell"/>
                <a:cs typeface="Rockwell"/>
              </a:rPr>
              <a:t>t</a:t>
            </a:r>
            <a:r>
              <a:rPr sz="2000" b="1" spc="20" dirty="0">
                <a:latin typeface="Rockwell"/>
                <a:cs typeface="Rockwell"/>
              </a:rPr>
              <a:t> </a:t>
            </a:r>
            <a:r>
              <a:rPr sz="2000" b="1" spc="-35" dirty="0">
                <a:latin typeface="Rockwell"/>
                <a:cs typeface="Rockwell"/>
              </a:rPr>
              <a:t>b</a:t>
            </a:r>
            <a:r>
              <a:rPr sz="2000" b="1" dirty="0">
                <a:latin typeface="Rockwell"/>
                <a:cs typeface="Rockwell"/>
              </a:rPr>
              <a:t>y</a:t>
            </a:r>
            <a:r>
              <a:rPr sz="2000" b="1" spc="-10" dirty="0">
                <a:latin typeface="Rockwell"/>
                <a:cs typeface="Rockwell"/>
              </a:rPr>
              <a:t> </a:t>
            </a:r>
            <a:r>
              <a:rPr sz="2000" b="1" spc="-5" dirty="0">
                <a:latin typeface="Rockwell"/>
                <a:cs typeface="Rockwell"/>
              </a:rPr>
              <a:t>ex</a:t>
            </a:r>
            <a:r>
              <a:rPr sz="2000" b="1" spc="-15" dirty="0">
                <a:latin typeface="Rockwell"/>
                <a:cs typeface="Rockwell"/>
              </a:rPr>
              <a:t>c</a:t>
            </a:r>
            <a:r>
              <a:rPr sz="2000" b="1" spc="-40" dirty="0">
                <a:latin typeface="Rockwell"/>
                <a:cs typeface="Rockwell"/>
              </a:rPr>
              <a:t>e</a:t>
            </a:r>
            <a:r>
              <a:rPr sz="2000" b="1" dirty="0">
                <a:latin typeface="Rockwell"/>
                <a:cs typeface="Rockwell"/>
              </a:rPr>
              <a:t>p</a:t>
            </a:r>
            <a:r>
              <a:rPr sz="2000" b="1" spc="5" dirty="0">
                <a:latin typeface="Rockwell"/>
                <a:cs typeface="Rockwell"/>
              </a:rPr>
              <a:t>t</a:t>
            </a:r>
            <a:r>
              <a:rPr sz="2000" b="1" dirty="0">
                <a:latin typeface="Rockwell"/>
                <a:cs typeface="Rockwell"/>
              </a:rPr>
              <a:t>io</a:t>
            </a:r>
            <a:r>
              <a:rPr sz="2000" b="1" spc="15" dirty="0">
                <a:latin typeface="Rockwell"/>
                <a:cs typeface="Rockwell"/>
              </a:rPr>
              <a:t>n</a:t>
            </a:r>
            <a:r>
              <a:rPr sz="2000" spc="-10" dirty="0">
                <a:latin typeface="Rockwell"/>
                <a:cs typeface="Rockwell"/>
              </a:rPr>
              <a:t>.</a:t>
            </a:r>
            <a:r>
              <a:rPr sz="2000" spc="-27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When</a:t>
            </a:r>
            <a:r>
              <a:rPr sz="2000" spc="-60" dirty="0">
                <a:latin typeface="Rockwell"/>
                <a:cs typeface="Rockwell"/>
              </a:rPr>
              <a:t>e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3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pl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n is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2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eca</a:t>
            </a:r>
            <a:r>
              <a:rPr sz="2000" spc="5" dirty="0">
                <a:latin typeface="Rockwell"/>
                <a:cs typeface="Rockwell"/>
              </a:rPr>
              <a:t>s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xceed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spc="-5" dirty="0">
                <a:latin typeface="Rockwell"/>
                <a:cs typeface="Rockwell"/>
              </a:rPr>
              <a:t>l</a:t>
            </a:r>
            <a:r>
              <a:rPr sz="2000" dirty="0">
                <a:latin typeface="Rockwell"/>
                <a:cs typeface="Rockwell"/>
              </a:rPr>
              <a:t>l</a:t>
            </a:r>
            <a:r>
              <a:rPr sz="2000" spc="-85" dirty="0">
                <a:latin typeface="Rockwell"/>
                <a:cs typeface="Rockwell"/>
              </a:rPr>
              <a:t>o</a:t>
            </a:r>
            <a:r>
              <a:rPr sz="2000" spc="-60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 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ole</a:t>
            </a:r>
            <a:r>
              <a:rPr sz="2000" spc="-4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anc</a:t>
            </a:r>
            <a:r>
              <a:rPr sz="2000" spc="-35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,</a:t>
            </a:r>
            <a:r>
              <a:rPr sz="2000" spc="-15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then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b="1" spc="-5" dirty="0">
                <a:latin typeface="Rockwell"/>
                <a:cs typeface="Rockwell"/>
              </a:rPr>
              <a:t>ex</a:t>
            </a:r>
            <a:r>
              <a:rPr sz="2000" b="1" spc="-15" dirty="0">
                <a:latin typeface="Rockwell"/>
                <a:cs typeface="Rockwell"/>
              </a:rPr>
              <a:t>c</a:t>
            </a:r>
            <a:r>
              <a:rPr sz="2000" b="1" spc="-40" dirty="0">
                <a:latin typeface="Rockwell"/>
                <a:cs typeface="Rockwell"/>
              </a:rPr>
              <a:t>e</a:t>
            </a:r>
            <a:r>
              <a:rPr sz="2000" b="1" dirty="0">
                <a:latin typeface="Rockwell"/>
                <a:cs typeface="Rockwell"/>
              </a:rPr>
              <a:t>p</a:t>
            </a:r>
            <a:r>
              <a:rPr sz="2000" b="1" spc="5" dirty="0">
                <a:latin typeface="Rockwell"/>
                <a:cs typeface="Rockwell"/>
              </a:rPr>
              <a:t>t</a:t>
            </a:r>
            <a:r>
              <a:rPr sz="2000" b="1" dirty="0">
                <a:latin typeface="Rockwell"/>
                <a:cs typeface="Rockwell"/>
              </a:rPr>
              <a:t>ion</a:t>
            </a:r>
            <a:r>
              <a:rPr sz="2000" b="1" spc="15" dirty="0">
                <a:latin typeface="Rockwell"/>
                <a:cs typeface="Rockwell"/>
              </a:rPr>
              <a:t> </a:t>
            </a:r>
            <a:r>
              <a:rPr sz="2000" b="1" spc="-5" dirty="0">
                <a:latin typeface="Rockwell"/>
                <a:cs typeface="Rockwell"/>
              </a:rPr>
              <a:t>r</a:t>
            </a:r>
            <a:r>
              <a:rPr sz="2000" b="1" spc="-40" dirty="0">
                <a:latin typeface="Rockwell"/>
                <a:cs typeface="Rockwell"/>
              </a:rPr>
              <a:t>e</a:t>
            </a:r>
            <a:r>
              <a:rPr sz="2000" b="1" dirty="0">
                <a:latin typeface="Rockwell"/>
                <a:cs typeface="Rockwell"/>
              </a:rPr>
              <a:t>po</a:t>
            </a:r>
            <a:r>
              <a:rPr sz="2000" b="1" spc="80" dirty="0">
                <a:latin typeface="Rockwell"/>
                <a:cs typeface="Rockwell"/>
              </a:rPr>
              <a:t>r</a:t>
            </a:r>
            <a:r>
              <a:rPr sz="2000" b="1" dirty="0">
                <a:latin typeface="Rockwell"/>
                <a:cs typeface="Rockwell"/>
              </a:rPr>
              <a:t>t</a:t>
            </a:r>
            <a:r>
              <a:rPr sz="2000" b="1" spc="40" dirty="0">
                <a:latin typeface="Rockwell"/>
                <a:cs typeface="Rockwell"/>
              </a:rPr>
              <a:t> </a:t>
            </a:r>
            <a:r>
              <a:rPr sz="2000" spc="-20" dirty="0">
                <a:latin typeface="Rockwell"/>
                <a:cs typeface="Rockwell"/>
              </a:rPr>
              <a:t>mus</a:t>
            </a:r>
            <a:r>
              <a:rPr sz="2000" spc="-10" dirty="0">
                <a:latin typeface="Rockwell"/>
                <a:cs typeface="Rockwell"/>
              </a:rPr>
              <a:t>t </a:t>
            </a:r>
            <a:r>
              <a:rPr sz="2000" dirty="0">
                <a:latin typeface="Rockwell"/>
                <a:cs typeface="Rockwell"/>
              </a:rPr>
              <a:t>be </a:t>
            </a:r>
            <a:r>
              <a:rPr sz="2000" spc="-10" dirty="0">
                <a:latin typeface="Rockwell"/>
                <a:cs typeface="Rockwell"/>
              </a:rPr>
              <a:t>c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eate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,</a:t>
            </a:r>
            <a:r>
              <a:rPr sz="2000" spc="-14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p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spc="1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po</a:t>
            </a:r>
            <a:r>
              <a:rPr sz="2000" spc="5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10" dirty="0">
                <a:latin typeface="Rockwell"/>
                <a:cs typeface="Rockwell"/>
              </a:rPr>
              <a:t>f</a:t>
            </a:r>
            <a:r>
              <a:rPr sz="2000" spc="30" dirty="0">
                <a:latin typeface="Rockwell"/>
                <a:cs typeface="Rockwell"/>
              </a:rPr>
              <a:t>f</a:t>
            </a:r>
            <a:r>
              <a:rPr sz="2000" spc="-15" dirty="0">
                <a:latin typeface="Rockwell"/>
                <a:cs typeface="Rockwell"/>
              </a:rPr>
              <a:t>ect</a:t>
            </a:r>
            <a:r>
              <a:rPr sz="2000" spc="-50" dirty="0">
                <a:latin typeface="Rockwell"/>
                <a:cs typeface="Rockwell"/>
              </a:rPr>
              <a:t>i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-35" dirty="0">
                <a:latin typeface="Rockwell"/>
                <a:cs typeface="Rockwell"/>
              </a:rPr>
              <a:t>l</a:t>
            </a:r>
            <a:r>
              <a:rPr sz="2000" spc="-15" dirty="0">
                <a:latin typeface="Rockwell"/>
                <a:cs typeface="Rockwell"/>
              </a:rPr>
              <a:t>y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spc="-10" dirty="0">
                <a:latin typeface="Rockwell"/>
                <a:cs typeface="Rockwell"/>
              </a:rPr>
              <a:t>tili</a:t>
            </a:r>
            <a:r>
              <a:rPr sz="2000" spc="-25" dirty="0">
                <a:latin typeface="Rockwell"/>
                <a:cs typeface="Rockwell"/>
              </a:rPr>
              <a:t>z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m</a:t>
            </a:r>
            <a:r>
              <a:rPr sz="2000" spc="-10" dirty="0">
                <a:latin typeface="Rockwell"/>
                <a:cs typeface="Rockwell"/>
              </a:rPr>
              <a:t>an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ement</a:t>
            </a:r>
            <a:r>
              <a:rPr sz="2000" dirty="0">
                <a:latin typeface="Rockwell"/>
                <a:cs typeface="Rockwell"/>
              </a:rPr>
              <a:t>s tim</a:t>
            </a:r>
            <a:r>
              <a:rPr sz="2000" spc="-4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.</a:t>
            </a:r>
            <a:endParaRPr sz="2000" dirty="0">
              <a:latin typeface="Rockwell"/>
              <a:cs typeface="Rockwell"/>
            </a:endParaRPr>
          </a:p>
          <a:p>
            <a:pPr>
              <a:spcBef>
                <a:spcPts val="34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155575"/>
            <a:r>
              <a:rPr sz="2000" spc="-10" dirty="0">
                <a:latin typeface="Rockwell"/>
                <a:cs typeface="Rockwell"/>
              </a:rPr>
              <a:t>If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eq</a:t>
            </a:r>
            <a:r>
              <a:rPr sz="2000" spc="-10" dirty="0">
                <a:latin typeface="Rockwell"/>
                <a:cs typeface="Rockwell"/>
              </a:rPr>
              <a:t>ui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ed</a:t>
            </a:r>
            <a:r>
              <a:rPr sz="2000" dirty="0">
                <a:latin typeface="Rockwell"/>
                <a:cs typeface="Rockwell"/>
              </a:rPr>
              <a:t>,</a:t>
            </a:r>
            <a:r>
              <a:rPr sz="2000" spc="-14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xception </a:t>
            </a:r>
            <a:r>
              <a:rPr sz="2000" spc="-10" dirty="0">
                <a:latin typeface="Rockwell"/>
                <a:cs typeface="Rockwell"/>
              </a:rPr>
              <a:t>pl</a:t>
            </a:r>
            <a:r>
              <a:rPr sz="2000" dirty="0">
                <a:latin typeface="Rockwell"/>
                <a:cs typeface="Rockwell"/>
              </a:rPr>
              <a:t>an</a:t>
            </a:r>
            <a:r>
              <a:rPr sz="2000" spc="-15" dirty="0">
                <a:latin typeface="Rockwell"/>
                <a:cs typeface="Rockwell"/>
              </a:rPr>
              <a:t> w</a:t>
            </a:r>
            <a:r>
              <a:rPr sz="2000" spc="-5" dirty="0">
                <a:latin typeface="Rockwell"/>
                <a:cs typeface="Rockwell"/>
              </a:rPr>
              <a:t>i</a:t>
            </a:r>
            <a:r>
              <a:rPr sz="2000" spc="-10" dirty="0">
                <a:latin typeface="Rockwell"/>
                <a:cs typeface="Rockwell"/>
              </a:rPr>
              <a:t>ll</a:t>
            </a:r>
            <a:r>
              <a:rPr sz="200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spc="-85" dirty="0">
                <a:latin typeface="Rockwell"/>
                <a:cs typeface="Rockwell"/>
              </a:rPr>
              <a:t>o</a:t>
            </a:r>
            <a:r>
              <a:rPr sz="2000" spc="-15" dirty="0">
                <a:latin typeface="Rockwell"/>
                <a:cs typeface="Rockwell"/>
              </a:rPr>
              <a:t>w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ep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spc="2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a</a:t>
            </a:r>
            <a:r>
              <a:rPr sz="2000" dirty="0">
                <a:latin typeface="Rockwell"/>
                <a:cs typeface="Rockwell"/>
              </a:rPr>
              <a:t>pp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op</a:t>
            </a:r>
            <a:r>
              <a:rPr sz="2000" spc="40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i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te </a:t>
            </a:r>
            <a:r>
              <a:rPr sz="2000" spc="-25" dirty="0">
                <a:latin typeface="Rockwell"/>
                <a:cs typeface="Rockwell"/>
              </a:rPr>
              <a:t>m</a:t>
            </a:r>
            <a:r>
              <a:rPr sz="2000" spc="-5" dirty="0">
                <a:latin typeface="Rockwell"/>
                <a:cs typeface="Rockwell"/>
              </a:rPr>
              <a:t>ana</a:t>
            </a:r>
            <a:r>
              <a:rPr sz="2000" spc="-3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emen</a:t>
            </a:r>
            <a:r>
              <a:rPr sz="2000" dirty="0">
                <a:latin typeface="Rockwell"/>
                <a:cs typeface="Rockwell"/>
              </a:rPr>
              <a:t>t l</a:t>
            </a:r>
            <a:r>
              <a:rPr sz="2000" spc="-65" dirty="0">
                <a:latin typeface="Rockwell"/>
                <a:cs typeface="Rockwell"/>
              </a:rPr>
              <a:t>ev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l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s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spc="-85" dirty="0">
                <a:latin typeface="Rockwell"/>
                <a:cs typeface="Rockwell"/>
              </a:rPr>
              <a:t>o</a:t>
            </a:r>
            <a:r>
              <a:rPr sz="2000" spc="-15" dirty="0">
                <a:latin typeface="Rockwell"/>
                <a:cs typeface="Rockwell"/>
              </a:rPr>
              <a:t>w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a</a:t>
            </a:r>
            <a:r>
              <a:rPr sz="2000" spc="-10" dirty="0">
                <a:latin typeface="Rockwell"/>
                <a:cs typeface="Rockwell"/>
              </a:rPr>
              <a:t>c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ions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eq</a:t>
            </a:r>
            <a:r>
              <a:rPr sz="2000" spc="-10" dirty="0">
                <a:latin typeface="Rockwell"/>
                <a:cs typeface="Rockwell"/>
              </a:rPr>
              <a:t>ui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 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o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spc="-75" dirty="0">
                <a:latin typeface="Rockwell"/>
                <a:cs typeface="Rockwell"/>
              </a:rPr>
              <a:t>o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f</a:t>
            </a:r>
            <a:r>
              <a:rPr sz="2000" spc="-7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m 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10" dirty="0">
                <a:latin typeface="Rockwell"/>
                <a:cs typeface="Rockwell"/>
              </a:rPr>
              <a:t>f</a:t>
            </a:r>
            <a:r>
              <a:rPr sz="2000" spc="30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ect</a:t>
            </a:r>
            <a:r>
              <a:rPr sz="2000" dirty="0">
                <a:latin typeface="Rockwell"/>
                <a:cs typeface="Rockwell"/>
              </a:rPr>
              <a:t>s </a:t>
            </a:r>
            <a:r>
              <a:rPr sz="2000" spc="-5" dirty="0">
                <a:latin typeface="Rockwell"/>
                <a:cs typeface="Rockwell"/>
              </a:rPr>
              <a:t>of 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tole</a:t>
            </a:r>
            <a:r>
              <a:rPr sz="2000" spc="-5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ance d</a:t>
            </a:r>
            <a:r>
              <a:rPr sz="2000" spc="-6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viation.</a:t>
            </a:r>
            <a:r>
              <a:rPr sz="2000" spc="-16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If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xception</a:t>
            </a:r>
            <a:r>
              <a:rPr sz="2000" spc="-10" dirty="0">
                <a:latin typeface="Rockwell"/>
                <a:cs typeface="Rockwell"/>
              </a:rPr>
              <a:t> pl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ap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75" dirty="0">
                <a:latin typeface="Rockwell"/>
                <a:cs typeface="Rockwell"/>
              </a:rPr>
              <a:t>ro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 </a:t>
            </a:r>
            <a:r>
              <a:rPr sz="2000" spc="-10" dirty="0">
                <a:latin typeface="Rockwell"/>
                <a:cs typeface="Rockwell"/>
              </a:rPr>
              <a:t>it </a:t>
            </a:r>
            <a:r>
              <a:rPr sz="2000" spc="-1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i</a:t>
            </a:r>
            <a:r>
              <a:rPr sz="2000" spc="-10" dirty="0">
                <a:latin typeface="Rockwell"/>
                <a:cs typeface="Rockwell"/>
              </a:rPr>
              <a:t>ll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ep</a:t>
            </a:r>
            <a:r>
              <a:rPr sz="2000" dirty="0">
                <a:latin typeface="Rockwell"/>
                <a:cs typeface="Rockwell"/>
              </a:rPr>
              <a:t>lace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35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igin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spc="-10" dirty="0">
                <a:latin typeface="Rockwell"/>
                <a:cs typeface="Rockwell"/>
              </a:rPr>
              <a:t>l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henc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become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n</a:t>
            </a:r>
            <a:r>
              <a:rPr sz="2000" spc="-35" dirty="0">
                <a:latin typeface="Rockwell"/>
                <a:cs typeface="Rockwell"/>
              </a:rPr>
              <a:t>e</a:t>
            </a:r>
            <a:r>
              <a:rPr sz="2000" spc="-15" dirty="0">
                <a:latin typeface="Rockwell"/>
                <a:cs typeface="Rockwell"/>
              </a:rPr>
              <a:t>w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ba</a:t>
            </a:r>
            <a:r>
              <a:rPr sz="2000" dirty="0">
                <a:latin typeface="Rockwell"/>
                <a:cs typeface="Rockwell"/>
              </a:rPr>
              <a:t>se</a:t>
            </a:r>
            <a:r>
              <a:rPr sz="2000" spc="5" dirty="0">
                <a:latin typeface="Rockwell"/>
                <a:cs typeface="Rockwell"/>
              </a:rPr>
              <a:t>l</a:t>
            </a:r>
            <a:r>
              <a:rPr sz="2000" dirty="0">
                <a:latin typeface="Rockwell"/>
                <a:cs typeface="Rockwell"/>
              </a:rPr>
              <a:t>ined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pl</a:t>
            </a:r>
            <a:r>
              <a:rPr sz="2000" dirty="0">
                <a:latin typeface="Rockwell"/>
                <a:cs typeface="Rockwell"/>
              </a:rPr>
              <a:t>an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(</a:t>
            </a:r>
            <a:r>
              <a:rPr sz="2000" spc="20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 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sta</a:t>
            </a:r>
            <a:r>
              <a:rPr sz="2000" spc="-45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 l</a:t>
            </a:r>
            <a:r>
              <a:rPr sz="2000" spc="-60" dirty="0">
                <a:latin typeface="Rockwell"/>
                <a:cs typeface="Rockwell"/>
              </a:rPr>
              <a:t>e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el).</a:t>
            </a:r>
            <a:endParaRPr sz="2000" dirty="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21265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Plan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578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0" y="6453186"/>
            <a:ext cx="9144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8044" y="1024764"/>
            <a:ext cx="11314146" cy="3385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83515" algn="just"/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n </a:t>
            </a:r>
            <a:r>
              <a:rPr sz="2000" spc="-1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xception </a:t>
            </a:r>
            <a:r>
              <a:rPr sz="2000" spc="-10" dirty="0">
                <a:latin typeface="Rockwell"/>
                <a:cs typeface="Rockwell"/>
              </a:rPr>
              <a:t>pl</a:t>
            </a:r>
            <a:r>
              <a:rPr sz="2000" dirty="0">
                <a:latin typeface="Rockwell"/>
                <a:cs typeface="Rockwell"/>
              </a:rPr>
              <a:t>an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at</a:t>
            </a:r>
            <a:r>
              <a:rPr sz="200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l</a:t>
            </a:r>
            <a:r>
              <a:rPr sz="2000" spc="-60" dirty="0">
                <a:latin typeface="Rockwell"/>
                <a:cs typeface="Rockwell"/>
              </a:rPr>
              <a:t>e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l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20" dirty="0">
                <a:latin typeface="Rockwell"/>
                <a:cs typeface="Rockwell"/>
              </a:rPr>
              <a:t>mus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 be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4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25" dirty="0">
                <a:latin typeface="Rockwell"/>
                <a:cs typeface="Rockwell"/>
              </a:rPr>
              <a:t>r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90" dirty="0">
                <a:latin typeface="Rockwell"/>
                <a:cs typeface="Rockwell"/>
              </a:rPr>
              <a:t>b</a:t>
            </a:r>
            <a:r>
              <a:rPr sz="2000" spc="-15" dirty="0">
                <a:latin typeface="Rockwell"/>
                <a:cs typeface="Rockwell"/>
              </a:rPr>
              <a:t>y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30" dirty="0">
                <a:latin typeface="Rockwell"/>
                <a:cs typeface="Rockwell"/>
              </a:rPr>
              <a:t> </a:t>
            </a:r>
            <a:r>
              <a:rPr sz="2000" b="1" dirty="0">
                <a:latin typeface="Rockwell"/>
                <a:cs typeface="Rockwell"/>
              </a:rPr>
              <a:t>project</a:t>
            </a:r>
            <a:r>
              <a:rPr sz="2000" b="1" spc="10" dirty="0">
                <a:latin typeface="Rockwell"/>
                <a:cs typeface="Rockwell"/>
              </a:rPr>
              <a:t> </a:t>
            </a:r>
            <a:r>
              <a:rPr sz="2000" b="1" dirty="0">
                <a:latin typeface="Rockwell"/>
                <a:cs typeface="Rockwell"/>
              </a:rPr>
              <a:t>board</a:t>
            </a:r>
            <a:r>
              <a:rPr sz="2000" b="1" spc="15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p to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</a:t>
            </a:r>
            <a:r>
              <a:rPr sz="2000" spc="2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po</a:t>
            </a:r>
            <a:r>
              <a:rPr sz="2000" spc="-40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ate</a:t>
            </a:r>
            <a:r>
              <a:rPr sz="2000" spc="-5" dirty="0">
                <a:latin typeface="Rockwell"/>
                <a:cs typeface="Rockwell"/>
              </a:rPr>
              <a:t> o</a:t>
            </a:r>
            <a:r>
              <a:rPr sz="2000" dirty="0">
                <a:latin typeface="Rockwell"/>
                <a:cs typeface="Rockwell"/>
              </a:rPr>
              <a:t>r 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og</a:t>
            </a:r>
            <a:r>
              <a:rPr sz="2000" spc="-40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spc="-15" dirty="0">
                <a:latin typeface="Rockwell"/>
                <a:cs typeface="Rockwell"/>
              </a:rPr>
              <a:t>m</a:t>
            </a:r>
            <a:r>
              <a:rPr sz="2000" spc="-5" dirty="0">
                <a:latin typeface="Rockwell"/>
                <a:cs typeface="Rockwell"/>
              </a:rPr>
              <a:t>m</a:t>
            </a:r>
            <a:r>
              <a:rPr sz="2000" dirty="0">
                <a:latin typeface="Rockwell"/>
                <a:cs typeface="Rockwell"/>
              </a:rPr>
              <a:t>e </a:t>
            </a:r>
            <a:r>
              <a:rPr sz="2000" spc="-5" dirty="0">
                <a:latin typeface="Rockwell"/>
                <a:cs typeface="Rockwell"/>
              </a:rPr>
              <a:t>man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emen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</a:t>
            </a:r>
            <a:r>
              <a:rPr sz="2000" spc="-80" dirty="0">
                <a:latin typeface="Rockwell"/>
                <a:cs typeface="Rockwell"/>
              </a:rPr>
              <a:t>e</a:t>
            </a:r>
            <a:r>
              <a:rPr sz="2000" spc="-15" dirty="0">
                <a:latin typeface="Rockwell"/>
                <a:cs typeface="Rockwell"/>
              </a:rPr>
              <a:t>y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spc="-5" dirty="0">
                <a:latin typeface="Rockwell"/>
                <a:cs typeface="Rockwell"/>
              </a:rPr>
              <a:t>lon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spc="-35" dirty="0">
                <a:latin typeface="Rockwell"/>
                <a:cs typeface="Rockwell"/>
              </a:rPr>
              <a:t>a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a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tho</a:t>
            </a:r>
            <a:r>
              <a:rPr sz="2000" spc="35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ity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 </a:t>
            </a:r>
            <a:r>
              <a:rPr sz="2000" spc="-10" dirty="0">
                <a:latin typeface="Rockwell"/>
                <a:cs typeface="Rockwell"/>
              </a:rPr>
              <a:t>ap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75" dirty="0">
                <a:latin typeface="Rockwell"/>
                <a:cs typeface="Rockwell"/>
              </a:rPr>
              <a:t>ro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such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plan.</a:t>
            </a:r>
            <a:endParaRPr sz="2000" dirty="0">
              <a:latin typeface="Rockwell"/>
              <a:cs typeface="Rockwell"/>
            </a:endParaRPr>
          </a:p>
          <a:p>
            <a:pPr>
              <a:spcBef>
                <a:spcPts val="34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212725" indent="54610"/>
            <a:r>
              <a:rPr sz="2000" spc="-10" dirty="0">
                <a:latin typeface="Rockwell"/>
                <a:cs typeface="Rockwell"/>
              </a:rPr>
              <a:t>If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xception</a:t>
            </a:r>
            <a:r>
              <a:rPr sz="2000" spc="-10" dirty="0">
                <a:latin typeface="Rockwell"/>
                <a:cs typeface="Rockwell"/>
              </a:rPr>
              <a:t> pl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ep</a:t>
            </a:r>
            <a:r>
              <a:rPr sz="2000" dirty="0">
                <a:latin typeface="Rockwell"/>
                <a:cs typeface="Rockwell"/>
              </a:rPr>
              <a:t>lace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s</a:t>
            </a:r>
            <a:r>
              <a:rPr sz="2000" spc="-10" dirty="0">
                <a:latin typeface="Rockwell"/>
                <a:cs typeface="Rockwell"/>
              </a:rPr>
              <a:t>ta</a:t>
            </a:r>
            <a:r>
              <a:rPr sz="2000" spc="-5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 plan,</a:t>
            </a:r>
            <a:r>
              <a:rPr sz="2000" spc="-16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then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boa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 </a:t>
            </a:r>
            <a:r>
              <a:rPr sz="2000" spc="-5" dirty="0">
                <a:latin typeface="Rockwell"/>
                <a:cs typeface="Rockwell"/>
              </a:rPr>
              <a:t>has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autho</a:t>
            </a:r>
            <a:r>
              <a:rPr sz="2000" spc="20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ity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5" dirty="0">
                <a:latin typeface="Rockwell"/>
                <a:cs typeface="Rockwell"/>
              </a:rPr>
              <a:t> a</a:t>
            </a:r>
            <a:r>
              <a:rPr sz="2000" dirty="0">
                <a:latin typeface="Rockwell"/>
                <a:cs typeface="Rockwell"/>
              </a:rPr>
              <a:t>pp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75" dirty="0">
                <a:latin typeface="Rockwell"/>
                <a:cs typeface="Rockwell"/>
              </a:rPr>
              <a:t>o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 it.</a:t>
            </a:r>
            <a:endParaRPr sz="2000" dirty="0">
              <a:latin typeface="Rockwell"/>
              <a:cs typeface="Rockwell"/>
            </a:endParaRPr>
          </a:p>
          <a:p>
            <a:pPr>
              <a:spcBef>
                <a:spcPts val="32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5080" indent="54610"/>
            <a:r>
              <a:rPr sz="2000" spc="-10" dirty="0">
                <a:latin typeface="Rockwell"/>
                <a:cs typeface="Rockwell"/>
              </a:rPr>
              <a:t>If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m</a:t>
            </a:r>
            <a:r>
              <a:rPr sz="2000" spc="-5" dirty="0">
                <a:latin typeface="Rockwell"/>
                <a:cs typeface="Rockwell"/>
              </a:rPr>
              <a:t>ana</a:t>
            </a:r>
            <a:r>
              <a:rPr sz="2000" spc="-3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ha</a:t>
            </a:r>
            <a:r>
              <a:rPr sz="2000" dirty="0">
                <a:latin typeface="Rockwell"/>
                <a:cs typeface="Rockwell"/>
              </a:rPr>
              <a:t>s set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tole</a:t>
            </a:r>
            <a:r>
              <a:rPr sz="2000" spc="-5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ances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at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b="1" spc="-65" dirty="0">
                <a:latin typeface="Rockwell"/>
                <a:cs typeface="Rockwell"/>
              </a:rPr>
              <a:t>w</a:t>
            </a:r>
            <a:r>
              <a:rPr sz="2000" b="1" spc="-5" dirty="0">
                <a:latin typeface="Rockwell"/>
                <a:cs typeface="Rockwell"/>
              </a:rPr>
              <a:t>or</a:t>
            </a:r>
            <a:r>
              <a:rPr sz="2000" b="1" dirty="0">
                <a:latin typeface="Rockwell"/>
                <a:cs typeface="Rockwell"/>
              </a:rPr>
              <a:t>k</a:t>
            </a:r>
            <a:r>
              <a:rPr sz="2000" b="1" spc="15" dirty="0">
                <a:latin typeface="Rockwell"/>
                <a:cs typeface="Rockwell"/>
              </a:rPr>
              <a:t> </a:t>
            </a:r>
            <a:r>
              <a:rPr sz="2000" b="1" spc="-15" dirty="0">
                <a:latin typeface="Rockwell"/>
                <a:cs typeface="Rockwell"/>
              </a:rPr>
              <a:t>pa</a:t>
            </a:r>
            <a:r>
              <a:rPr sz="2000" b="1" spc="-50" dirty="0">
                <a:latin typeface="Rockwell"/>
                <a:cs typeface="Rockwell"/>
              </a:rPr>
              <a:t>c</a:t>
            </a:r>
            <a:r>
              <a:rPr sz="2000" b="1" dirty="0">
                <a:latin typeface="Rockwell"/>
                <a:cs typeface="Rockwell"/>
              </a:rPr>
              <a:t>ka</a:t>
            </a:r>
            <a:r>
              <a:rPr sz="2000" b="1" spc="-40" dirty="0">
                <a:latin typeface="Rockwell"/>
                <a:cs typeface="Rockwell"/>
              </a:rPr>
              <a:t>g</a:t>
            </a:r>
            <a:r>
              <a:rPr sz="2000" b="1" dirty="0">
                <a:latin typeface="Rockwell"/>
                <a:cs typeface="Rockwell"/>
              </a:rPr>
              <a:t>e</a:t>
            </a:r>
            <a:r>
              <a:rPr sz="2000" b="1" spc="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l</a:t>
            </a:r>
            <a:r>
              <a:rPr sz="2000" spc="-60" dirty="0">
                <a:latin typeface="Rockwell"/>
                <a:cs typeface="Rockwell"/>
              </a:rPr>
              <a:t>e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el</a:t>
            </a:r>
            <a:r>
              <a:rPr sz="2000" dirty="0">
                <a:latin typeface="Rockwell"/>
                <a:cs typeface="Rockwell"/>
              </a:rPr>
              <a:t>,</a:t>
            </a:r>
            <a:r>
              <a:rPr sz="2000" spc="-13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 </a:t>
            </a:r>
            <a:r>
              <a:rPr sz="2000" spc="-15" dirty="0">
                <a:latin typeface="Rockwell"/>
                <a:cs typeface="Rockwell"/>
              </a:rPr>
              <a:t>team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m</a:t>
            </a:r>
            <a:r>
              <a:rPr sz="2000" spc="-5" dirty="0">
                <a:latin typeface="Rockwell"/>
                <a:cs typeface="Rockwell"/>
              </a:rPr>
              <a:t>ana</a:t>
            </a:r>
            <a:r>
              <a:rPr sz="2000" spc="-3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</a:t>
            </a:r>
            <a:r>
              <a:rPr sz="2000" spc="-5" dirty="0">
                <a:latin typeface="Rockwell"/>
                <a:cs typeface="Rockwell"/>
              </a:rPr>
              <a:t> n</a:t>
            </a:r>
            <a:r>
              <a:rPr sz="2000" spc="-85" dirty="0">
                <a:latin typeface="Rockwell"/>
                <a:cs typeface="Rockwell"/>
              </a:rPr>
              <a:t>o</a:t>
            </a:r>
            <a:r>
              <a:rPr sz="2000" spc="-15" dirty="0">
                <a:latin typeface="Rockwell"/>
                <a:cs typeface="Rockwell"/>
              </a:rPr>
              <a:t>w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spc="2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eca</a:t>
            </a:r>
            <a:r>
              <a:rPr sz="2000" spc="5" dirty="0">
                <a:latin typeface="Rockwell"/>
                <a:cs typeface="Rockwell"/>
              </a:rPr>
              <a:t>s</a:t>
            </a:r>
            <a:r>
              <a:rPr sz="2000" spc="-10" dirty="0">
                <a:latin typeface="Rockwell"/>
                <a:cs typeface="Rockwell"/>
              </a:rPr>
              <a:t>ting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that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such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tole</a:t>
            </a:r>
            <a:r>
              <a:rPr sz="2000" spc="-5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ances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i</a:t>
            </a:r>
            <a:r>
              <a:rPr sz="2000" spc="-10" dirty="0">
                <a:latin typeface="Rockwell"/>
                <a:cs typeface="Rockwell"/>
              </a:rPr>
              <a:t>ll</a:t>
            </a:r>
            <a:r>
              <a:rPr sz="2000" dirty="0">
                <a:latin typeface="Rockwell"/>
                <a:cs typeface="Rockwell"/>
              </a:rPr>
              <a:t> be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xceeded</a:t>
            </a:r>
            <a:r>
              <a:rPr sz="2000" spc="-10" dirty="0">
                <a:latin typeface="Rockwell"/>
                <a:cs typeface="Rockwell"/>
              </a:rPr>
              <a:t>,</a:t>
            </a:r>
            <a:r>
              <a:rPr sz="2000" spc="-14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then an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</a:t>
            </a:r>
            <a:r>
              <a:rPr sz="2000" spc="5" dirty="0">
                <a:latin typeface="Rockwell"/>
                <a:cs typeface="Rockwell"/>
              </a:rPr>
              <a:t>s</a:t>
            </a:r>
            <a:r>
              <a:rPr sz="2000" spc="-10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e 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s </a:t>
            </a:r>
            <a:r>
              <a:rPr sz="2000" spc="-5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ai</a:t>
            </a:r>
            <a:r>
              <a:rPr sz="2000" spc="5" dirty="0">
                <a:latin typeface="Rockwell"/>
                <a:cs typeface="Rockwell"/>
              </a:rPr>
              <a:t>s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</a:t>
            </a:r>
            <a:r>
              <a:rPr sz="2000" spc="3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ing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this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at</a:t>
            </a:r>
            <a:r>
              <a:rPr sz="2000" spc="-5" dirty="0">
                <a:latin typeface="Rockwell"/>
                <a:cs typeface="Rockwell"/>
              </a:rPr>
              <a:t>tent</a:t>
            </a:r>
            <a:r>
              <a:rPr sz="2000" dirty="0">
                <a:latin typeface="Rockwell"/>
                <a:cs typeface="Rockwell"/>
              </a:rPr>
              <a:t>ion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m</a:t>
            </a:r>
            <a:r>
              <a:rPr sz="2000" dirty="0">
                <a:latin typeface="Rockwell"/>
                <a:cs typeface="Rockwell"/>
              </a:rPr>
              <a:t>ana</a:t>
            </a:r>
            <a:r>
              <a:rPr sz="2000" spc="-3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-10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,</a:t>
            </a:r>
            <a:r>
              <a:rPr sz="2000" spc="-175" dirty="0">
                <a:latin typeface="Rockwell"/>
                <a:cs typeface="Rockwell"/>
              </a:rPr>
              <a:t> </a:t>
            </a:r>
            <a:r>
              <a:rPr sz="2000" spc="-3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o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will deter</a:t>
            </a:r>
            <a:r>
              <a:rPr sz="2000" spc="-5" dirty="0">
                <a:latin typeface="Rockwell"/>
                <a:cs typeface="Rockwell"/>
              </a:rPr>
              <a:t>mi</a:t>
            </a:r>
            <a:r>
              <a:rPr sz="2000" dirty="0">
                <a:latin typeface="Rockwell"/>
                <a:cs typeface="Rockwell"/>
              </a:rPr>
              <a:t>ne</a:t>
            </a:r>
            <a:r>
              <a:rPr sz="2000" spc="-10" dirty="0">
                <a:latin typeface="Rockwell"/>
                <a:cs typeface="Rockwell"/>
              </a:rPr>
              <a:t> if</a:t>
            </a:r>
            <a:r>
              <a:rPr sz="2000" dirty="0">
                <a:latin typeface="Rockwell"/>
                <a:cs typeface="Rockwell"/>
              </a:rPr>
              <a:t> this issue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can be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eso</a:t>
            </a:r>
            <a:r>
              <a:rPr sz="2000" spc="5" dirty="0">
                <a:latin typeface="Rockwell"/>
                <a:cs typeface="Rockwell"/>
              </a:rPr>
              <a:t>l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thin</a:t>
            </a:r>
            <a:r>
              <a:rPr sz="2000" spc="-10" dirty="0">
                <a:latin typeface="Rockwell"/>
                <a:cs typeface="Rockwell"/>
              </a:rPr>
              <a:t> sta</a:t>
            </a:r>
            <a:r>
              <a:rPr sz="2000" spc="-45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tole</a:t>
            </a:r>
            <a:r>
              <a:rPr sz="2000" spc="-5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ance l</a:t>
            </a:r>
            <a:r>
              <a:rPr sz="2000" spc="-60" dirty="0">
                <a:latin typeface="Rockwell"/>
                <a:cs typeface="Rockwell"/>
              </a:rPr>
              <a:t>e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el</a:t>
            </a:r>
            <a:r>
              <a:rPr sz="2000" spc="5" dirty="0">
                <a:latin typeface="Rockwell"/>
                <a:cs typeface="Rockwell"/>
              </a:rPr>
              <a:t>s</a:t>
            </a:r>
            <a:r>
              <a:rPr sz="2000" spc="-10" dirty="0">
                <a:latin typeface="Rockwell"/>
                <a:cs typeface="Rockwell"/>
              </a:rPr>
              <a:t>.</a:t>
            </a:r>
            <a:r>
              <a:rPr sz="2000" spc="-15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If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</a:t>
            </a:r>
            <a:r>
              <a:rPr sz="2000" spc="25" dirty="0">
                <a:latin typeface="Rockwell"/>
                <a:cs typeface="Rockwell"/>
              </a:rPr>
              <a:t>r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15" dirty="0">
                <a:latin typeface="Rockwell"/>
                <a:cs typeface="Rockwell"/>
              </a:rPr>
              <a:t>ect</a:t>
            </a:r>
            <a:r>
              <a:rPr sz="2000" spc="-50" dirty="0">
                <a:latin typeface="Rockwell"/>
                <a:cs typeface="Rockwell"/>
              </a:rPr>
              <a:t>i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 action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 </a:t>
            </a:r>
            <a:r>
              <a:rPr sz="2000" spc="-5" dirty="0">
                <a:latin typeface="Rockwell"/>
                <a:cs typeface="Rockwell"/>
              </a:rPr>
              <a:t>neede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ap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75" dirty="0">
                <a:latin typeface="Rockwell"/>
                <a:cs typeface="Rockwell"/>
              </a:rPr>
              <a:t>ro</a:t>
            </a:r>
            <a:r>
              <a:rPr sz="2000" spc="-6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 </a:t>
            </a:r>
            <a:r>
              <a:rPr sz="2000" spc="-90" dirty="0">
                <a:latin typeface="Rockwell"/>
                <a:cs typeface="Rockwell"/>
              </a:rPr>
              <a:t>b</a:t>
            </a:r>
            <a:r>
              <a:rPr sz="2000" spc="-15" dirty="0">
                <a:latin typeface="Rockwell"/>
                <a:cs typeface="Rockwell"/>
              </a:rPr>
              <a:t>y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m</a:t>
            </a:r>
            <a:r>
              <a:rPr sz="2000" spc="-5" dirty="0">
                <a:latin typeface="Rockwell"/>
                <a:cs typeface="Rockwell"/>
              </a:rPr>
              <a:t>ana</a:t>
            </a:r>
            <a:r>
              <a:rPr sz="2000" spc="-3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-114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,</a:t>
            </a:r>
            <a:r>
              <a:rPr sz="2000" spc="-16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then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this </a:t>
            </a:r>
            <a:r>
              <a:rPr sz="2000" spc="-25" dirty="0">
                <a:latin typeface="Rockwell"/>
                <a:cs typeface="Rockwell"/>
              </a:rPr>
              <a:t>m</a:t>
            </a:r>
            <a:r>
              <a:rPr sz="2000" spc="-40" dirty="0">
                <a:latin typeface="Rockwell"/>
                <a:cs typeface="Rockwell"/>
              </a:rPr>
              <a:t>a</a:t>
            </a:r>
            <a:r>
              <a:rPr sz="2000" spc="-15" dirty="0">
                <a:latin typeface="Rockwell"/>
                <a:cs typeface="Rockwell"/>
              </a:rPr>
              <a:t>y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15" dirty="0">
                <a:latin typeface="Rockwell"/>
                <a:cs typeface="Rockwell"/>
              </a:rPr>
              <a:t>esul</a:t>
            </a:r>
            <a:r>
              <a:rPr sz="2000" spc="-10" dirty="0">
                <a:latin typeface="Rockwell"/>
                <a:cs typeface="Rockwell"/>
              </a:rPr>
              <a:t>t </a:t>
            </a:r>
            <a:r>
              <a:rPr sz="2000" spc="-90" dirty="0">
                <a:latin typeface="Rockwell"/>
                <a:cs typeface="Rockwell"/>
              </a:rPr>
              <a:t>b</a:t>
            </a:r>
            <a:r>
              <a:rPr sz="2000" spc="-15" dirty="0">
                <a:latin typeface="Rockwell"/>
                <a:cs typeface="Rockwell"/>
              </a:rPr>
              <a:t>y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pd</a:t>
            </a:r>
            <a:r>
              <a:rPr sz="2000" spc="-10" dirty="0">
                <a:latin typeface="Rockwell"/>
                <a:cs typeface="Rockwell"/>
              </a:rPr>
              <a:t>ate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2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o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c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spc="15" dirty="0">
                <a:latin typeface="Rockwell"/>
                <a:cs typeface="Rockwell"/>
              </a:rPr>
              <a:t>r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en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7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-3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k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cka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autho</a:t>
            </a:r>
            <a:r>
              <a:rPr sz="2000" spc="2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izing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spc="-35" dirty="0">
                <a:latin typeface="Rockwell"/>
                <a:cs typeface="Rockwell"/>
              </a:rPr>
              <a:t>e</a:t>
            </a:r>
            <a:r>
              <a:rPr sz="2000" spc="-1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7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-3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k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cka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4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.</a:t>
            </a:r>
            <a:endParaRPr sz="2000" dirty="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21265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Plan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888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0" y="6453186"/>
            <a:ext cx="9144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78330" y="910397"/>
            <a:ext cx="8810078" cy="57453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0" y="0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Plan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027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0" y="6453186"/>
            <a:ext cx="9144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4339" y="876147"/>
            <a:ext cx="11087950" cy="38369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20"/>
            <a:r>
              <a:rPr sz="2000" b="1" dirty="0">
                <a:latin typeface="Rockwell" charset="0"/>
                <a:ea typeface="Rockwell" charset="0"/>
                <a:cs typeface="Rockwell" charset="0"/>
              </a:rPr>
              <a:t>Identify</a:t>
            </a:r>
            <a:r>
              <a:rPr sz="2000" b="1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b="1" spc="-5" dirty="0">
                <a:latin typeface="Rockwell" charset="0"/>
                <a:ea typeface="Rockwell" charset="0"/>
                <a:cs typeface="Rockwell" charset="0"/>
              </a:rPr>
              <a:t>Activitie</a:t>
            </a:r>
            <a:r>
              <a:rPr sz="2000" b="1" dirty="0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sz="2000" b="1" spc="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b="1" spc="-10" dirty="0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sz="2000" b="1" dirty="0">
                <a:latin typeface="Rockwell" charset="0"/>
                <a:ea typeface="Rockwell" charset="0"/>
                <a:cs typeface="Rockwell" charset="0"/>
              </a:rPr>
              <a:t>nd </a:t>
            </a:r>
            <a:r>
              <a:rPr sz="2000" b="1" spc="-10" dirty="0">
                <a:latin typeface="Rockwell" charset="0"/>
                <a:ea typeface="Rockwell" charset="0"/>
                <a:cs typeface="Rockwell" charset="0"/>
              </a:rPr>
              <a:t>D</a:t>
            </a:r>
            <a:r>
              <a:rPr sz="2000" b="1" spc="-40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sz="2000" b="1" dirty="0">
                <a:latin typeface="Rockwell" charset="0"/>
                <a:ea typeface="Rockwell" charset="0"/>
                <a:cs typeface="Rockwell" charset="0"/>
              </a:rPr>
              <a:t>pendencies</a:t>
            </a:r>
          </a:p>
          <a:p>
            <a:pPr marL="12700">
              <a:spcBef>
                <a:spcPts val="1580"/>
              </a:spcBef>
            </a:pP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It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400" spc="-4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400" spc="-70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sz="2400" spc="-45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es</a:t>
            </a:r>
            <a:endParaRPr sz="2400" dirty="0">
              <a:latin typeface="Rockwell"/>
              <a:cs typeface="Rockwell"/>
            </a:endParaRPr>
          </a:p>
          <a:p>
            <a:pPr marL="317500"/>
            <a:r>
              <a:rPr lang="fr-CH" sz="2400" dirty="0">
                <a:latin typeface="Times New Roman"/>
                <a:cs typeface="Times New Roman"/>
              </a:rPr>
              <a:t>-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De</a:t>
            </a:r>
            <a:r>
              <a:rPr sz="2400" spc="2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ine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act</a:t>
            </a:r>
            <a:r>
              <a:rPr sz="2400" spc="-3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ties</a:t>
            </a:r>
            <a:r>
              <a:rPr sz="24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q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ui</a:t>
            </a:r>
            <a:r>
              <a:rPr sz="2400" spc="-9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400" spc="-3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to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c</a:t>
            </a:r>
            <a:r>
              <a:rPr sz="24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te</a:t>
            </a:r>
            <a:r>
              <a:rPr sz="24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8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oduct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8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j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ect</a:t>
            </a:r>
            <a:endParaRPr sz="2400" dirty="0">
              <a:latin typeface="Rockwell"/>
              <a:cs typeface="Rockwell"/>
            </a:endParaRPr>
          </a:p>
          <a:p>
            <a:pPr>
              <a:spcBef>
                <a:spcPts val="44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 marR="5080" indent="304800" algn="just"/>
            <a:r>
              <a:rPr lang="fr-CH" sz="2400" dirty="0">
                <a:solidFill>
                  <a:srgbClr val="3A3A3A"/>
                </a:solidFill>
                <a:latin typeface="Rockwell"/>
                <a:cs typeface="Rockwell"/>
              </a:rPr>
              <a:t>-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Dependencies</a:t>
            </a:r>
            <a:r>
              <a:rPr sz="24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bet</a:t>
            </a:r>
            <a:r>
              <a:rPr sz="2400" spc="-55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4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act</a:t>
            </a:r>
            <a:r>
              <a:rPr sz="2400" spc="-40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vities</a:t>
            </a:r>
            <a:r>
              <a:rPr sz="24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and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their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10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el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tion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hi</a:t>
            </a:r>
            <a:r>
              <a:rPr sz="2400" spc="-9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.</a:t>
            </a:r>
            <a:r>
              <a:rPr sz="2400" spc="-25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3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he </a:t>
            </a:r>
            <a:r>
              <a:rPr sz="24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lationship</a:t>
            </a:r>
            <a:r>
              <a:rPr sz="2400" spc="-4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can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be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(FS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- Finis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-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-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Sta</a:t>
            </a:r>
            <a:r>
              <a:rPr sz="2400" spc="4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t),</a:t>
            </a:r>
            <a:r>
              <a:rPr sz="2400" spc="-19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(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–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Sta</a:t>
            </a:r>
            <a:r>
              <a:rPr sz="2400" spc="4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–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to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–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Sta</a:t>
            </a:r>
            <a:r>
              <a:rPr sz="2400" spc="4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t),</a:t>
            </a:r>
            <a:r>
              <a:rPr sz="2400" spc="-19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(F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- Finish</a:t>
            </a:r>
            <a:r>
              <a:rPr sz="24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–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to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–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Finish)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(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SF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-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Sta</a:t>
            </a:r>
            <a:r>
              <a:rPr sz="2400" spc="4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–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to</a:t>
            </a:r>
            <a:r>
              <a:rPr sz="24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–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Finish)</a:t>
            </a:r>
            <a:endParaRPr sz="2400" dirty="0">
              <a:latin typeface="Rockwell"/>
              <a:cs typeface="Rockwell"/>
            </a:endParaRPr>
          </a:p>
          <a:p>
            <a:pPr>
              <a:spcBef>
                <a:spcPts val="42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 marR="103505" indent="304800"/>
            <a:r>
              <a:rPr lang="fr-CH" sz="2400" dirty="0">
                <a:solidFill>
                  <a:srgbClr val="3A3A3A"/>
                </a:solidFill>
                <a:latin typeface="Rockwell"/>
                <a:cs typeface="Rockwell"/>
              </a:rPr>
              <a:t>-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Dependenci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bet</a:t>
            </a:r>
            <a:r>
              <a:rPr sz="2400" spc="-50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4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ch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act</a:t>
            </a:r>
            <a:r>
              <a:rPr sz="2400" spc="-3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ty</a:t>
            </a:r>
            <a:r>
              <a:rPr sz="24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4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app</a:t>
            </a:r>
            <a:r>
              <a:rPr sz="2400" spc="-9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op</a:t>
            </a:r>
            <a:r>
              <a:rPr sz="2400" spc="3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iate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400" spc="-8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oduct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s 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m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u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4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400" spc="-8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z="24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be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identi</a:t>
            </a:r>
            <a:r>
              <a:rPr sz="2400" spc="2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ied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and</a:t>
            </a:r>
            <a:r>
              <a:rPr sz="24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will</a:t>
            </a:r>
            <a:r>
              <a:rPr sz="24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include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both</a:t>
            </a:r>
            <a:r>
              <a:rPr sz="24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i</a:t>
            </a:r>
            <a:r>
              <a:rPr sz="2400" spc="-10" dirty="0">
                <a:latin typeface="Rockwell"/>
                <a:cs typeface="Rockwell"/>
              </a:rPr>
              <a:t>nt</a:t>
            </a:r>
            <a:r>
              <a:rPr sz="2400" spc="-5" dirty="0">
                <a:latin typeface="Rockwell"/>
                <a:cs typeface="Rockwell"/>
              </a:rPr>
              <a:t>e</a:t>
            </a:r>
            <a:r>
              <a:rPr sz="2400" spc="95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n</a:t>
            </a:r>
            <a:r>
              <a:rPr sz="2400" spc="-15" dirty="0">
                <a:latin typeface="Rockwell"/>
                <a:cs typeface="Rockwell"/>
              </a:rPr>
              <a:t>a</a:t>
            </a:r>
            <a:r>
              <a:rPr sz="2400" dirty="0">
                <a:latin typeface="Rockwell"/>
                <a:cs typeface="Rockwell"/>
              </a:rPr>
              <a:t>l</a:t>
            </a:r>
            <a:r>
              <a:rPr sz="2400" spc="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a</a:t>
            </a:r>
            <a:r>
              <a:rPr sz="2400" spc="-15" dirty="0">
                <a:latin typeface="Rockwell"/>
                <a:cs typeface="Rockwell"/>
              </a:rPr>
              <a:t>n</a:t>
            </a:r>
            <a:r>
              <a:rPr sz="2400" dirty="0">
                <a:latin typeface="Rockwell"/>
                <a:cs typeface="Rockwell"/>
              </a:rPr>
              <a:t>d </a:t>
            </a:r>
            <a:r>
              <a:rPr sz="2400" spc="-5" dirty="0">
                <a:latin typeface="Rockwell"/>
                <a:cs typeface="Rockwell"/>
              </a:rPr>
              <a:t>exte</a:t>
            </a:r>
            <a:r>
              <a:rPr sz="2400" spc="95" dirty="0">
                <a:latin typeface="Rockwell"/>
                <a:cs typeface="Rockwell"/>
              </a:rPr>
              <a:t>r</a:t>
            </a:r>
            <a:r>
              <a:rPr sz="2400" dirty="0">
                <a:latin typeface="Rockwell"/>
                <a:cs typeface="Rockwell"/>
              </a:rPr>
              <a:t>n</a:t>
            </a:r>
            <a:r>
              <a:rPr sz="2400" spc="-10" dirty="0">
                <a:latin typeface="Rockwell"/>
                <a:cs typeface="Rockwell"/>
              </a:rPr>
              <a:t>a</a:t>
            </a:r>
            <a:r>
              <a:rPr sz="2400" dirty="0">
                <a:latin typeface="Rockwell"/>
                <a:cs typeface="Rockwell"/>
              </a:rPr>
              <a:t>l</a:t>
            </a:r>
            <a:r>
              <a:rPr sz="2400" spc="-10" dirty="0">
                <a:latin typeface="Rockwell"/>
                <a:cs typeface="Rockwell"/>
              </a:rPr>
              <a:t> </a:t>
            </a:r>
            <a:r>
              <a:rPr sz="2400" dirty="0">
                <a:latin typeface="Rockwell"/>
                <a:cs typeface="Rockwell"/>
              </a:rPr>
              <a:t>d</a:t>
            </a:r>
            <a:r>
              <a:rPr sz="2400" spc="-40" dirty="0">
                <a:latin typeface="Rockwell"/>
                <a:cs typeface="Rockwell"/>
              </a:rPr>
              <a:t>e</a:t>
            </a:r>
            <a:r>
              <a:rPr sz="2400" dirty="0">
                <a:latin typeface="Rockwell"/>
                <a:cs typeface="Rockwell"/>
              </a:rPr>
              <a:t>pen</a:t>
            </a:r>
            <a:r>
              <a:rPr sz="2400" spc="-15" dirty="0">
                <a:latin typeface="Rockwell"/>
                <a:cs typeface="Rockwell"/>
              </a:rPr>
              <a:t>d</a:t>
            </a:r>
            <a:r>
              <a:rPr sz="2400" spc="-5" dirty="0">
                <a:latin typeface="Rockwell"/>
                <a:cs typeface="Rockwell"/>
              </a:rPr>
              <a:t>encie</a:t>
            </a:r>
            <a:r>
              <a:rPr sz="2400" dirty="0">
                <a:latin typeface="Rockwell"/>
                <a:cs typeface="Rockwell"/>
              </a:rPr>
              <a:t>s</a:t>
            </a:r>
            <a:r>
              <a:rPr sz="2400" dirty="0">
                <a:solidFill>
                  <a:srgbClr val="3A3A3A"/>
                </a:solidFill>
                <a:latin typeface="Rockwell"/>
                <a:cs typeface="Rockwell"/>
              </a:rPr>
              <a:t>.</a:t>
            </a:r>
            <a:endParaRPr sz="2400" dirty="0">
              <a:latin typeface="Rockwell"/>
              <a:cs typeface="Rockwel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0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/>
          <p:nvPr/>
        </p:nvSpPr>
        <p:spPr>
          <a:xfrm>
            <a:off x="0" y="0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Plan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050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0" y="6453186"/>
            <a:ext cx="9144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55804" y="782407"/>
            <a:ext cx="11401416" cy="6132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820"/>
            <a:r>
              <a:rPr lang="en-US" sz="2000" b="1" dirty="0">
                <a:latin typeface="Rockwell" charset="0"/>
                <a:ea typeface="Rockwell" charset="0"/>
                <a:cs typeface="Rockwell" charset="0"/>
              </a:rPr>
              <a:t>Pr</a:t>
            </a:r>
            <a:r>
              <a:rPr lang="en-US" sz="2000" b="1" spc="-40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en-US" sz="2000" b="1" dirty="0">
                <a:latin typeface="Rockwell" charset="0"/>
                <a:ea typeface="Rockwell" charset="0"/>
                <a:cs typeface="Rockwell" charset="0"/>
              </a:rPr>
              <a:t>pare</a:t>
            </a:r>
            <a:r>
              <a:rPr lang="en-US" sz="2000" b="1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en-US" sz="2000" b="1" spc="-15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en-US" sz="2000" b="1" spc="-20" dirty="0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lang="en-US" sz="2000" b="1" spc="-5" dirty="0">
                <a:latin typeface="Rockwell" charset="0"/>
                <a:ea typeface="Rockwell" charset="0"/>
                <a:cs typeface="Rockwell" charset="0"/>
              </a:rPr>
              <a:t>ti</a:t>
            </a:r>
            <a:r>
              <a:rPr lang="en-US" sz="2000" b="1" spc="5" dirty="0">
                <a:latin typeface="Rockwell" charset="0"/>
                <a:ea typeface="Rockwell" charset="0"/>
                <a:cs typeface="Rockwell" charset="0"/>
              </a:rPr>
              <a:t>m</a:t>
            </a:r>
            <a:r>
              <a:rPr lang="en-US" sz="2000" b="1" spc="-10" dirty="0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lang="en-US" sz="2000" b="1" spc="-5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lang="en-US" sz="2000" b="1" spc="10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en-US" sz="2000" b="1" dirty="0">
                <a:latin typeface="Rockwell" charset="0"/>
                <a:ea typeface="Rockwell" charset="0"/>
                <a:cs typeface="Rockwell" charset="0"/>
              </a:rPr>
              <a:t>s</a:t>
            </a:r>
          </a:p>
          <a:p>
            <a:pPr marL="83820"/>
            <a:r>
              <a:rPr lang="en-US" sz="2000" dirty="0">
                <a:latin typeface="Rockwell" charset="0"/>
                <a:ea typeface="Rockwell" charset="0"/>
                <a:cs typeface="Rockwell" charset="0"/>
              </a:rPr>
              <a:t>How long task will take, how much will cost, what effort and resources are requires</a:t>
            </a:r>
          </a:p>
          <a:p>
            <a:pPr marL="83820"/>
            <a:endParaRPr lang="en-US" sz="2000" dirty="0">
              <a:latin typeface="Rockwell" charset="0"/>
              <a:ea typeface="Rockwell" charset="0"/>
              <a:cs typeface="Rockwell" charset="0"/>
            </a:endParaRPr>
          </a:p>
          <a:p>
            <a:pPr marL="12700"/>
            <a:r>
              <a:rPr lang="en-US" sz="2000" b="1" dirty="0">
                <a:latin typeface="Rockwell" panose="02060603020205020403" pitchFamily="18" charset="0"/>
                <a:cs typeface="Times New Roman"/>
              </a:rPr>
              <a:t>Assess</a:t>
            </a:r>
            <a:r>
              <a:rPr lang="en-US" sz="2000" b="1" spc="-30" dirty="0">
                <a:latin typeface="Rockwell" panose="02060603020205020403" pitchFamily="18" charset="0"/>
                <a:cs typeface="Times New Roman"/>
              </a:rPr>
              <a:t> </a:t>
            </a:r>
            <a:r>
              <a:rPr lang="en-US" sz="2000" b="1" dirty="0">
                <a:latin typeface="Rockwell" panose="02060603020205020403" pitchFamily="18" charset="0"/>
                <a:cs typeface="Times New Roman"/>
              </a:rPr>
              <a:t>a</a:t>
            </a:r>
            <a:r>
              <a:rPr lang="en-US" sz="2000" b="1" spc="5" dirty="0">
                <a:latin typeface="Rockwell" panose="02060603020205020403" pitchFamily="18" charset="0"/>
                <a:cs typeface="Times New Roman"/>
              </a:rPr>
              <a:t>n</a:t>
            </a:r>
            <a:r>
              <a:rPr lang="en-US" sz="2000" b="1" dirty="0">
                <a:latin typeface="Rockwell" panose="02060603020205020403" pitchFamily="18" charset="0"/>
                <a:cs typeface="Times New Roman"/>
              </a:rPr>
              <a:t>d</a:t>
            </a:r>
            <a:r>
              <a:rPr lang="en-US" sz="2000" b="1" spc="-130" dirty="0">
                <a:latin typeface="Rockwell" panose="02060603020205020403" pitchFamily="18" charset="0"/>
                <a:cs typeface="Times New Roman"/>
              </a:rPr>
              <a:t> </a:t>
            </a:r>
            <a:r>
              <a:rPr lang="en-US" sz="2000" b="1" dirty="0">
                <a:latin typeface="Rockwell" panose="02060603020205020403" pitchFamily="18" charset="0"/>
                <a:cs typeface="Times New Roman"/>
              </a:rPr>
              <a:t>Assign</a:t>
            </a:r>
            <a:r>
              <a:rPr lang="en-US" sz="2000" b="1" spc="-20" dirty="0">
                <a:latin typeface="Rockwell" panose="02060603020205020403" pitchFamily="18" charset="0"/>
                <a:cs typeface="Times New Roman"/>
              </a:rPr>
              <a:t> </a:t>
            </a:r>
            <a:r>
              <a:rPr lang="en-US" sz="2000" b="1" dirty="0">
                <a:latin typeface="Rockwell" panose="02060603020205020403" pitchFamily="18" charset="0"/>
                <a:cs typeface="Times New Roman"/>
              </a:rPr>
              <a:t>Res</a:t>
            </a:r>
            <a:r>
              <a:rPr lang="en-US" sz="2000" b="1" spc="5" dirty="0">
                <a:latin typeface="Rockwell" panose="02060603020205020403" pitchFamily="18" charset="0"/>
                <a:cs typeface="Times New Roman"/>
              </a:rPr>
              <a:t>o</a:t>
            </a:r>
            <a:r>
              <a:rPr lang="en-US" sz="2000" b="1" dirty="0">
                <a:latin typeface="Rockwell" panose="02060603020205020403" pitchFamily="18" charset="0"/>
                <a:cs typeface="Times New Roman"/>
              </a:rPr>
              <a:t>u</a:t>
            </a:r>
            <a:r>
              <a:rPr lang="en-US" sz="2000" b="1" spc="-40" dirty="0">
                <a:latin typeface="Rockwell" panose="02060603020205020403" pitchFamily="18" charset="0"/>
                <a:cs typeface="Times New Roman"/>
              </a:rPr>
              <a:t>r</a:t>
            </a:r>
            <a:r>
              <a:rPr lang="en-US" sz="2000" b="1" dirty="0">
                <a:latin typeface="Rockwell" panose="02060603020205020403" pitchFamily="18" charset="0"/>
                <a:cs typeface="Times New Roman"/>
              </a:rPr>
              <a:t>ces</a:t>
            </a:r>
            <a:endParaRPr lang="en-US" sz="2000" dirty="0">
              <a:latin typeface="Rockwell" panose="02060603020205020403" pitchFamily="18" charset="0"/>
              <a:cs typeface="Times New Roman"/>
            </a:endParaRPr>
          </a:p>
          <a:p>
            <a:pPr marL="12700" marR="67310"/>
            <a:r>
              <a:rPr lang="en-US" sz="2000" spc="3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lang="en-US"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2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irst</a:t>
            </a:r>
            <a:r>
              <a:rPr lang="en-US"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tep</a:t>
            </a:r>
            <a:r>
              <a:rPr lang="en-US"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he</a:t>
            </a:r>
            <a:r>
              <a:rPr lang="en-US" sz="2000" spc="-9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is 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identify</a:t>
            </a:r>
            <a:r>
              <a:rPr lang="en-US"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-35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o is</a:t>
            </a:r>
            <a:r>
              <a:rPr lang="en-US"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-35" dirty="0">
                <a:solidFill>
                  <a:srgbClr val="3A3A3A"/>
                </a:solidFill>
                <a:latin typeface="Rockwell"/>
                <a:cs typeface="Rockwell"/>
              </a:rPr>
              <a:t>av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aila</a:t>
            </a:r>
            <a:r>
              <a:rPr lang="en-US" sz="2000" spc="-35" dirty="0">
                <a:solidFill>
                  <a:srgbClr val="3A3A3A"/>
                </a:solidFill>
                <a:latin typeface="Rockwell"/>
                <a:cs typeface="Rockwell"/>
              </a:rPr>
              <a:t>b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le</a:t>
            </a:r>
            <a:r>
              <a:rPr lang="en-US" sz="20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in </a:t>
            </a:r>
            <a:r>
              <a:rPr lang="en-US" sz="2000" spc="-1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erm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lang="en-US"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lang="en-US" sz="2000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kn</a:t>
            </a:r>
            <a:r>
              <a:rPr lang="en-US" sz="2000" spc="-80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wled</a:t>
            </a:r>
            <a:r>
              <a:rPr lang="en-US" sz="2000" spc="-45" dirty="0">
                <a:solidFill>
                  <a:srgbClr val="3A3A3A"/>
                </a:solidFill>
                <a:latin typeface="Rockwell"/>
                <a:cs typeface="Rockwell"/>
              </a:rPr>
              <a:t>g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e skills</a:t>
            </a:r>
            <a:r>
              <a:rPr lang="en-US"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lang="en-US"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d </a:t>
            </a:r>
            <a:r>
              <a:rPr lang="en-US" sz="2000" spc="-2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x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lang="en-US" sz="2000" spc="4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ie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nc</a:t>
            </a:r>
            <a:r>
              <a:rPr lang="en-US" sz="2000" spc="-3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,</a:t>
            </a:r>
            <a:r>
              <a:rPr lang="en-US" sz="2000" spc="-17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to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ca</a:t>
            </a:r>
            <a:r>
              <a:rPr lang="en-US" sz="2000" spc="4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lang="en-US" sz="2000" spc="3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y</a:t>
            </a:r>
            <a:r>
              <a:rPr lang="en-US" sz="2000" spc="-3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ou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-65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lang="en-US" sz="2000" spc="-3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k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.</a:t>
            </a:r>
            <a:r>
              <a:rPr lang="en-US" sz="2000" spc="-254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3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is</a:t>
            </a:r>
            <a:r>
              <a:rPr lang="en-US"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wi</a:t>
            </a:r>
            <a:r>
              <a:rPr lang="en-US" sz="2000" spc="5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lang="en-US"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also</a:t>
            </a:r>
            <a:r>
              <a:rPr lang="en-US"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include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the identi</a:t>
            </a:r>
            <a:r>
              <a:rPr lang="en-US" sz="2000" spc="2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ication</a:t>
            </a:r>
            <a:r>
              <a:rPr lang="en-US" sz="2000" spc="-3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-3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lang="en-US" sz="2000" spc="-30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aila</a:t>
            </a:r>
            <a:r>
              <a:rPr lang="en-US" sz="2000" spc="-35" dirty="0">
                <a:solidFill>
                  <a:srgbClr val="3A3A3A"/>
                </a:solidFill>
                <a:latin typeface="Rockwell"/>
                <a:cs typeface="Rockwell"/>
              </a:rPr>
              <a:t>b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le</a:t>
            </a:r>
            <a:r>
              <a:rPr lang="en-US" sz="20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lang="en-US" sz="2000" spc="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n 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hu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m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an</a:t>
            </a:r>
            <a:r>
              <a:rPr lang="en-US"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esou</a:t>
            </a:r>
            <a:r>
              <a:rPr lang="en-US" sz="2000" spc="-8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ces</a:t>
            </a:r>
            <a:r>
              <a:rPr lang="en-US"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u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ch as</a:t>
            </a:r>
            <a:r>
              <a:rPr lang="en-US"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4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acilities.</a:t>
            </a:r>
            <a:endParaRPr lang="en-US" sz="2000" dirty="0">
              <a:latin typeface="Rockwell"/>
              <a:cs typeface="Rockwell"/>
            </a:endParaRPr>
          </a:p>
          <a:p>
            <a:pPr>
              <a:spcBef>
                <a:spcPts val="42"/>
              </a:spcBef>
            </a:pPr>
            <a:endParaRPr lang="en-US" sz="2050" dirty="0">
              <a:latin typeface="Times New Roman"/>
              <a:cs typeface="Times New Roman"/>
            </a:endParaRPr>
          </a:p>
          <a:p>
            <a:pPr marL="12700" marR="5080"/>
            <a:r>
              <a:rPr lang="en-US" sz="2000" spc="3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lang="en-US"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lang="en-US" sz="2000" spc="-2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xt</a:t>
            </a:r>
            <a:r>
              <a:rPr lang="en-US"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lang="en-US" sz="2000" spc="-1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ep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is to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as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ign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u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ch </a:t>
            </a:r>
            <a:r>
              <a:rPr lang="en-US" sz="2000" spc="-10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esou</a:t>
            </a:r>
            <a:r>
              <a:rPr lang="en-US" sz="2000" spc="-8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ces</a:t>
            </a:r>
            <a:r>
              <a:rPr lang="en-US"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to 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lang="en-US" sz="20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ch</a:t>
            </a:r>
            <a:r>
              <a:rPr lang="en-US"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app</a:t>
            </a:r>
            <a:r>
              <a:rPr lang="en-US" sz="2000" spc="-9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op</a:t>
            </a:r>
            <a:r>
              <a:rPr lang="en-US" sz="2000" spc="3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iate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act</a:t>
            </a:r>
            <a:r>
              <a:rPr lang="en-US" sz="2000" spc="-3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lang="en-US" sz="2000" spc="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lang="en-US" sz="2000" spc="-215" dirty="0">
                <a:solidFill>
                  <a:srgbClr val="3A3A3A"/>
                </a:solidFill>
                <a:latin typeface="Rockwell"/>
                <a:cs typeface="Rockwell"/>
              </a:rPr>
              <a:t>y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, taking</a:t>
            </a:r>
            <a:r>
              <a:rPr lang="en-US" sz="20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into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consi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lang="en-US" sz="2000" spc="-4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ation</a:t>
            </a:r>
            <a:r>
              <a:rPr lang="en-US"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-75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lang="en-US" sz="2000" spc="-3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k</a:t>
            </a:r>
            <a:r>
              <a:rPr lang="en-US"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lang="en-US" sz="2000" spc="2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lang="en-US" sz="2000" spc="3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lang="en-US" sz="2000" spc="4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lang="en-US" sz="20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es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ima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lang="en-US"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and</a:t>
            </a:r>
            <a:r>
              <a:rPr lang="en-US"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that</a:t>
            </a:r>
            <a:r>
              <a:rPr lang="en-US"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their </a:t>
            </a:r>
            <a:r>
              <a:rPr lang="en-US" sz="2000" spc="-3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lang="en-US" sz="2000" spc="-30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ailabi</a:t>
            </a:r>
            <a:r>
              <a:rPr lang="en-US" sz="2000" spc="5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it</a:t>
            </a:r>
            <a:r>
              <a:rPr lang="en-US" sz="2000" spc="-210" dirty="0">
                <a:solidFill>
                  <a:srgbClr val="3A3A3A"/>
                </a:solidFill>
                <a:latin typeface="Rockwell"/>
                <a:cs typeface="Rockwell"/>
              </a:rPr>
              <a:t>y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.</a:t>
            </a:r>
            <a:r>
              <a:rPr lang="en-US" sz="2000" spc="-20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a conseque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nc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lang="en-US"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this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c</a:t>
            </a:r>
            <a:r>
              <a:rPr lang="en-US" sz="2000" spc="3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itical</a:t>
            </a:r>
            <a:r>
              <a:rPr lang="en-US"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path 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m</a:t>
            </a:r>
            <a:r>
              <a:rPr lang="en-US" sz="2000" spc="-4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y</a:t>
            </a:r>
            <a:r>
              <a:rPr lang="en-US"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be </a:t>
            </a:r>
            <a:r>
              <a:rPr lang="en-US" sz="2000" spc="-15" dirty="0">
                <a:solidFill>
                  <a:srgbClr val="3A3A3A"/>
                </a:solidFill>
                <a:latin typeface="Rockwell"/>
                <a:cs typeface="Rockwell"/>
              </a:rPr>
              <a:t>m</a:t>
            </a:r>
            <a:r>
              <a:rPr lang="en-US" sz="2000" spc="-5" dirty="0">
                <a:solidFill>
                  <a:srgbClr val="3A3A3A"/>
                </a:solidFill>
                <a:latin typeface="Rockwell"/>
                <a:cs typeface="Rockwell"/>
              </a:rPr>
              <a:t>odi</a:t>
            </a:r>
            <a:r>
              <a:rPr lang="en-US" sz="2000" spc="2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lang="en-US" sz="2000" dirty="0">
                <a:solidFill>
                  <a:srgbClr val="3A3A3A"/>
                </a:solidFill>
                <a:latin typeface="Rockwell"/>
                <a:cs typeface="Rockwell"/>
              </a:rPr>
              <a:t>ied.</a:t>
            </a:r>
          </a:p>
          <a:p>
            <a:pPr marL="12700" marR="5080"/>
            <a:endParaRPr lang="en-US" sz="2000" dirty="0">
              <a:solidFill>
                <a:srgbClr val="3A3A3A"/>
              </a:solidFill>
              <a:latin typeface="Rockwell"/>
              <a:cs typeface="Rockwell"/>
            </a:endParaRPr>
          </a:p>
          <a:p>
            <a:pPr marL="12700"/>
            <a:r>
              <a:rPr lang="en-US" sz="2000" b="1" dirty="0">
                <a:latin typeface="Rockwell"/>
                <a:cs typeface="Rockwell"/>
              </a:rPr>
              <a:t>Resource</a:t>
            </a:r>
            <a:r>
              <a:rPr lang="en-US" sz="2000" b="1" spc="-25" dirty="0">
                <a:latin typeface="Rockwell"/>
                <a:cs typeface="Rockwell"/>
              </a:rPr>
              <a:t> </a:t>
            </a:r>
            <a:r>
              <a:rPr lang="en-US" sz="2000" b="1" dirty="0">
                <a:latin typeface="Rockwell"/>
                <a:cs typeface="Rockwell"/>
              </a:rPr>
              <a:t>Le</a:t>
            </a:r>
            <a:r>
              <a:rPr lang="en-US" sz="2000" b="1" spc="-45" dirty="0">
                <a:latin typeface="Rockwell"/>
                <a:cs typeface="Rockwell"/>
              </a:rPr>
              <a:t>v</a:t>
            </a:r>
            <a:r>
              <a:rPr lang="en-US" sz="2000" b="1" spc="-5" dirty="0">
                <a:latin typeface="Rockwell"/>
                <a:cs typeface="Rockwell"/>
              </a:rPr>
              <a:t>eling</a:t>
            </a:r>
            <a:endParaRPr lang="en-US" sz="2050" dirty="0">
              <a:latin typeface="Times New Roman"/>
              <a:cs typeface="Times New Roman"/>
            </a:endParaRPr>
          </a:p>
          <a:p>
            <a:pPr marL="12700" marR="5080"/>
            <a:r>
              <a:rPr lang="en-US" sz="2000" spc="35" dirty="0">
                <a:latin typeface="Rockwell"/>
                <a:cs typeface="Rockwell"/>
              </a:rPr>
              <a:t>T</a:t>
            </a:r>
            <a:r>
              <a:rPr lang="en-US" sz="2000" spc="-5" dirty="0">
                <a:latin typeface="Rockwell"/>
                <a:cs typeface="Rockwell"/>
              </a:rPr>
              <a:t>h</a:t>
            </a:r>
            <a:r>
              <a:rPr lang="en-US" sz="2000" spc="5" dirty="0">
                <a:latin typeface="Rockwell"/>
                <a:cs typeface="Rockwell"/>
              </a:rPr>
              <a:t>e</a:t>
            </a:r>
            <a:r>
              <a:rPr lang="en-US" sz="2000" spc="-95" dirty="0">
                <a:latin typeface="Rockwell"/>
                <a:cs typeface="Rockwell"/>
              </a:rPr>
              <a:t>r</a:t>
            </a:r>
            <a:r>
              <a:rPr lang="en-US" sz="2000" dirty="0">
                <a:latin typeface="Rockwell"/>
                <a:cs typeface="Rockwell"/>
              </a:rPr>
              <a:t>e</a:t>
            </a:r>
            <a:r>
              <a:rPr lang="en-US" sz="2000" spc="-30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a</a:t>
            </a:r>
            <a:r>
              <a:rPr lang="en-US" sz="2000" spc="-90" dirty="0">
                <a:latin typeface="Rockwell"/>
                <a:cs typeface="Rockwell"/>
              </a:rPr>
              <a:t>r</a:t>
            </a:r>
            <a:r>
              <a:rPr lang="en-US" sz="2000" dirty="0">
                <a:latin typeface="Rockwell"/>
                <a:cs typeface="Rockwell"/>
              </a:rPr>
              <a:t>e </a:t>
            </a:r>
            <a:r>
              <a:rPr lang="en-US" sz="2000" spc="-10" dirty="0">
                <a:latin typeface="Rockwell"/>
                <a:cs typeface="Rockwell"/>
              </a:rPr>
              <a:t>t</a:t>
            </a:r>
            <a:r>
              <a:rPr lang="en-US" sz="2000" spc="-70" dirty="0">
                <a:latin typeface="Rockwell"/>
                <a:cs typeface="Rockwell"/>
              </a:rPr>
              <a:t>w</a:t>
            </a:r>
            <a:r>
              <a:rPr lang="en-US" sz="2000" dirty="0">
                <a:latin typeface="Rockwell"/>
                <a:cs typeface="Rockwell"/>
              </a:rPr>
              <a:t>o</a:t>
            </a:r>
            <a:r>
              <a:rPr lang="en-US" sz="2000" spc="-20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si</a:t>
            </a:r>
            <a:r>
              <a:rPr lang="en-US" sz="2000" spc="-10" dirty="0">
                <a:latin typeface="Rockwell"/>
                <a:cs typeface="Rockwell"/>
              </a:rPr>
              <a:t>t</a:t>
            </a:r>
            <a:r>
              <a:rPr lang="en-US" sz="2000" dirty="0">
                <a:latin typeface="Rockwell"/>
                <a:cs typeface="Rockwell"/>
              </a:rPr>
              <a:t>uatio</a:t>
            </a:r>
            <a:r>
              <a:rPr lang="en-US" sz="2000" spc="5" dirty="0">
                <a:latin typeface="Rockwell"/>
                <a:cs typeface="Rockwell"/>
              </a:rPr>
              <a:t>n</a:t>
            </a:r>
            <a:r>
              <a:rPr lang="en-US" sz="2000" dirty="0">
                <a:latin typeface="Rockwell"/>
                <a:cs typeface="Rockwell"/>
              </a:rPr>
              <a:t>s</a:t>
            </a:r>
            <a:r>
              <a:rPr lang="en-US" sz="2000" spc="-15" dirty="0">
                <a:latin typeface="Rockwell"/>
                <a:cs typeface="Rockwell"/>
              </a:rPr>
              <a:t> </a:t>
            </a:r>
            <a:r>
              <a:rPr lang="en-US" sz="2000" spc="-35" dirty="0">
                <a:latin typeface="Rockwell"/>
                <a:cs typeface="Rockwell"/>
              </a:rPr>
              <a:t>w</a:t>
            </a:r>
            <a:r>
              <a:rPr lang="en-US" sz="2000" spc="-5" dirty="0">
                <a:latin typeface="Rockwell"/>
                <a:cs typeface="Rockwell"/>
              </a:rPr>
              <a:t>h</a:t>
            </a:r>
            <a:r>
              <a:rPr lang="en-US" sz="2000" dirty="0">
                <a:latin typeface="Rockwell"/>
                <a:cs typeface="Rockwell"/>
              </a:rPr>
              <a:t>ich</a:t>
            </a:r>
            <a:r>
              <a:rPr lang="en-US" sz="2000" spc="-20" dirty="0">
                <a:latin typeface="Rockwell"/>
                <a:cs typeface="Rockwell"/>
              </a:rPr>
              <a:t> </a:t>
            </a:r>
            <a:r>
              <a:rPr lang="en-US" sz="2000" spc="-5" dirty="0">
                <a:latin typeface="Rockwell"/>
                <a:cs typeface="Rockwell"/>
              </a:rPr>
              <a:t>m</a:t>
            </a:r>
            <a:r>
              <a:rPr lang="en-US" sz="2000" spc="-40" dirty="0">
                <a:latin typeface="Rockwell"/>
                <a:cs typeface="Rockwell"/>
              </a:rPr>
              <a:t>a</a:t>
            </a:r>
            <a:r>
              <a:rPr lang="en-US" sz="2000" dirty="0">
                <a:latin typeface="Rockwell"/>
                <a:cs typeface="Rockwell"/>
              </a:rPr>
              <a:t>y</a:t>
            </a:r>
            <a:r>
              <a:rPr lang="en-US" sz="2000" spc="-25" dirty="0">
                <a:latin typeface="Rockwell"/>
                <a:cs typeface="Rockwell"/>
              </a:rPr>
              <a:t> </a:t>
            </a:r>
            <a:r>
              <a:rPr lang="en-US" sz="2000" spc="-5" dirty="0">
                <a:latin typeface="Rockwell"/>
                <a:cs typeface="Rockwell"/>
              </a:rPr>
              <a:t>n</a:t>
            </a:r>
            <a:r>
              <a:rPr lang="en-US" sz="2000" spc="-80" dirty="0">
                <a:latin typeface="Rockwell"/>
                <a:cs typeface="Rockwell"/>
              </a:rPr>
              <a:t>o</a:t>
            </a:r>
            <a:r>
              <a:rPr lang="en-US" sz="2000" dirty="0">
                <a:latin typeface="Rockwell"/>
                <a:cs typeface="Rockwell"/>
              </a:rPr>
              <a:t>w</a:t>
            </a:r>
            <a:r>
              <a:rPr lang="en-US" sz="2000" spc="-20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be </a:t>
            </a:r>
            <a:r>
              <a:rPr lang="en-US" sz="2000" spc="-10" dirty="0">
                <a:latin typeface="Rockwell"/>
                <a:cs typeface="Rockwell"/>
              </a:rPr>
              <a:t>p</a:t>
            </a:r>
            <a:r>
              <a:rPr lang="en-US" sz="2000" spc="-95" dirty="0">
                <a:latin typeface="Rockwell"/>
                <a:cs typeface="Rockwell"/>
              </a:rPr>
              <a:t>r</a:t>
            </a:r>
            <a:r>
              <a:rPr lang="en-US" sz="2000" spc="-5" dirty="0">
                <a:latin typeface="Rockwell"/>
                <a:cs typeface="Rockwell"/>
              </a:rPr>
              <a:t>esent</a:t>
            </a:r>
            <a:r>
              <a:rPr lang="en-US" sz="2000" dirty="0">
                <a:latin typeface="Rockwell"/>
                <a:cs typeface="Rockwell"/>
              </a:rPr>
              <a:t>;</a:t>
            </a:r>
            <a:r>
              <a:rPr lang="en-US" sz="2000" spc="-170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the</a:t>
            </a:r>
            <a:r>
              <a:rPr lang="en-US" sz="2000" spc="-10" dirty="0">
                <a:latin typeface="Rockwell"/>
                <a:cs typeface="Rockwell"/>
              </a:rPr>
              <a:t> </a:t>
            </a:r>
            <a:r>
              <a:rPr lang="en-US" sz="2000" spc="20" dirty="0">
                <a:latin typeface="Rockwell"/>
                <a:cs typeface="Rockwell"/>
              </a:rPr>
              <a:t>f</a:t>
            </a:r>
            <a:r>
              <a:rPr lang="en-US" sz="2000" dirty="0">
                <a:latin typeface="Rockwell"/>
                <a:cs typeface="Rockwell"/>
              </a:rPr>
              <a:t>i</a:t>
            </a:r>
            <a:r>
              <a:rPr lang="en-US" sz="2000" spc="5" dirty="0">
                <a:latin typeface="Rockwell"/>
                <a:cs typeface="Rockwell"/>
              </a:rPr>
              <a:t>r</a:t>
            </a:r>
            <a:r>
              <a:rPr lang="en-US" sz="2000" dirty="0">
                <a:latin typeface="Rockwell"/>
                <a:cs typeface="Rockwell"/>
              </a:rPr>
              <a:t>st</a:t>
            </a:r>
            <a:r>
              <a:rPr lang="en-US" sz="2000" spc="-15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is</a:t>
            </a:r>
            <a:r>
              <a:rPr lang="en-US" sz="2000" spc="-10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that la</a:t>
            </a:r>
            <a:r>
              <a:rPr lang="en-US" sz="2000" spc="-60" dirty="0">
                <a:latin typeface="Rockwell"/>
                <a:cs typeface="Rockwell"/>
              </a:rPr>
              <a:t>r</a:t>
            </a:r>
            <a:r>
              <a:rPr lang="en-US" sz="2000" spc="-40" dirty="0">
                <a:latin typeface="Rockwell"/>
                <a:cs typeface="Rockwell"/>
              </a:rPr>
              <a:t>g</a:t>
            </a:r>
            <a:r>
              <a:rPr lang="en-US" sz="2000" dirty="0">
                <a:latin typeface="Rockwell"/>
                <a:cs typeface="Rockwell"/>
              </a:rPr>
              <a:t>e</a:t>
            </a:r>
            <a:r>
              <a:rPr lang="en-US" sz="2000" spc="-20" dirty="0">
                <a:latin typeface="Rockwell"/>
                <a:cs typeface="Rockwell"/>
              </a:rPr>
              <a:t> </a:t>
            </a:r>
            <a:r>
              <a:rPr lang="en-US" sz="2000" spc="-95" dirty="0">
                <a:latin typeface="Rockwell"/>
                <a:cs typeface="Rockwell"/>
              </a:rPr>
              <a:t>r</a:t>
            </a:r>
            <a:r>
              <a:rPr lang="en-US" sz="2000" spc="-5" dirty="0">
                <a:latin typeface="Rockwell"/>
                <a:cs typeface="Rockwell"/>
              </a:rPr>
              <a:t>esou</a:t>
            </a:r>
            <a:r>
              <a:rPr lang="en-US" sz="2000" spc="-80" dirty="0">
                <a:latin typeface="Rockwell"/>
                <a:cs typeface="Rockwell"/>
              </a:rPr>
              <a:t>r</a:t>
            </a:r>
            <a:r>
              <a:rPr lang="en-US" sz="2000" dirty="0">
                <a:latin typeface="Rockwell"/>
                <a:cs typeface="Rockwell"/>
              </a:rPr>
              <a:t>ce</a:t>
            </a:r>
            <a:r>
              <a:rPr lang="en-US" sz="2000" spc="-20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peaks</a:t>
            </a:r>
            <a:r>
              <a:rPr lang="en-US" sz="2000" spc="-15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wi</a:t>
            </a:r>
            <a:r>
              <a:rPr lang="en-US" sz="2000" spc="5" dirty="0">
                <a:latin typeface="Rockwell"/>
                <a:cs typeface="Rockwell"/>
              </a:rPr>
              <a:t>l</a:t>
            </a:r>
            <a:r>
              <a:rPr lang="en-US" sz="2000" dirty="0">
                <a:latin typeface="Rockwell"/>
                <a:cs typeface="Rockwell"/>
              </a:rPr>
              <a:t>l</a:t>
            </a:r>
            <a:r>
              <a:rPr lang="en-US" sz="2000" spc="-20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be </a:t>
            </a:r>
            <a:r>
              <a:rPr lang="en-US" sz="2000" spc="-75" dirty="0">
                <a:latin typeface="Rockwell"/>
                <a:cs typeface="Rockwell"/>
              </a:rPr>
              <a:t>e</a:t>
            </a:r>
            <a:r>
              <a:rPr lang="en-US" sz="2000" dirty="0">
                <a:latin typeface="Rockwell"/>
                <a:cs typeface="Rockwell"/>
              </a:rPr>
              <a:t>v</a:t>
            </a:r>
            <a:r>
              <a:rPr lang="en-US" sz="2000" spc="5" dirty="0">
                <a:latin typeface="Rockwell"/>
                <a:cs typeface="Rockwell"/>
              </a:rPr>
              <a:t>i</a:t>
            </a:r>
            <a:r>
              <a:rPr lang="en-US" sz="2000" dirty="0">
                <a:latin typeface="Rockwell"/>
                <a:cs typeface="Rockwell"/>
              </a:rPr>
              <a:t>dent</a:t>
            </a:r>
            <a:r>
              <a:rPr lang="en-US" sz="2000" spc="-15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at ce</a:t>
            </a:r>
            <a:r>
              <a:rPr lang="en-US" sz="2000" spc="40" dirty="0">
                <a:latin typeface="Rockwell"/>
                <a:cs typeface="Rockwell"/>
              </a:rPr>
              <a:t>r</a:t>
            </a:r>
            <a:r>
              <a:rPr lang="en-US" sz="2000" dirty="0">
                <a:latin typeface="Rockwell"/>
                <a:cs typeface="Rockwell"/>
              </a:rPr>
              <a:t>tain</a:t>
            </a:r>
            <a:r>
              <a:rPr lang="en-US" sz="2000" spc="-30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points within</a:t>
            </a:r>
            <a:r>
              <a:rPr lang="en-US" sz="2000" spc="-15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the p</a:t>
            </a:r>
            <a:r>
              <a:rPr lang="en-US" sz="2000" spc="-90" dirty="0">
                <a:latin typeface="Rockwell"/>
                <a:cs typeface="Rockwell"/>
              </a:rPr>
              <a:t>r</a:t>
            </a:r>
            <a:r>
              <a:rPr lang="en-US" sz="2000" spc="-5" dirty="0">
                <a:latin typeface="Rockwell"/>
                <a:cs typeface="Rockwell"/>
              </a:rPr>
              <a:t>oj</a:t>
            </a:r>
            <a:r>
              <a:rPr lang="en-US" sz="2000" dirty="0">
                <a:latin typeface="Rockwell"/>
                <a:cs typeface="Rockwell"/>
              </a:rPr>
              <a:t>ec</a:t>
            </a:r>
            <a:r>
              <a:rPr lang="en-US" sz="2000" spc="-10" dirty="0">
                <a:latin typeface="Rockwell"/>
                <a:cs typeface="Rockwell"/>
              </a:rPr>
              <a:t>t</a:t>
            </a:r>
            <a:r>
              <a:rPr lang="en-US" sz="2000" dirty="0">
                <a:latin typeface="Rockwell"/>
                <a:cs typeface="Rockwell"/>
              </a:rPr>
              <a:t>,</a:t>
            </a:r>
            <a:r>
              <a:rPr lang="en-US" sz="2000" spc="-175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and</a:t>
            </a:r>
            <a:r>
              <a:rPr lang="en-US" sz="2000" spc="-15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this</a:t>
            </a:r>
            <a:r>
              <a:rPr lang="en-US" sz="2000" spc="-20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can </a:t>
            </a:r>
            <a:r>
              <a:rPr lang="en-US" sz="2000" spc="-100" dirty="0">
                <a:latin typeface="Rockwell"/>
                <a:cs typeface="Rockwell"/>
              </a:rPr>
              <a:t>r</a:t>
            </a:r>
            <a:r>
              <a:rPr lang="en-US" sz="2000" spc="-5" dirty="0">
                <a:latin typeface="Rockwell"/>
                <a:cs typeface="Rockwell"/>
              </a:rPr>
              <a:t>es</a:t>
            </a:r>
            <a:r>
              <a:rPr lang="en-US" sz="2000" spc="-10" dirty="0">
                <a:latin typeface="Rockwell"/>
                <a:cs typeface="Rockwell"/>
              </a:rPr>
              <a:t>u</a:t>
            </a:r>
            <a:r>
              <a:rPr lang="en-US" sz="2000" dirty="0">
                <a:latin typeface="Rockwell"/>
                <a:cs typeface="Rockwell"/>
              </a:rPr>
              <a:t>lt</a:t>
            </a:r>
            <a:r>
              <a:rPr lang="en-US" sz="2000" spc="-15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in </a:t>
            </a:r>
            <a:r>
              <a:rPr lang="en-US" sz="2000" spc="-15" dirty="0">
                <a:latin typeface="Rockwell"/>
                <a:cs typeface="Rockwell"/>
              </a:rPr>
              <a:t>m</a:t>
            </a:r>
            <a:r>
              <a:rPr lang="en-US" sz="2000" dirty="0">
                <a:latin typeface="Rockwell"/>
                <a:cs typeface="Rockwell"/>
              </a:rPr>
              <a:t>an</a:t>
            </a:r>
            <a:r>
              <a:rPr lang="en-US" sz="2000" spc="5" dirty="0">
                <a:latin typeface="Rockwell"/>
                <a:cs typeface="Rockwell"/>
              </a:rPr>
              <a:t>a</a:t>
            </a:r>
            <a:r>
              <a:rPr lang="en-US" sz="2000" spc="-45" dirty="0">
                <a:latin typeface="Rockwell"/>
                <a:cs typeface="Rockwell"/>
              </a:rPr>
              <a:t>g</a:t>
            </a:r>
            <a:r>
              <a:rPr lang="en-US" sz="2000" spc="-5" dirty="0">
                <a:latin typeface="Rockwell"/>
                <a:cs typeface="Rockwell"/>
              </a:rPr>
              <a:t>emen</a:t>
            </a:r>
            <a:r>
              <a:rPr lang="en-US" sz="2000" dirty="0">
                <a:latin typeface="Rockwell"/>
                <a:cs typeface="Rockwell"/>
              </a:rPr>
              <a:t>t</a:t>
            </a:r>
            <a:r>
              <a:rPr lang="en-US" sz="2000" spc="-30" dirty="0">
                <a:latin typeface="Rockwell"/>
                <a:cs typeface="Rockwell"/>
              </a:rPr>
              <a:t> </a:t>
            </a:r>
            <a:r>
              <a:rPr lang="en-US" sz="2000" spc="-5" dirty="0">
                <a:latin typeface="Rockwell"/>
                <a:cs typeface="Rockwell"/>
              </a:rPr>
              <a:t>o</a:t>
            </a:r>
            <a:r>
              <a:rPr lang="en-US" sz="2000" dirty="0">
                <a:latin typeface="Rockwell"/>
                <a:cs typeface="Rockwell"/>
              </a:rPr>
              <a:t>r logi</a:t>
            </a:r>
            <a:r>
              <a:rPr lang="en-US" sz="2000" spc="-15" dirty="0">
                <a:latin typeface="Rockwell"/>
                <a:cs typeface="Rockwell"/>
              </a:rPr>
              <a:t>s</a:t>
            </a:r>
            <a:r>
              <a:rPr lang="en-US" sz="2000" dirty="0">
                <a:latin typeface="Rockwell"/>
                <a:cs typeface="Rockwell"/>
              </a:rPr>
              <a:t>tical</a:t>
            </a:r>
            <a:r>
              <a:rPr lang="en-US" sz="2000" spc="-25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p</a:t>
            </a:r>
            <a:r>
              <a:rPr lang="en-US" sz="2000" spc="-90" dirty="0">
                <a:latin typeface="Rockwell"/>
                <a:cs typeface="Rockwell"/>
              </a:rPr>
              <a:t>r</a:t>
            </a:r>
            <a:r>
              <a:rPr lang="en-US" sz="2000" spc="-5" dirty="0">
                <a:latin typeface="Rockwell"/>
                <a:cs typeface="Rockwell"/>
              </a:rPr>
              <a:t>o</a:t>
            </a:r>
            <a:r>
              <a:rPr lang="en-US" sz="2000" spc="-35" dirty="0">
                <a:latin typeface="Rockwell"/>
                <a:cs typeface="Rockwell"/>
              </a:rPr>
              <a:t>b</a:t>
            </a:r>
            <a:r>
              <a:rPr lang="en-US" sz="2000" dirty="0">
                <a:latin typeface="Rockwell"/>
                <a:cs typeface="Rockwell"/>
              </a:rPr>
              <a:t>lem</a:t>
            </a:r>
            <a:r>
              <a:rPr lang="en-US" sz="2000" spc="-15" dirty="0">
                <a:latin typeface="Rockwell"/>
                <a:cs typeface="Rockwell"/>
              </a:rPr>
              <a:t>s</a:t>
            </a:r>
            <a:r>
              <a:rPr lang="en-US" sz="2000" dirty="0">
                <a:latin typeface="Rockwell"/>
                <a:cs typeface="Rockwell"/>
              </a:rPr>
              <a:t>. </a:t>
            </a:r>
            <a:r>
              <a:rPr lang="en-US" sz="2000" spc="35" dirty="0">
                <a:latin typeface="Rockwell"/>
                <a:cs typeface="Rockwell"/>
              </a:rPr>
              <a:t>T</a:t>
            </a:r>
            <a:r>
              <a:rPr lang="en-US" sz="2000" spc="-5" dirty="0">
                <a:latin typeface="Rockwell"/>
                <a:cs typeface="Rockwell"/>
              </a:rPr>
              <a:t>h</a:t>
            </a:r>
            <a:r>
              <a:rPr lang="en-US" sz="2000" dirty="0">
                <a:latin typeface="Rockwell"/>
                <a:cs typeface="Rockwell"/>
              </a:rPr>
              <a:t>e</a:t>
            </a:r>
            <a:r>
              <a:rPr lang="en-US" sz="2000" spc="-15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second</a:t>
            </a:r>
            <a:r>
              <a:rPr lang="en-US" sz="2000" spc="-10" dirty="0">
                <a:latin typeface="Rockwell"/>
                <a:cs typeface="Rockwell"/>
              </a:rPr>
              <a:t> </a:t>
            </a:r>
            <a:r>
              <a:rPr lang="en-US" sz="2000" spc="-5" dirty="0">
                <a:latin typeface="Rockwell"/>
                <a:cs typeface="Rockwell"/>
              </a:rPr>
              <a:t>m</a:t>
            </a:r>
            <a:r>
              <a:rPr lang="en-US" sz="2000" spc="-40" dirty="0">
                <a:latin typeface="Rockwell"/>
                <a:cs typeface="Rockwell"/>
              </a:rPr>
              <a:t>a</a:t>
            </a:r>
            <a:r>
              <a:rPr lang="en-US" sz="2000" dirty="0">
                <a:latin typeface="Rockwell"/>
                <a:cs typeface="Rockwell"/>
              </a:rPr>
              <a:t>y</a:t>
            </a:r>
            <a:r>
              <a:rPr lang="en-US" sz="2000" spc="-25" dirty="0">
                <a:latin typeface="Rockwell"/>
                <a:cs typeface="Rockwell"/>
              </a:rPr>
              <a:t> </a:t>
            </a:r>
            <a:r>
              <a:rPr lang="en-US" sz="2000" spc="-95" dirty="0">
                <a:latin typeface="Rockwell"/>
                <a:cs typeface="Rockwell"/>
              </a:rPr>
              <a:t>r</a:t>
            </a:r>
            <a:r>
              <a:rPr lang="en-US" sz="2000" spc="-5" dirty="0">
                <a:latin typeface="Rockwell"/>
                <a:cs typeface="Rockwell"/>
              </a:rPr>
              <a:t>esul</a:t>
            </a:r>
            <a:r>
              <a:rPr lang="en-US" sz="2000" dirty="0">
                <a:latin typeface="Rockwell"/>
                <a:cs typeface="Rockwell"/>
              </a:rPr>
              <a:t>t</a:t>
            </a:r>
            <a:r>
              <a:rPr lang="en-US" sz="2000" spc="-10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in</a:t>
            </a:r>
            <a:r>
              <a:rPr lang="en-US" sz="2000" spc="-5" dirty="0">
                <a:latin typeface="Rockwell"/>
                <a:cs typeface="Rockwell"/>
              </a:rPr>
              <a:t> </a:t>
            </a:r>
            <a:r>
              <a:rPr lang="en-US" sz="2000" spc="-85" dirty="0">
                <a:latin typeface="Rockwell"/>
                <a:cs typeface="Rockwell"/>
              </a:rPr>
              <a:t>o</a:t>
            </a:r>
            <a:r>
              <a:rPr lang="en-US" sz="2000" spc="-45" dirty="0">
                <a:latin typeface="Rockwell"/>
                <a:cs typeface="Rockwell"/>
              </a:rPr>
              <a:t>v</a:t>
            </a:r>
            <a:r>
              <a:rPr lang="en-US" sz="2000" spc="-5" dirty="0">
                <a:latin typeface="Rockwell"/>
                <a:cs typeface="Rockwell"/>
              </a:rPr>
              <a:t>e</a:t>
            </a:r>
            <a:r>
              <a:rPr lang="en-US" sz="2000" dirty="0">
                <a:latin typeface="Rockwell"/>
                <a:cs typeface="Rockwell"/>
              </a:rPr>
              <a:t>r</a:t>
            </a:r>
            <a:r>
              <a:rPr lang="en-US" sz="2000" spc="-5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utiliz</a:t>
            </a:r>
            <a:r>
              <a:rPr lang="en-US" sz="2000" spc="5" dirty="0">
                <a:latin typeface="Rockwell"/>
                <a:cs typeface="Rockwell"/>
              </a:rPr>
              <a:t>a</a:t>
            </a:r>
            <a:r>
              <a:rPr lang="en-US" sz="2000" dirty="0">
                <a:latin typeface="Rockwell"/>
                <a:cs typeface="Rockwell"/>
              </a:rPr>
              <a:t>tion</a:t>
            </a:r>
            <a:r>
              <a:rPr lang="en-US" sz="2000" spc="-5" dirty="0">
                <a:latin typeface="Rockwell"/>
                <a:cs typeface="Rockwell"/>
              </a:rPr>
              <a:t> o</a:t>
            </a:r>
            <a:r>
              <a:rPr lang="en-US" sz="2000" dirty="0">
                <a:latin typeface="Rockwell"/>
                <a:cs typeface="Rockwell"/>
              </a:rPr>
              <a:t>f</a:t>
            </a:r>
            <a:r>
              <a:rPr lang="en-US" sz="2000" spc="-5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so</a:t>
            </a:r>
            <a:r>
              <a:rPr lang="en-US" sz="2000" spc="-10" dirty="0">
                <a:latin typeface="Rockwell"/>
                <a:cs typeface="Rockwell"/>
              </a:rPr>
              <a:t>m</a:t>
            </a:r>
            <a:r>
              <a:rPr lang="en-US" sz="2000" dirty="0">
                <a:latin typeface="Rockwell"/>
                <a:cs typeface="Rockwell"/>
              </a:rPr>
              <a:t>e </a:t>
            </a:r>
            <a:r>
              <a:rPr lang="en-US" sz="2000" spc="-100" dirty="0">
                <a:latin typeface="Rockwell"/>
                <a:cs typeface="Rockwell"/>
              </a:rPr>
              <a:t>r</a:t>
            </a:r>
            <a:r>
              <a:rPr lang="en-US" sz="2000" spc="-5" dirty="0">
                <a:latin typeface="Rockwell"/>
                <a:cs typeface="Rockwell"/>
              </a:rPr>
              <a:t>esou</a:t>
            </a:r>
            <a:r>
              <a:rPr lang="en-US" sz="2000" spc="-80" dirty="0">
                <a:latin typeface="Rockwell"/>
                <a:cs typeface="Rockwell"/>
              </a:rPr>
              <a:t>r</a:t>
            </a:r>
            <a:r>
              <a:rPr lang="en-US" sz="2000" dirty="0">
                <a:latin typeface="Rockwell"/>
                <a:cs typeface="Rockwell"/>
              </a:rPr>
              <a:t>ces.</a:t>
            </a:r>
            <a:r>
              <a:rPr lang="en-US" sz="2000" spc="-260" dirty="0">
                <a:latin typeface="Rockwell"/>
                <a:cs typeface="Rockwell"/>
              </a:rPr>
              <a:t> </a:t>
            </a:r>
            <a:r>
              <a:rPr lang="en-US" sz="2000" spc="35" dirty="0">
                <a:latin typeface="Rockwell"/>
                <a:cs typeface="Rockwell"/>
              </a:rPr>
              <a:t>T</a:t>
            </a:r>
            <a:r>
              <a:rPr lang="en-US" sz="2000" spc="-5" dirty="0">
                <a:latin typeface="Rockwell"/>
                <a:cs typeface="Rockwell"/>
              </a:rPr>
              <a:t>h</a:t>
            </a:r>
            <a:r>
              <a:rPr lang="en-US" sz="2000" dirty="0">
                <a:latin typeface="Rockwell"/>
                <a:cs typeface="Rockwell"/>
              </a:rPr>
              <a:t>e</a:t>
            </a:r>
            <a:r>
              <a:rPr lang="en-US" sz="2000" spc="-5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act</a:t>
            </a:r>
            <a:r>
              <a:rPr lang="en-US" sz="2000" spc="-10" dirty="0">
                <a:latin typeface="Rockwell"/>
                <a:cs typeface="Rockwell"/>
              </a:rPr>
              <a:t> </a:t>
            </a:r>
            <a:r>
              <a:rPr lang="en-US" sz="2000" spc="-5" dirty="0">
                <a:latin typeface="Rockwell"/>
                <a:cs typeface="Rockwell"/>
              </a:rPr>
              <a:t>of </a:t>
            </a:r>
            <a:r>
              <a:rPr lang="en-US" sz="2000" spc="-95" dirty="0">
                <a:latin typeface="Rockwell"/>
                <a:cs typeface="Rockwell"/>
              </a:rPr>
              <a:t>r</a:t>
            </a:r>
            <a:r>
              <a:rPr lang="en-US" sz="2000" spc="-5" dirty="0">
                <a:latin typeface="Rockwell"/>
                <a:cs typeface="Rockwell"/>
              </a:rPr>
              <a:t>esol</a:t>
            </a:r>
            <a:r>
              <a:rPr lang="en-US" sz="2000" spc="5" dirty="0">
                <a:latin typeface="Rockwell"/>
                <a:cs typeface="Rockwell"/>
              </a:rPr>
              <a:t>v</a:t>
            </a:r>
            <a:r>
              <a:rPr lang="en-US" sz="2000" dirty="0">
                <a:latin typeface="Rockwell"/>
                <a:cs typeface="Rockwell"/>
              </a:rPr>
              <a:t>ing</a:t>
            </a:r>
            <a:r>
              <a:rPr lang="en-US" sz="2000" spc="-40" dirty="0">
                <a:latin typeface="Rockwell"/>
                <a:cs typeface="Rockwell"/>
              </a:rPr>
              <a:t> </a:t>
            </a:r>
            <a:r>
              <a:rPr lang="en-US" sz="2000" spc="-5" dirty="0">
                <a:latin typeface="Rockwell"/>
                <a:cs typeface="Rockwell"/>
              </a:rPr>
              <a:t>e</a:t>
            </a:r>
            <a:r>
              <a:rPr lang="en-US" sz="2000" dirty="0">
                <a:latin typeface="Rockwell"/>
                <a:cs typeface="Rockwell"/>
              </a:rPr>
              <a:t>ither</a:t>
            </a:r>
            <a:r>
              <a:rPr lang="en-US" sz="2000" spc="-5" dirty="0">
                <a:latin typeface="Rockwell"/>
                <a:cs typeface="Rockwell"/>
              </a:rPr>
              <a:t> o</a:t>
            </a:r>
            <a:r>
              <a:rPr lang="en-US" sz="2000" dirty="0">
                <a:latin typeface="Rockwell"/>
                <a:cs typeface="Rockwell"/>
              </a:rPr>
              <a:t>f</a:t>
            </a:r>
            <a:r>
              <a:rPr lang="en-US" sz="2000" spc="5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the</a:t>
            </a:r>
            <a:r>
              <a:rPr lang="en-US" sz="2000" spc="-5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ab</a:t>
            </a:r>
            <a:r>
              <a:rPr lang="en-US" sz="2000" spc="-80" dirty="0">
                <a:latin typeface="Rockwell"/>
                <a:cs typeface="Rockwell"/>
              </a:rPr>
              <a:t>o</a:t>
            </a:r>
            <a:r>
              <a:rPr lang="en-US" sz="2000" spc="-45" dirty="0">
                <a:latin typeface="Rockwell"/>
                <a:cs typeface="Rockwell"/>
              </a:rPr>
              <a:t>v</a:t>
            </a:r>
            <a:r>
              <a:rPr lang="en-US" sz="2000" dirty="0">
                <a:latin typeface="Rockwell"/>
                <a:cs typeface="Rockwell"/>
              </a:rPr>
              <a:t>e</a:t>
            </a:r>
            <a:r>
              <a:rPr lang="en-US" sz="2000" spc="-20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is called</a:t>
            </a:r>
            <a:r>
              <a:rPr lang="en-US" sz="2000" spc="-5" dirty="0">
                <a:latin typeface="Rockwell"/>
                <a:cs typeface="Rockwell"/>
              </a:rPr>
              <a:t> </a:t>
            </a:r>
            <a:r>
              <a:rPr lang="en-US" sz="2000" b="1" dirty="0">
                <a:latin typeface="Rockwell"/>
                <a:cs typeface="Rockwell"/>
              </a:rPr>
              <a:t>le</a:t>
            </a:r>
            <a:r>
              <a:rPr lang="en-US" sz="2000" b="1" spc="-45" dirty="0">
                <a:latin typeface="Rockwell"/>
                <a:cs typeface="Rockwell"/>
              </a:rPr>
              <a:t>v</a:t>
            </a:r>
            <a:r>
              <a:rPr lang="en-US" sz="2000" b="1" spc="-5" dirty="0">
                <a:latin typeface="Rockwell"/>
                <a:cs typeface="Rockwell"/>
              </a:rPr>
              <a:t>eling</a:t>
            </a:r>
            <a:r>
              <a:rPr lang="en-US" sz="2000" dirty="0">
                <a:latin typeface="Rockwell"/>
                <a:cs typeface="Rockwell"/>
              </a:rPr>
              <a:t>.</a:t>
            </a:r>
            <a:r>
              <a:rPr lang="en-US" sz="2000" spc="-220" dirty="0">
                <a:latin typeface="Rockwell"/>
                <a:cs typeface="Rockwell"/>
              </a:rPr>
              <a:t> </a:t>
            </a:r>
            <a:r>
              <a:rPr lang="en-US" sz="2000" spc="35" dirty="0">
                <a:latin typeface="Rockwell"/>
                <a:cs typeface="Rockwell"/>
              </a:rPr>
              <a:t>T</a:t>
            </a:r>
            <a:r>
              <a:rPr lang="en-US" sz="2000" spc="-5" dirty="0">
                <a:latin typeface="Rockwell"/>
                <a:cs typeface="Rockwell"/>
              </a:rPr>
              <a:t>h</a:t>
            </a:r>
            <a:r>
              <a:rPr lang="en-US" sz="2000" dirty="0">
                <a:latin typeface="Rockwell"/>
                <a:cs typeface="Rockwell"/>
              </a:rPr>
              <a:t>e</a:t>
            </a:r>
            <a:r>
              <a:rPr lang="en-US" sz="2000" spc="-15" dirty="0">
                <a:latin typeface="Rockwell"/>
                <a:cs typeface="Rockwell"/>
              </a:rPr>
              <a:t> </a:t>
            </a:r>
            <a:r>
              <a:rPr lang="en-US" sz="2000" b="1" dirty="0">
                <a:latin typeface="Rockwell"/>
                <a:cs typeface="Rockwell"/>
              </a:rPr>
              <a:t>c</a:t>
            </a:r>
            <a:r>
              <a:rPr lang="en-US" sz="2000" b="1" spc="45" dirty="0">
                <a:latin typeface="Rockwell"/>
                <a:cs typeface="Rockwell"/>
              </a:rPr>
              <a:t>r</a:t>
            </a:r>
            <a:r>
              <a:rPr lang="en-US" sz="2000" b="1" dirty="0">
                <a:latin typeface="Rockwell"/>
                <a:cs typeface="Rockwell"/>
              </a:rPr>
              <a:t>i</a:t>
            </a:r>
            <a:r>
              <a:rPr lang="en-US" sz="2000" b="1" spc="-10" dirty="0">
                <a:latin typeface="Rockwell"/>
                <a:cs typeface="Rockwell"/>
              </a:rPr>
              <a:t>t</a:t>
            </a:r>
            <a:r>
              <a:rPr lang="en-US" sz="2000" b="1" dirty="0">
                <a:latin typeface="Rockwell"/>
                <a:cs typeface="Rockwell"/>
              </a:rPr>
              <a:t>ical</a:t>
            </a:r>
            <a:r>
              <a:rPr lang="en-US" sz="2000" b="1" spc="5" dirty="0">
                <a:latin typeface="Rockwell"/>
                <a:cs typeface="Rockwell"/>
              </a:rPr>
              <a:t> </a:t>
            </a:r>
            <a:r>
              <a:rPr lang="en-US" sz="2000" b="1" dirty="0">
                <a:latin typeface="Rockwell"/>
                <a:cs typeface="Rockwell"/>
              </a:rPr>
              <a:t>ch</a:t>
            </a:r>
            <a:r>
              <a:rPr lang="en-US" sz="2000" b="1" spc="-10" dirty="0">
                <a:latin typeface="Rockwell"/>
                <a:cs typeface="Rockwell"/>
              </a:rPr>
              <a:t>a</a:t>
            </a:r>
            <a:r>
              <a:rPr lang="en-US" sz="2000" b="1" dirty="0">
                <a:latin typeface="Rockwell"/>
                <a:cs typeface="Rockwell"/>
              </a:rPr>
              <a:t>in </a:t>
            </a:r>
            <a:r>
              <a:rPr lang="en-US" sz="2000" b="1" spc="-5" dirty="0">
                <a:latin typeface="Rockwell"/>
                <a:cs typeface="Rockwell"/>
              </a:rPr>
              <a:t>tec</a:t>
            </a:r>
            <a:r>
              <a:rPr lang="en-US" sz="2000" b="1" spc="-10" dirty="0">
                <a:latin typeface="Rockwell"/>
                <a:cs typeface="Rockwell"/>
              </a:rPr>
              <a:t>h</a:t>
            </a:r>
            <a:r>
              <a:rPr lang="en-US" sz="2000" b="1" dirty="0">
                <a:latin typeface="Rockwell"/>
                <a:cs typeface="Rockwell"/>
              </a:rPr>
              <a:t>ni</a:t>
            </a:r>
            <a:r>
              <a:rPr lang="en-US" sz="2000" b="1" spc="-10" dirty="0">
                <a:latin typeface="Rockwell"/>
                <a:cs typeface="Rockwell"/>
              </a:rPr>
              <a:t>q</a:t>
            </a:r>
            <a:r>
              <a:rPr lang="en-US" sz="2000" b="1" dirty="0">
                <a:latin typeface="Rockwell"/>
                <a:cs typeface="Rockwell"/>
              </a:rPr>
              <a:t>ue</a:t>
            </a:r>
            <a:r>
              <a:rPr lang="en-US" sz="2000" b="1" spc="-10" dirty="0">
                <a:latin typeface="Rockwell"/>
                <a:cs typeface="Rockwell"/>
              </a:rPr>
              <a:t> </a:t>
            </a:r>
            <a:r>
              <a:rPr lang="en-US" sz="2000" spc="-5" dirty="0">
                <a:latin typeface="Rockwell"/>
                <a:cs typeface="Rockwell"/>
              </a:rPr>
              <a:t>m</a:t>
            </a:r>
            <a:r>
              <a:rPr lang="en-US" sz="2000" spc="-40" dirty="0">
                <a:latin typeface="Rockwell"/>
                <a:cs typeface="Rockwell"/>
              </a:rPr>
              <a:t>a</a:t>
            </a:r>
            <a:r>
              <a:rPr lang="en-US" sz="2000" dirty="0">
                <a:latin typeface="Rockwell"/>
                <a:cs typeface="Rockwell"/>
              </a:rPr>
              <a:t>y</a:t>
            </a:r>
            <a:r>
              <a:rPr lang="en-US" sz="2000" spc="-10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also</a:t>
            </a:r>
            <a:r>
              <a:rPr lang="en-US" sz="2000" spc="-15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be </a:t>
            </a:r>
            <a:r>
              <a:rPr lang="en-US" sz="2000" spc="-5" dirty="0">
                <a:latin typeface="Rockwell"/>
                <a:cs typeface="Rockwell"/>
              </a:rPr>
              <a:t>he</a:t>
            </a:r>
            <a:r>
              <a:rPr lang="en-US" sz="2000" dirty="0">
                <a:latin typeface="Rockwell"/>
                <a:cs typeface="Rockwell"/>
              </a:rPr>
              <a:t>lpful</a:t>
            </a:r>
            <a:r>
              <a:rPr lang="en-US" sz="2000" spc="-10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at</a:t>
            </a:r>
            <a:r>
              <a:rPr lang="en-US" sz="2000" spc="-10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this</a:t>
            </a:r>
            <a:r>
              <a:rPr lang="en-US" sz="2000" spc="-20" dirty="0">
                <a:latin typeface="Rockwell"/>
                <a:cs typeface="Rockwell"/>
              </a:rPr>
              <a:t> </a:t>
            </a:r>
            <a:r>
              <a:rPr lang="en-US" sz="2000" dirty="0">
                <a:latin typeface="Rockwell"/>
                <a:cs typeface="Rockwell"/>
              </a:rPr>
              <a:t>s</a:t>
            </a:r>
            <a:r>
              <a:rPr lang="en-US" sz="2000" spc="-15" dirty="0">
                <a:latin typeface="Rockwell"/>
                <a:cs typeface="Rockwell"/>
              </a:rPr>
              <a:t>t</a:t>
            </a:r>
            <a:r>
              <a:rPr lang="en-US" sz="2000" spc="-5" dirty="0">
                <a:latin typeface="Rockwell"/>
                <a:cs typeface="Rockwell"/>
              </a:rPr>
              <a:t>e</a:t>
            </a:r>
            <a:r>
              <a:rPr lang="en-US" sz="2000" spc="-85" dirty="0">
                <a:latin typeface="Rockwell"/>
                <a:cs typeface="Rockwell"/>
              </a:rPr>
              <a:t>p</a:t>
            </a:r>
            <a:r>
              <a:rPr lang="en-US" sz="2000" dirty="0">
                <a:latin typeface="Rockwell"/>
                <a:cs typeface="Rockwell"/>
              </a:rPr>
              <a:t>.</a:t>
            </a:r>
          </a:p>
          <a:p>
            <a:pPr marL="83820"/>
            <a:endParaRPr lang="en-US" sz="2000" dirty="0">
              <a:latin typeface="Rockwell" charset="0"/>
              <a:ea typeface="Rockwell" charset="0"/>
              <a:cs typeface="Rockwell" charset="0"/>
            </a:endParaRPr>
          </a:p>
          <a:p>
            <a:pPr marL="83820"/>
            <a:endParaRPr lang="fr-CH" sz="2000" dirty="0">
              <a:latin typeface="Rockwell" charset="0"/>
              <a:ea typeface="Rockwell" charset="0"/>
              <a:cs typeface="Rockwell" charset="0"/>
            </a:endParaRPr>
          </a:p>
          <a:p>
            <a:pPr marL="83820"/>
            <a:endParaRPr dirty="0">
              <a:latin typeface="Rockwell Extra Bold" charset="0"/>
              <a:ea typeface="Rockwell Extra Bold" charset="0"/>
              <a:cs typeface="Rockwell Extra Bold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4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3"/>
          <p:cNvSpPr/>
          <p:nvPr/>
        </p:nvSpPr>
        <p:spPr>
          <a:xfrm>
            <a:off x="0" y="-1312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Plan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1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0" y="6453186"/>
            <a:ext cx="9144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0" y="0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Plan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9B896093-5FFE-429C-B578-382F72FEF9D0}"/>
              </a:ext>
            </a:extLst>
          </p:cNvPr>
          <p:cNvSpPr/>
          <p:nvPr/>
        </p:nvSpPr>
        <p:spPr>
          <a:xfrm>
            <a:off x="656948" y="883432"/>
            <a:ext cx="11176986" cy="3429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3820"/>
            <a:r>
              <a:rPr lang="fr-CH" b="1" dirty="0" err="1">
                <a:latin typeface="Rockwell" charset="0"/>
                <a:ea typeface="Rockwell" charset="0"/>
                <a:cs typeface="Rockwell" charset="0"/>
              </a:rPr>
              <a:t>P</a:t>
            </a:r>
            <a:r>
              <a:rPr lang="fr-CH" b="1" spc="-30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b="1" dirty="0" err="1">
                <a:latin typeface="Rockwell" charset="0"/>
                <a:ea typeface="Rockwell" charset="0"/>
                <a:cs typeface="Rockwell" charset="0"/>
              </a:rPr>
              <a:t>epa</a:t>
            </a:r>
            <a:r>
              <a:rPr lang="fr-CH" b="1" spc="-40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b="1" dirty="0" err="1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b="1" spc="-5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b="1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lang="fr-CH" b="1" spc="-10" dirty="0">
                <a:latin typeface="Rockwell" charset="0"/>
                <a:ea typeface="Rockwell" charset="0"/>
                <a:cs typeface="Rockwell" charset="0"/>
              </a:rPr>
              <a:t>h</a:t>
            </a:r>
            <a:r>
              <a:rPr lang="fr-CH" b="1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b="1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b="1" spc="-10" dirty="0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lang="fr-CH" b="1" dirty="0">
                <a:latin typeface="Rockwell" charset="0"/>
                <a:ea typeface="Rockwell" charset="0"/>
                <a:cs typeface="Rockwell" charset="0"/>
              </a:rPr>
              <a:t>ched</a:t>
            </a:r>
            <a:r>
              <a:rPr lang="fr-CH" b="1" spc="-15" dirty="0">
                <a:latin typeface="Rockwell" charset="0"/>
                <a:ea typeface="Rockwell" charset="0"/>
                <a:cs typeface="Rockwell" charset="0"/>
              </a:rPr>
              <a:t>u</a:t>
            </a:r>
            <a:r>
              <a:rPr lang="fr-CH" b="1" dirty="0">
                <a:latin typeface="Rockwell" charset="0"/>
                <a:ea typeface="Rockwell" charset="0"/>
                <a:cs typeface="Rockwell" charset="0"/>
              </a:rPr>
              <a:t>le</a:t>
            </a:r>
          </a:p>
          <a:p>
            <a:pPr>
              <a:spcBef>
                <a:spcPts val="54"/>
              </a:spcBef>
            </a:pPr>
            <a:endParaRPr lang="fr-CH" dirty="0">
              <a:latin typeface="Rockwell" charset="0"/>
              <a:ea typeface="Rockwell" charset="0"/>
              <a:cs typeface="Rockwell" charset="0"/>
            </a:endParaRPr>
          </a:p>
          <a:p>
            <a:pPr marL="12700" marR="5080"/>
            <a:r>
              <a:rPr lang="fr-CH" spc="35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h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is</a:t>
            </a:r>
            <a:r>
              <a:rPr lang="fr-CH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is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 the</a:t>
            </a:r>
            <a:r>
              <a:rPr lang="fr-CH" spc="-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40" dirty="0" err="1">
                <a:latin typeface="Rockwell" charset="0"/>
                <a:ea typeface="Rockwell" charset="0"/>
                <a:cs typeface="Rockwell" charset="0"/>
              </a:rPr>
              <a:t>g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spc="5" dirty="0" err="1">
                <a:latin typeface="Rockwell" charset="0"/>
                <a:ea typeface="Rockwell" charset="0"/>
                <a:cs typeface="Rockwell" charset="0"/>
              </a:rPr>
              <a:t>n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spc="-40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ation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f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a bar cha</a:t>
            </a:r>
            <a:r>
              <a:rPr lang="fr-CH" spc="40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lang="fr-CH" spc="-4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G</a:t>
            </a:r>
            <a:r>
              <a:rPr lang="fr-CH" spc="5" dirty="0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nt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lang="fr-CH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ch</a:t>
            </a:r>
            <a:r>
              <a:rPr lang="fr-CH" spc="5" dirty="0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lang="fr-CH" spc="35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lang="fr-CH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sh</a:t>
            </a:r>
            <a:r>
              <a:rPr lang="fr-CH" spc="-85" dirty="0" err="1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wi</a:t>
            </a:r>
            <a:r>
              <a:rPr lang="fr-CH" spc="5" dirty="0" err="1">
                <a:latin typeface="Rockwell" charset="0"/>
                <a:ea typeface="Rockwell" charset="0"/>
                <a:cs typeface="Rockwell" charset="0"/>
              </a:rPr>
              <a:t>n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g</a:t>
            </a:r>
            <a:r>
              <a:rPr lang="fr-CH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the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act</a:t>
            </a:r>
            <a:r>
              <a:rPr lang="fr-CH" spc="-35" dirty="0" err="1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v</a:t>
            </a:r>
            <a:r>
              <a:rPr lang="fr-CH" spc="5" dirty="0" err="1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ties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,</a:t>
            </a:r>
            <a:r>
              <a:rPr lang="fr-CH" spc="-204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then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dependenci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es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,</a:t>
            </a:r>
            <a:r>
              <a:rPr lang="fr-CH" spc="-17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lang="fr-CH" spc="5" dirty="0">
                <a:latin typeface="Rockwell" charset="0"/>
                <a:ea typeface="Rockwell" charset="0"/>
                <a:cs typeface="Rockwell" charset="0"/>
              </a:rPr>
              <a:t>n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d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lang="fr-CH" spc="-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sequence</a:t>
            </a:r>
            <a:r>
              <a:rPr lang="fr-CH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in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35" dirty="0" err="1">
                <a:latin typeface="Rockwell" charset="0"/>
                <a:ea typeface="Rockwell" charset="0"/>
                <a:cs typeface="Rockwell" charset="0"/>
              </a:rPr>
              <a:t>w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h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ich</a:t>
            </a:r>
            <a:r>
              <a:rPr lang="fr-CH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th</a:t>
            </a:r>
            <a:r>
              <a:rPr lang="fr-CH" spc="-85" dirty="0" err="1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y</a:t>
            </a:r>
            <a:r>
              <a:rPr lang="fr-CH" spc="-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mu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be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per</a:t>
            </a:r>
            <a:r>
              <a:rPr lang="fr-CH" spc="35" dirty="0" err="1">
                <a:latin typeface="Rockwell" charset="0"/>
                <a:ea typeface="Rockwell" charset="0"/>
                <a:cs typeface="Rockwell" charset="0"/>
              </a:rPr>
              <a:t>f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ormed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.</a:t>
            </a:r>
            <a:r>
              <a:rPr lang="fr-CH" spc="-18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10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lang="fr-CH" spc="45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spc="-10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ic</a:t>
            </a:r>
            <a:r>
              <a:rPr lang="fr-CH" spc="-10" dirty="0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l</a:t>
            </a:r>
            <a:r>
              <a:rPr lang="fr-CH" spc="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p</a:t>
            </a:r>
            <a:r>
              <a:rPr lang="fr-CH" spc="-15" dirty="0" err="1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lang="fr-CH" spc="-10" dirty="0" err="1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h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10" dirty="0" err="1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n</a:t>
            </a:r>
            <a:r>
              <a:rPr lang="fr-CH" spc="-15" dirty="0" err="1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lang="fr-CH" spc="-40" dirty="0" err="1">
                <a:latin typeface="Rockwell" charset="0"/>
                <a:ea typeface="Rockwell" charset="0"/>
                <a:cs typeface="Rockwell" charset="0"/>
              </a:rPr>
              <a:t>l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y</a:t>
            </a:r>
            <a:r>
              <a:rPr lang="fr-CH" spc="-10" dirty="0" err="1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is</a:t>
            </a:r>
            <a:r>
              <a:rPr lang="fr-CH" spc="3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is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no</a:t>
            </a:r>
            <a:r>
              <a:rPr lang="fr-CH" spc="5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spc="-10" dirty="0" err="1">
                <a:latin typeface="Rockwell" charset="0"/>
                <a:ea typeface="Rockwell" charset="0"/>
                <a:cs typeface="Rockwell" charset="0"/>
              </a:rPr>
              <a:t>m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al</a:t>
            </a:r>
            <a:r>
              <a:rPr lang="fr-CH" spc="-35" dirty="0" err="1">
                <a:latin typeface="Rockwell" charset="0"/>
                <a:ea typeface="Rockwell" charset="0"/>
                <a:cs typeface="Rockwell" charset="0"/>
              </a:rPr>
              <a:t>l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y</a:t>
            </a:r>
            <a:r>
              <a:rPr lang="fr-CH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u</a:t>
            </a:r>
            <a:r>
              <a:rPr lang="fr-CH" spc="-10" dirty="0" err="1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d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he</a:t>
            </a:r>
            <a:r>
              <a:rPr lang="fr-CH" spc="-90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spc="-35" dirty="0" err="1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,</a:t>
            </a:r>
            <a:r>
              <a:rPr lang="fr-CH" spc="-17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and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he</a:t>
            </a:r>
            <a:r>
              <a:rPr lang="fr-CH" spc="5" dirty="0" err="1">
                <a:latin typeface="Rockwell" charset="0"/>
                <a:ea typeface="Rockwell" charset="0"/>
                <a:cs typeface="Rockwell" charset="0"/>
              </a:rPr>
              <a:t>n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ce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 the</a:t>
            </a:r>
            <a:r>
              <a:rPr lang="fr-CH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identi</a:t>
            </a:r>
            <a:r>
              <a:rPr lang="fr-CH" spc="25" dirty="0">
                <a:latin typeface="Rockwell" charset="0"/>
                <a:ea typeface="Rockwell" charset="0"/>
                <a:cs typeface="Rockwell" charset="0"/>
              </a:rPr>
              <a:t>f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ication</a:t>
            </a:r>
            <a:r>
              <a:rPr lang="fr-CH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f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lang="fr-CH" spc="35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itical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 a</a:t>
            </a:r>
            <a:r>
              <a:rPr lang="fr-CH" spc="5" dirty="0">
                <a:latin typeface="Rockwell" charset="0"/>
                <a:ea typeface="Rockwell" charset="0"/>
                <a:cs typeface="Rockwell" charset="0"/>
              </a:rPr>
              <a:t>n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d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n</a:t>
            </a:r>
            <a:r>
              <a:rPr lang="fr-CH" spc="5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lang="fr-CH" spc="15" dirty="0">
                <a:latin typeface="Rockwell" charset="0"/>
                <a:ea typeface="Rockwell" charset="0"/>
                <a:cs typeface="Rockwell" charset="0"/>
              </a:rPr>
              <a:t>n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-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lang="fr-CH" spc="35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itical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act</a:t>
            </a:r>
            <a:r>
              <a:rPr lang="fr-CH" spc="-35" dirty="0" err="1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v</a:t>
            </a:r>
            <a:r>
              <a:rPr lang="fr-CH" spc="5" dirty="0" err="1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ties</a:t>
            </a:r>
            <a:r>
              <a:rPr lang="fr-CH" spc="-4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to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determine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the 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spc="5" dirty="0" err="1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lang="fr-CH" spc="-35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li</a:t>
            </a:r>
            <a:r>
              <a:rPr lang="fr-CH" spc="5" dirty="0" err="1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st</a:t>
            </a:r>
            <a:r>
              <a:rPr lang="fr-CH" spc="-4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p</a:t>
            </a:r>
            <a:r>
              <a:rPr lang="fr-CH" spc="-85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j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ec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lang="fr-CH" spc="-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20" dirty="0">
                <a:latin typeface="Rockwell" charset="0"/>
                <a:ea typeface="Rockwell" charset="0"/>
                <a:cs typeface="Rockwell" charset="0"/>
              </a:rPr>
              <a:t>f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inish</a:t>
            </a:r>
            <a:r>
              <a:rPr lang="fr-CH" spc="-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date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al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lang="fr-CH" spc="5" dirty="0" err="1">
                <a:latin typeface="Rockwell" charset="0"/>
                <a:ea typeface="Rockwell" charset="0"/>
                <a:cs typeface="Rockwell" charset="0"/>
              </a:rPr>
              <a:t>n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g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with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10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h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lang="fr-CH" spc="35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itical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path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 a</a:t>
            </a:r>
            <a:r>
              <a:rPr lang="fr-CH" spc="5" dirty="0">
                <a:latin typeface="Rockwell" charset="0"/>
                <a:ea typeface="Rockwell" charset="0"/>
                <a:cs typeface="Rockwell" charset="0"/>
              </a:rPr>
              <a:t>n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d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lang="fr-CH" spc="-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cli</a:t>
            </a:r>
            <a:r>
              <a:rPr lang="fr-CH" spc="5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n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lang="fr-CH" spc="-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or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slack</a:t>
            </a:r>
            <a:r>
              <a:rPr lang="fr-CH" spc="-3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f</a:t>
            </a:r>
            <a:r>
              <a:rPr lang="fr-CH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n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lang="fr-CH" spc="10" dirty="0">
                <a:latin typeface="Rockwell" charset="0"/>
                <a:ea typeface="Rockwell" charset="0"/>
                <a:cs typeface="Rockwell" charset="0"/>
              </a:rPr>
              <a:t>n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-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lang="fr-CH" spc="35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itical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act</a:t>
            </a:r>
            <a:r>
              <a:rPr lang="fr-CH" spc="-35" dirty="0" err="1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v</a:t>
            </a:r>
            <a:r>
              <a:rPr lang="fr-CH" spc="5" dirty="0" err="1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ties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.</a:t>
            </a:r>
          </a:p>
          <a:p>
            <a:pPr>
              <a:spcBef>
                <a:spcPts val="42"/>
              </a:spcBef>
            </a:pPr>
            <a:endParaRPr lang="fr-CH" dirty="0">
              <a:latin typeface="Rockwell" charset="0"/>
              <a:ea typeface="Rockwell" charset="0"/>
              <a:cs typeface="Rockwell" charset="0"/>
            </a:endParaRPr>
          </a:p>
          <a:p>
            <a:pPr marL="12700" marR="52705"/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Not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that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lang="fr-CH" spc="-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lang="fr-CH" spc="35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itical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path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85" dirty="0">
                <a:latin typeface="Rockwell" charset="0"/>
                <a:ea typeface="Rockwell" charset="0"/>
                <a:cs typeface="Rockwell" charset="0"/>
              </a:rPr>
              <a:t>b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y</a:t>
            </a:r>
            <a:r>
              <a:rPr lang="fr-CH" spc="-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de</a:t>
            </a:r>
            <a:r>
              <a:rPr lang="fr-CH" spc="20" dirty="0" err="1">
                <a:latin typeface="Rockwell" charset="0"/>
                <a:ea typeface="Rockwell" charset="0"/>
                <a:cs typeface="Rockwell" charset="0"/>
              </a:rPr>
              <a:t>f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inition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as</a:t>
            </a:r>
            <a:r>
              <a:rPr lang="fr-CH" spc="-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25" dirty="0" err="1">
                <a:latin typeface="Rockwell" charset="0"/>
                <a:ea typeface="Rockwell" charset="0"/>
                <a:cs typeface="Rockwell" charset="0"/>
              </a:rPr>
              <a:t>z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spc="-80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lang="fr-CH" spc="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float</a:t>
            </a:r>
            <a:r>
              <a:rPr lang="fr-CH" spc="-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or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sla</a:t>
            </a:r>
            <a:r>
              <a:rPr lang="fr-CH" spc="-40" dirty="0" err="1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k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,</a:t>
            </a:r>
            <a:r>
              <a:rPr lang="fr-CH" spc="-16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35" dirty="0" err="1">
                <a:latin typeface="Rockwell" charset="0"/>
                <a:ea typeface="Rockwell" charset="0"/>
                <a:cs typeface="Rockwell" charset="0"/>
              </a:rPr>
              <a:t>w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h</a:t>
            </a:r>
            <a:r>
              <a:rPr lang="fr-CH" spc="5" dirty="0" err="1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spc="-95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spc="5" dirty="0" err="1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 non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-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lang="fr-CH" spc="35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itical</a:t>
            </a:r>
            <a:r>
              <a:rPr lang="fr-CH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act</a:t>
            </a:r>
            <a:r>
              <a:rPr lang="fr-CH" spc="-35" dirty="0" err="1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v</a:t>
            </a:r>
            <a:r>
              <a:rPr lang="fr-CH" spc="5" dirty="0" err="1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ties</a:t>
            </a:r>
            <a:r>
              <a:rPr lang="fr-CH" spc="-3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wi</a:t>
            </a:r>
            <a:r>
              <a:rPr lang="fr-CH" spc="5" dirty="0" err="1">
                <a:latin typeface="Rockwell" charset="0"/>
                <a:ea typeface="Rockwell" charset="0"/>
                <a:cs typeface="Rockwell" charset="0"/>
              </a:rPr>
              <a:t>l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l</a:t>
            </a:r>
            <a:r>
              <a:rPr lang="fr-CH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h</a:t>
            </a:r>
            <a:r>
              <a:rPr lang="fr-CH" spc="-30" dirty="0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lang="fr-CH" spc="-45" dirty="0">
                <a:latin typeface="Rockwell" charset="0"/>
                <a:ea typeface="Rockwell" charset="0"/>
                <a:cs typeface="Rockwell" charset="0"/>
              </a:rPr>
              <a:t>v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spc="-2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so</a:t>
            </a:r>
            <a:r>
              <a:rPr lang="fr-CH" spc="-10" dirty="0" err="1">
                <a:latin typeface="Rockwell" charset="0"/>
                <a:ea typeface="Rockwell" charset="0"/>
                <a:cs typeface="Rockwell" charset="0"/>
              </a:rPr>
              <a:t>m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amount</a:t>
            </a:r>
            <a:r>
              <a:rPr lang="fr-CH"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that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determines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the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amount</a:t>
            </a:r>
            <a:r>
              <a:rPr lang="fr-CH" spc="-4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f</a:t>
            </a:r>
            <a:r>
              <a:rPr lang="fr-CH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time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that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s</a:t>
            </a:r>
            <a:r>
              <a:rPr lang="fr-CH" spc="-10" dirty="0" err="1">
                <a:latin typeface="Rockwell" charset="0"/>
                <a:ea typeface="Rockwell" charset="0"/>
                <a:cs typeface="Rockwell" charset="0"/>
              </a:rPr>
              <a:t>u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ch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 an</a:t>
            </a:r>
            <a:r>
              <a:rPr lang="fr-CH" spc="-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act</a:t>
            </a:r>
            <a:r>
              <a:rPr lang="fr-CH" spc="-35" dirty="0" err="1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v</a:t>
            </a:r>
            <a:r>
              <a:rPr lang="fr-CH" spc="5" dirty="0" err="1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ty</a:t>
            </a:r>
            <a:r>
              <a:rPr lang="fr-CH" spc="-3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can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slip 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25" dirty="0" err="1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x</a:t>
            </a:r>
            <a:r>
              <a:rPr lang="fr-CH" spc="-10" dirty="0" err="1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e</a:t>
            </a:r>
            <a:r>
              <a:rPr lang="fr-CH" spc="5" dirty="0" err="1">
                <a:latin typeface="Rockwell" charset="0"/>
                <a:ea typeface="Rockwell" charset="0"/>
                <a:cs typeface="Rockwell" charset="0"/>
              </a:rPr>
              <a:t>n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d</a:t>
            </a:r>
            <a:r>
              <a:rPr lang="fr-CH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with</a:t>
            </a:r>
            <a:r>
              <a:rPr lang="fr-CH" spc="5" dirty="0" err="1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ut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a</a:t>
            </a:r>
            <a:r>
              <a:rPr lang="fr-CH" spc="25" dirty="0" err="1">
                <a:latin typeface="Rockwell" charset="0"/>
                <a:ea typeface="Rockwell" charset="0"/>
                <a:cs typeface="Rockwell" charset="0"/>
              </a:rPr>
              <a:t>f</a:t>
            </a:r>
            <a:r>
              <a:rPr lang="fr-CH" spc="45" dirty="0" err="1">
                <a:latin typeface="Rockwell" charset="0"/>
                <a:ea typeface="Rockwell" charset="0"/>
                <a:cs typeface="Rockwell" charset="0"/>
              </a:rPr>
              <a:t>f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ectin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g</a:t>
            </a:r>
            <a:r>
              <a:rPr lang="fr-CH" spc="-3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futu</a:t>
            </a:r>
            <a:r>
              <a:rPr lang="fr-CH" spc="-95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e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ac</a:t>
            </a:r>
            <a:r>
              <a:rPr lang="fr-CH" spc="-10" dirty="0" err="1">
                <a:latin typeface="Rockwell" charset="0"/>
                <a:ea typeface="Rockwell" charset="0"/>
                <a:cs typeface="Rockwell" charset="0"/>
              </a:rPr>
              <a:t>t</a:t>
            </a:r>
            <a:r>
              <a:rPr lang="fr-CH" spc="-35" dirty="0" err="1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v</a:t>
            </a:r>
            <a:r>
              <a:rPr lang="fr-CH" spc="5" dirty="0" err="1">
                <a:latin typeface="Rockwell" charset="0"/>
                <a:ea typeface="Rockwell" charset="0"/>
                <a:cs typeface="Rockwell" charset="0"/>
              </a:rPr>
              <a:t>i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ties</a:t>
            </a:r>
            <a:r>
              <a:rPr lang="fr-CH" spc="-4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 en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d</a:t>
            </a:r>
            <a:r>
              <a:rPr lang="fr-CH" spc="-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date 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f</a:t>
            </a:r>
            <a:r>
              <a:rPr lang="fr-CH" spc="-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>
                <a:latin typeface="Rockwell" charset="0"/>
                <a:ea typeface="Rockwell" charset="0"/>
                <a:cs typeface="Rockwell" charset="0"/>
              </a:rPr>
              <a:t>the</a:t>
            </a:r>
            <a:r>
              <a:rPr lang="fr-CH" spc="-1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p</a:t>
            </a:r>
            <a:r>
              <a:rPr lang="fr-CH" spc="-85" dirty="0" err="1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lang="fr-CH" dirty="0" err="1">
                <a:latin typeface="Rockwell" charset="0"/>
                <a:ea typeface="Rockwell" charset="0"/>
                <a:cs typeface="Rockwell" charset="0"/>
              </a:rPr>
              <a:t>j</a:t>
            </a:r>
            <a:r>
              <a:rPr lang="fr-CH" spc="-5" dirty="0" err="1">
                <a:latin typeface="Rockwell" charset="0"/>
                <a:ea typeface="Rockwell" charset="0"/>
                <a:cs typeface="Rockwell" charset="0"/>
              </a:rPr>
              <a:t>ect</a:t>
            </a:r>
            <a:endParaRPr lang="fr-CH" dirty="0">
              <a:latin typeface="Rockwell" charset="0"/>
              <a:ea typeface="Rockwell" charset="0"/>
              <a:cs typeface="Rockwell" charset="0"/>
            </a:endParaRPr>
          </a:p>
          <a:p>
            <a:pPr marL="83820"/>
            <a:endParaRPr lang="fr-CH" b="1" dirty="0">
              <a:latin typeface="Rockwell Extra Bold" charset="0"/>
              <a:ea typeface="Rockwell Extra Bold" charset="0"/>
              <a:cs typeface="Rockwell Extra Bold" charset="0"/>
            </a:endParaRPr>
          </a:p>
          <a:p>
            <a:pPr marL="83820"/>
            <a:endParaRPr lang="fr-CH" b="1" dirty="0">
              <a:latin typeface="Rockwell Extra Bold" charset="0"/>
              <a:ea typeface="Rockwell Extra Bold" charset="0"/>
              <a:cs typeface="Rockwell Extra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022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0" y="6453186"/>
            <a:ext cx="9144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2202" y="842064"/>
            <a:ext cx="11210067" cy="5878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b="1" dirty="0">
                <a:latin typeface="Rockwell" panose="02060603020205020403" pitchFamily="18" charset="0"/>
                <a:cs typeface="Times New Roman"/>
              </a:rPr>
              <a:t>Analy</a:t>
            </a:r>
            <a:r>
              <a:rPr sz="2000" b="1" spc="-15" dirty="0">
                <a:latin typeface="Rockwell" panose="02060603020205020403" pitchFamily="18" charset="0"/>
                <a:cs typeface="Times New Roman"/>
              </a:rPr>
              <a:t>z</a:t>
            </a:r>
            <a:r>
              <a:rPr sz="2000" b="1" dirty="0">
                <a:latin typeface="Rockwell" panose="02060603020205020403" pitchFamily="18" charset="0"/>
                <a:cs typeface="Times New Roman"/>
              </a:rPr>
              <a:t>e</a:t>
            </a:r>
            <a:r>
              <a:rPr sz="2000" b="1" spc="-60" dirty="0">
                <a:latin typeface="Rockwell" panose="02060603020205020403" pitchFamily="18" charset="0"/>
                <a:cs typeface="Times New Roman"/>
              </a:rPr>
              <a:t> </a:t>
            </a:r>
            <a:r>
              <a:rPr sz="2000" b="1" dirty="0">
                <a:latin typeface="Rockwell" panose="02060603020205020403" pitchFamily="18" charset="0"/>
                <a:cs typeface="Times New Roman"/>
              </a:rPr>
              <a:t>The</a:t>
            </a:r>
            <a:r>
              <a:rPr sz="2000" b="1" spc="-15" dirty="0">
                <a:latin typeface="Rockwell" panose="02060603020205020403" pitchFamily="18" charset="0"/>
                <a:cs typeface="Times New Roman"/>
              </a:rPr>
              <a:t> </a:t>
            </a:r>
            <a:r>
              <a:rPr sz="2000" b="1" dirty="0">
                <a:latin typeface="Rockwell" panose="02060603020205020403" pitchFamily="18" charset="0"/>
                <a:cs typeface="Times New Roman"/>
              </a:rPr>
              <a:t>Risks</a:t>
            </a:r>
            <a:endParaRPr sz="2000" dirty="0">
              <a:latin typeface="Rockwell" panose="02060603020205020403" pitchFamily="18" charset="0"/>
              <a:cs typeface="Times New Roman"/>
            </a:endParaRPr>
          </a:p>
          <a:p>
            <a:pPr>
              <a:spcBef>
                <a:spcPts val="45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5080"/>
            <a:r>
              <a:rPr sz="2000" spc="3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is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act</a:t>
            </a:r>
            <a:r>
              <a:rPr sz="2000" spc="-3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v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ty</a:t>
            </a:r>
            <a:r>
              <a:rPr sz="2000" spc="-4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wi</a:t>
            </a:r>
            <a:r>
              <a:rPr sz="2000" spc="5" dirty="0">
                <a:latin typeface="Rockwell"/>
                <a:cs typeface="Rockwell"/>
              </a:rPr>
              <a:t>l</a:t>
            </a:r>
            <a:r>
              <a:rPr sz="2000" dirty="0">
                <a:latin typeface="Rockwell"/>
                <a:cs typeface="Rockwell"/>
              </a:rPr>
              <a:t>l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3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un in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pa</a:t>
            </a:r>
            <a:r>
              <a:rPr sz="2000" spc="-4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allel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with all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other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ep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as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b="1" spc="45" dirty="0">
                <a:latin typeface="Rockwell"/>
                <a:cs typeface="Rockwell"/>
              </a:rPr>
              <a:t>r</a:t>
            </a:r>
            <a:r>
              <a:rPr sz="2000" b="1" dirty="0">
                <a:latin typeface="Rockwell"/>
                <a:cs typeface="Rockwell"/>
              </a:rPr>
              <a:t>isks</a:t>
            </a:r>
            <a:r>
              <a:rPr sz="2000" b="1" spc="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m</a:t>
            </a:r>
            <a:r>
              <a:rPr sz="2000" spc="-40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be identi</a:t>
            </a:r>
            <a:r>
              <a:rPr sz="2000" spc="25" dirty="0">
                <a:latin typeface="Rockwell"/>
                <a:cs typeface="Rockwell"/>
              </a:rPr>
              <a:t>f</a:t>
            </a:r>
            <a:r>
              <a:rPr sz="2000" dirty="0">
                <a:latin typeface="Rockwell"/>
                <a:cs typeface="Rockwell"/>
              </a:rPr>
              <a:t>ied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5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point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du</a:t>
            </a:r>
            <a:r>
              <a:rPr sz="2000" spc="3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ing 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tion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up</a:t>
            </a:r>
            <a:r>
              <a:rPr sz="2000" spc="-10" dirty="0">
                <a:latin typeface="Rockwell"/>
                <a:cs typeface="Rockwell"/>
              </a:rPr>
              <a:t>d</a:t>
            </a:r>
            <a:r>
              <a:rPr sz="2000" dirty="0">
                <a:latin typeface="Rockwell"/>
                <a:cs typeface="Rockwell"/>
              </a:rPr>
              <a:t>ate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 </a:t>
            </a:r>
            <a:r>
              <a:rPr sz="2000" spc="-10" dirty="0">
                <a:latin typeface="Rockwell"/>
                <a:cs typeface="Rockwell"/>
              </a:rPr>
              <a:t>g</a:t>
            </a:r>
            <a:r>
              <a:rPr sz="2000" spc="-35" dirty="0">
                <a:latin typeface="Rockwell"/>
                <a:cs typeface="Rockwell"/>
              </a:rPr>
              <a:t>i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plan.</a:t>
            </a:r>
          </a:p>
          <a:p>
            <a:pPr>
              <a:spcBef>
                <a:spcPts val="42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158750">
              <a:tabLst>
                <a:tab pos="6372860" algn="l"/>
              </a:tabLst>
            </a:pPr>
            <a:r>
              <a:rPr sz="2000" spc="3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mai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pu</a:t>
            </a:r>
            <a:r>
              <a:rPr sz="2000" spc="3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po</a:t>
            </a:r>
            <a:r>
              <a:rPr sz="2000" spc="-10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e </a:t>
            </a:r>
            <a:r>
              <a:rPr sz="2000" spc="-5" dirty="0">
                <a:latin typeface="Rockwell"/>
                <a:cs typeface="Rockwell"/>
              </a:rPr>
              <a:t>he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 is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h</a:t>
            </a:r>
            <a:r>
              <a:rPr sz="2000" spc="-3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v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g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identi</a:t>
            </a:r>
            <a:r>
              <a:rPr sz="2000" spc="25" dirty="0">
                <a:latin typeface="Rockwell"/>
                <a:cs typeface="Rockwell"/>
              </a:rPr>
              <a:t>f</a:t>
            </a:r>
            <a:r>
              <a:rPr sz="2000" dirty="0">
                <a:latin typeface="Rockwell"/>
                <a:cs typeface="Rockwell"/>
              </a:rPr>
              <a:t>ied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3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isks,</a:t>
            </a:r>
            <a:r>
              <a:rPr sz="2000" spc="-17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their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es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ses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 as</a:t>
            </a:r>
            <a:r>
              <a:rPr sz="2000" spc="-10" dirty="0">
                <a:latin typeface="Rockwell"/>
                <a:cs typeface="Rockwell"/>
              </a:rPr>
              <a:t>s</a:t>
            </a:r>
            <a:r>
              <a:rPr sz="2000" spc="-5" dirty="0">
                <a:latin typeface="Rockwell"/>
                <a:cs typeface="Rockwell"/>
              </a:rPr>
              <a:t>oc</a:t>
            </a:r>
            <a:r>
              <a:rPr sz="2000" dirty="0">
                <a:latin typeface="Rockwell"/>
                <a:cs typeface="Rockwell"/>
              </a:rPr>
              <a:t>iated</a:t>
            </a:r>
            <a:r>
              <a:rPr sz="2000" spc="-40" dirty="0">
                <a:latin typeface="Rockwell"/>
                <a:cs typeface="Rockwell"/>
              </a:rPr>
              <a:t>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esou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ces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 </a:t>
            </a:r>
            <a:r>
              <a:rPr sz="2000" spc="-30" dirty="0">
                <a:latin typeface="Rockwell"/>
                <a:cs typeface="Rockwell"/>
              </a:rPr>
              <a:t>b</a:t>
            </a:r>
            <a:r>
              <a:rPr sz="2000" dirty="0">
                <a:latin typeface="Rockwell"/>
                <a:cs typeface="Rockwell"/>
              </a:rPr>
              <a:t>uilt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into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plan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so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that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lang="it-IT" sz="2000" dirty="0">
                <a:latin typeface="Rockwell"/>
                <a:cs typeface="Rockwell"/>
              </a:rPr>
              <a:t>	</a:t>
            </a:r>
            <a:r>
              <a:rPr sz="2000" b="1" spc="45" dirty="0">
                <a:latin typeface="Rockwell"/>
                <a:cs typeface="Rockwell"/>
              </a:rPr>
              <a:t>r</a:t>
            </a:r>
            <a:r>
              <a:rPr sz="2000" b="1" dirty="0">
                <a:latin typeface="Rockwell"/>
                <a:cs typeface="Rockwell"/>
              </a:rPr>
              <a:t>isks can</a:t>
            </a:r>
            <a:r>
              <a:rPr sz="2000" b="1" spc="-10" dirty="0">
                <a:latin typeface="Rockwell"/>
                <a:cs typeface="Rockwell"/>
              </a:rPr>
              <a:t> </a:t>
            </a:r>
            <a:r>
              <a:rPr sz="2000" b="1" dirty="0">
                <a:latin typeface="Rockwell"/>
                <a:cs typeface="Rockwell"/>
              </a:rPr>
              <a:t>be </a:t>
            </a:r>
            <a:r>
              <a:rPr sz="2000" b="1" spc="-5" dirty="0">
                <a:latin typeface="Rockwell"/>
                <a:cs typeface="Rockwell"/>
              </a:rPr>
              <a:t>m</a:t>
            </a:r>
            <a:r>
              <a:rPr sz="2000" b="1" spc="-10" dirty="0">
                <a:latin typeface="Rockwell"/>
                <a:cs typeface="Rockwell"/>
              </a:rPr>
              <a:t>a</a:t>
            </a:r>
            <a:r>
              <a:rPr sz="2000" b="1" dirty="0">
                <a:latin typeface="Rockwell"/>
                <a:cs typeface="Rockwell"/>
              </a:rPr>
              <a:t>n</a:t>
            </a:r>
            <a:r>
              <a:rPr sz="2000" b="1" spc="-10" dirty="0">
                <a:latin typeface="Rockwell"/>
                <a:cs typeface="Rockwell"/>
              </a:rPr>
              <a:t>a</a:t>
            </a:r>
            <a:r>
              <a:rPr sz="2000" b="1" spc="-40" dirty="0">
                <a:latin typeface="Rockwell"/>
                <a:cs typeface="Rockwell"/>
              </a:rPr>
              <a:t>g</a:t>
            </a:r>
            <a:r>
              <a:rPr sz="2000" b="1" spc="-5" dirty="0">
                <a:latin typeface="Rockwell"/>
                <a:cs typeface="Rockwell"/>
              </a:rPr>
              <a:t>ed</a:t>
            </a:r>
            <a:r>
              <a:rPr sz="2000" dirty="0">
                <a:latin typeface="Rockwell"/>
                <a:cs typeface="Rockwell"/>
              </a:rPr>
              <a:t>.</a:t>
            </a:r>
          </a:p>
          <a:p>
            <a:pPr>
              <a:spcBef>
                <a:spcPts val="42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363220"/>
            <a:r>
              <a:rPr sz="2000" dirty="0">
                <a:latin typeface="Rockwell"/>
                <a:cs typeface="Rockwell"/>
              </a:rPr>
              <a:t>By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40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4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act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pla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i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g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spc="-30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w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3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isks </a:t>
            </a:r>
            <a:r>
              <a:rPr sz="2000" spc="-10" dirty="0">
                <a:latin typeface="Rockwell"/>
                <a:cs typeface="Rockwell"/>
              </a:rPr>
              <a:t>m</a:t>
            </a:r>
            <a:r>
              <a:rPr sz="2000" spc="-3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si</a:t>
            </a:r>
            <a:r>
              <a:rPr sz="2000" spc="-10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those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lated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 the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plan it</a:t>
            </a:r>
            <a:r>
              <a:rPr sz="2000" spc="-15" dirty="0">
                <a:latin typeface="Rockwell"/>
                <a:cs typeface="Rockwell"/>
              </a:rPr>
              <a:t>s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lf </a:t>
            </a:r>
            <a:r>
              <a:rPr sz="2000" spc="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 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mat</a:t>
            </a:r>
            <a:r>
              <a:rPr sz="2000" dirty="0">
                <a:latin typeface="Rockwell"/>
                <a:cs typeface="Rockwell"/>
              </a:rPr>
              <a:t>ion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tained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with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it.</a:t>
            </a:r>
            <a:endParaRPr lang="fr-CH" sz="2000" dirty="0">
              <a:latin typeface="Rockwell"/>
              <a:cs typeface="Rockwell"/>
            </a:endParaRPr>
          </a:p>
          <a:p>
            <a:pPr marL="12700" marR="363220"/>
            <a:endParaRPr lang="fr-CH" sz="2000" dirty="0">
              <a:latin typeface="Rockwell"/>
              <a:cs typeface="Rockwell"/>
            </a:endParaRPr>
          </a:p>
          <a:p>
            <a:pPr marL="12700"/>
            <a:r>
              <a:rPr lang="fr-CH" sz="2000" b="1" dirty="0">
                <a:latin typeface="Rockwell" panose="02060603020205020403" pitchFamily="18" charset="0"/>
                <a:cs typeface="Times New Roman"/>
              </a:rPr>
              <a:t>Document the plan</a:t>
            </a:r>
            <a:endParaRPr lang="fr-CH" sz="2000" dirty="0">
              <a:latin typeface="Rockwell" panose="02060603020205020403" pitchFamily="18" charset="0"/>
              <a:cs typeface="Times New Roman"/>
            </a:endParaRPr>
          </a:p>
          <a:p>
            <a:pPr>
              <a:spcBef>
                <a:spcPts val="42"/>
              </a:spcBef>
            </a:pPr>
            <a:endParaRPr lang="fr-CH" sz="2050" dirty="0">
              <a:latin typeface="Times New Roman"/>
              <a:cs typeface="Times New Roman"/>
            </a:endParaRPr>
          </a:p>
          <a:p>
            <a:pPr marL="12700" marR="5080"/>
            <a:r>
              <a:rPr lang="fr-CH" sz="2000" spc="35" dirty="0">
                <a:latin typeface="Rockwell"/>
                <a:cs typeface="Rockwell"/>
              </a:rPr>
              <a:t>T</a:t>
            </a:r>
            <a:r>
              <a:rPr lang="fr-CH" sz="2000" spc="-5" dirty="0">
                <a:latin typeface="Rockwell"/>
                <a:cs typeface="Rockwell"/>
              </a:rPr>
              <a:t>h</a:t>
            </a:r>
            <a:r>
              <a:rPr lang="fr-CH" sz="2000" dirty="0">
                <a:latin typeface="Rockwell"/>
                <a:cs typeface="Rockwell"/>
              </a:rPr>
              <a:t>is</a:t>
            </a:r>
            <a:r>
              <a:rPr lang="fr-CH" sz="2000" spc="-25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is</a:t>
            </a:r>
            <a:r>
              <a:rPr lang="fr-CH" sz="2000" dirty="0">
                <a:latin typeface="Rockwell"/>
                <a:cs typeface="Rockwell"/>
              </a:rPr>
              <a:t> the</a:t>
            </a:r>
            <a:r>
              <a:rPr lang="fr-CH" sz="2000" spc="-10" dirty="0">
                <a:latin typeface="Rockwell"/>
                <a:cs typeface="Rockwell"/>
              </a:rPr>
              <a:t> </a:t>
            </a:r>
            <a:r>
              <a:rPr lang="fr-CH" sz="2000" spc="20" dirty="0">
                <a:latin typeface="Rockwell"/>
                <a:cs typeface="Rockwell"/>
              </a:rPr>
              <a:t>f</a:t>
            </a:r>
            <a:r>
              <a:rPr lang="fr-CH" sz="2000" dirty="0">
                <a:latin typeface="Rockwell"/>
                <a:cs typeface="Rockwell"/>
              </a:rPr>
              <a:t>inal</a:t>
            </a:r>
            <a:r>
              <a:rPr lang="fr-CH" sz="2000" spc="-15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s</a:t>
            </a:r>
            <a:r>
              <a:rPr lang="fr-CH" sz="2000" spc="-15" dirty="0" err="1">
                <a:latin typeface="Rockwell"/>
                <a:cs typeface="Rockwell"/>
              </a:rPr>
              <a:t>t</a:t>
            </a:r>
            <a:r>
              <a:rPr lang="fr-CH" sz="2000" spc="-5" dirty="0" err="1">
                <a:latin typeface="Rockwell"/>
                <a:cs typeface="Rockwell"/>
              </a:rPr>
              <a:t>e</a:t>
            </a:r>
            <a:r>
              <a:rPr lang="fr-CH" sz="2000" dirty="0" err="1">
                <a:latin typeface="Rockwell"/>
                <a:cs typeface="Rockwell"/>
              </a:rPr>
              <a:t>p</a:t>
            </a:r>
            <a:r>
              <a:rPr lang="fr-CH" sz="2000" dirty="0">
                <a:latin typeface="Rockwell"/>
                <a:cs typeface="Rockwell"/>
              </a:rPr>
              <a:t> a</a:t>
            </a:r>
            <a:r>
              <a:rPr lang="fr-CH" sz="2000" spc="-5" dirty="0">
                <a:latin typeface="Rockwell"/>
                <a:cs typeface="Rockwell"/>
              </a:rPr>
              <a:t>n</a:t>
            </a:r>
            <a:r>
              <a:rPr lang="fr-CH" sz="2000" dirty="0">
                <a:latin typeface="Rockwell"/>
                <a:cs typeface="Rockwell"/>
              </a:rPr>
              <a:t>d</a:t>
            </a:r>
            <a:r>
              <a:rPr lang="fr-CH" sz="2000" spc="-10" dirty="0">
                <a:latin typeface="Rockwell"/>
                <a:cs typeface="Rockwell"/>
              </a:rPr>
              <a:t> </a:t>
            </a:r>
            <a:r>
              <a:rPr lang="fr-CH" sz="2000" dirty="0">
                <a:latin typeface="Rockwell"/>
                <a:cs typeface="Rockwell"/>
              </a:rPr>
              <a:t>leads</a:t>
            </a:r>
            <a:r>
              <a:rPr lang="fr-CH" sz="2000" spc="-10" dirty="0">
                <a:latin typeface="Rockwell"/>
                <a:cs typeface="Rockwell"/>
              </a:rPr>
              <a:t> </a:t>
            </a:r>
            <a:r>
              <a:rPr lang="fr-CH" sz="2000" dirty="0">
                <a:latin typeface="Rockwell"/>
                <a:cs typeface="Rockwell"/>
              </a:rPr>
              <a:t>to</a:t>
            </a:r>
            <a:r>
              <a:rPr lang="fr-CH" sz="2000" spc="-10" dirty="0">
                <a:latin typeface="Rockwell"/>
                <a:cs typeface="Rockwell"/>
              </a:rPr>
              <a:t> </a:t>
            </a:r>
            <a:r>
              <a:rPr lang="fr-CH" sz="2000" dirty="0">
                <a:latin typeface="Rockwell"/>
                <a:cs typeface="Rockwell"/>
              </a:rPr>
              <a:t>the</a:t>
            </a:r>
            <a:r>
              <a:rPr lang="fr-CH" sz="2000" spc="-10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c</a:t>
            </a:r>
            <a:r>
              <a:rPr lang="fr-CH" sz="2000" spc="-95" dirty="0" err="1">
                <a:latin typeface="Rockwell"/>
                <a:cs typeface="Rockwell"/>
              </a:rPr>
              <a:t>r</a:t>
            </a:r>
            <a:r>
              <a:rPr lang="fr-CH" sz="2000" spc="-5" dirty="0" err="1">
                <a:latin typeface="Rockwell"/>
                <a:cs typeface="Rockwell"/>
              </a:rPr>
              <a:t>e</a:t>
            </a:r>
            <a:r>
              <a:rPr lang="fr-CH" sz="2000" spc="5" dirty="0" err="1">
                <a:latin typeface="Rockwell"/>
                <a:cs typeface="Rockwell"/>
              </a:rPr>
              <a:t>a</a:t>
            </a:r>
            <a:r>
              <a:rPr lang="fr-CH" sz="2000" dirty="0" err="1">
                <a:latin typeface="Rockwell"/>
                <a:cs typeface="Rockwell"/>
              </a:rPr>
              <a:t>tion</a:t>
            </a:r>
            <a:r>
              <a:rPr lang="fr-CH" sz="2000" spc="-20" dirty="0">
                <a:latin typeface="Rockwell"/>
                <a:cs typeface="Rockwell"/>
              </a:rPr>
              <a:t> </a:t>
            </a:r>
            <a:r>
              <a:rPr lang="fr-CH" sz="2000" spc="-5" dirty="0">
                <a:latin typeface="Rockwell"/>
                <a:cs typeface="Rockwell"/>
              </a:rPr>
              <a:t>o</a:t>
            </a:r>
            <a:r>
              <a:rPr lang="fr-CH" sz="2000" dirty="0">
                <a:latin typeface="Rockwell"/>
                <a:cs typeface="Rockwell"/>
              </a:rPr>
              <a:t>f</a:t>
            </a:r>
            <a:r>
              <a:rPr lang="fr-CH" sz="2000" spc="-5" dirty="0">
                <a:latin typeface="Rockwell"/>
                <a:cs typeface="Rockwell"/>
              </a:rPr>
              <a:t> </a:t>
            </a:r>
            <a:r>
              <a:rPr lang="fr-CH" sz="2000" dirty="0">
                <a:latin typeface="Rockwell"/>
                <a:cs typeface="Rockwell"/>
              </a:rPr>
              <a:t>the</a:t>
            </a:r>
            <a:r>
              <a:rPr lang="fr-CH" sz="2000" spc="-5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c</a:t>
            </a:r>
            <a:r>
              <a:rPr lang="fr-CH" sz="2000" spc="5" dirty="0" err="1">
                <a:latin typeface="Rockwell"/>
                <a:cs typeface="Rockwell"/>
              </a:rPr>
              <a:t>o</a:t>
            </a:r>
            <a:r>
              <a:rPr lang="fr-CH" sz="2000" spc="-5" dirty="0" err="1">
                <a:latin typeface="Rockwell"/>
                <a:cs typeface="Rockwell"/>
              </a:rPr>
              <a:t>m</a:t>
            </a:r>
            <a:r>
              <a:rPr lang="fr-CH" sz="2000" spc="-10" dirty="0" err="1">
                <a:latin typeface="Rockwell"/>
                <a:cs typeface="Rockwell"/>
              </a:rPr>
              <a:t>p</a:t>
            </a:r>
            <a:r>
              <a:rPr lang="fr-CH" sz="2000" dirty="0" err="1">
                <a:latin typeface="Rockwell"/>
                <a:cs typeface="Rockwell"/>
              </a:rPr>
              <a:t>lete</a:t>
            </a:r>
            <a:r>
              <a:rPr lang="fr-CH" sz="2000" spc="5" dirty="0">
                <a:latin typeface="Rockwell"/>
                <a:cs typeface="Rockwell"/>
              </a:rPr>
              <a:t> </a:t>
            </a:r>
            <a:r>
              <a:rPr lang="fr-CH" sz="2000" b="1" dirty="0">
                <a:latin typeface="Rockwell"/>
                <a:cs typeface="Rockwell"/>
              </a:rPr>
              <a:t>pl</a:t>
            </a:r>
            <a:r>
              <a:rPr lang="fr-CH" sz="2000" b="1" spc="-10" dirty="0">
                <a:latin typeface="Rockwell"/>
                <a:cs typeface="Rockwell"/>
              </a:rPr>
              <a:t>a</a:t>
            </a:r>
            <a:r>
              <a:rPr lang="fr-CH" sz="2000" b="1" dirty="0">
                <a:latin typeface="Rockwell"/>
                <a:cs typeface="Rockwell"/>
              </a:rPr>
              <a:t>n docu</a:t>
            </a:r>
            <a:r>
              <a:rPr lang="fr-CH" sz="2000" b="1" spc="-15" dirty="0">
                <a:latin typeface="Rockwell"/>
                <a:cs typeface="Rockwell"/>
              </a:rPr>
              <a:t>m</a:t>
            </a:r>
            <a:r>
              <a:rPr lang="fr-CH" sz="2000" b="1" spc="-5" dirty="0">
                <a:latin typeface="Rockwell"/>
                <a:cs typeface="Rockwell"/>
              </a:rPr>
              <a:t>en</a:t>
            </a:r>
            <a:r>
              <a:rPr lang="fr-CH" sz="2000" b="1" spc="-10" dirty="0">
                <a:latin typeface="Rockwell"/>
                <a:cs typeface="Rockwell"/>
              </a:rPr>
              <a:t>t</a:t>
            </a:r>
            <a:r>
              <a:rPr lang="fr-CH" sz="2000" dirty="0">
                <a:latin typeface="Rockwell"/>
                <a:cs typeface="Rockwell"/>
              </a:rPr>
              <a:t>.</a:t>
            </a:r>
            <a:r>
              <a:rPr lang="fr-CH" sz="2000" spc="-175" dirty="0">
                <a:latin typeface="Rockwell"/>
                <a:cs typeface="Rockwell"/>
              </a:rPr>
              <a:t> </a:t>
            </a:r>
            <a:r>
              <a:rPr lang="fr-CH" sz="2000" spc="-5" dirty="0">
                <a:latin typeface="Rockwell"/>
                <a:cs typeface="Rockwell"/>
              </a:rPr>
              <a:t>Aspect</a:t>
            </a:r>
            <a:r>
              <a:rPr lang="fr-CH" sz="2000" dirty="0">
                <a:latin typeface="Rockwell"/>
                <a:cs typeface="Rockwell"/>
              </a:rPr>
              <a:t>s</a:t>
            </a:r>
            <a:r>
              <a:rPr lang="fr-CH" sz="2000" spc="-15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that</a:t>
            </a:r>
            <a:r>
              <a:rPr lang="fr-CH" sz="2000" spc="-15" dirty="0">
                <a:latin typeface="Rockwell"/>
                <a:cs typeface="Rockwell"/>
              </a:rPr>
              <a:t> </a:t>
            </a:r>
            <a:r>
              <a:rPr lang="fr-CH" sz="2000" spc="-5" dirty="0" err="1">
                <a:latin typeface="Rockwell"/>
                <a:cs typeface="Rockwell"/>
              </a:rPr>
              <a:t>n</a:t>
            </a:r>
            <a:r>
              <a:rPr lang="fr-CH" sz="2000" spc="5" dirty="0" err="1">
                <a:latin typeface="Rockwell"/>
                <a:cs typeface="Rockwell"/>
              </a:rPr>
              <a:t>e</a:t>
            </a:r>
            <a:r>
              <a:rPr lang="fr-CH" sz="2000" spc="-5" dirty="0" err="1">
                <a:latin typeface="Rockwell"/>
                <a:cs typeface="Rockwell"/>
              </a:rPr>
              <a:t>e</a:t>
            </a:r>
            <a:r>
              <a:rPr lang="fr-CH" sz="2000" dirty="0" err="1">
                <a:latin typeface="Rockwell"/>
                <a:cs typeface="Rockwell"/>
              </a:rPr>
              <a:t>d</a:t>
            </a:r>
            <a:r>
              <a:rPr lang="fr-CH" sz="2000" spc="-10" dirty="0">
                <a:latin typeface="Rockwell"/>
                <a:cs typeface="Rockwell"/>
              </a:rPr>
              <a:t> </a:t>
            </a:r>
            <a:r>
              <a:rPr lang="fr-CH" sz="2000" dirty="0">
                <a:latin typeface="Rockwell"/>
                <a:cs typeface="Rockwell"/>
              </a:rPr>
              <a:t>to </a:t>
            </a:r>
            <a:r>
              <a:rPr lang="fr-CH" sz="2000" dirty="0" err="1">
                <a:latin typeface="Rockwell"/>
                <a:cs typeface="Rockwell"/>
              </a:rPr>
              <a:t>be</a:t>
            </a:r>
            <a:r>
              <a:rPr lang="fr-CH" sz="2000" spc="-5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included</a:t>
            </a:r>
            <a:r>
              <a:rPr lang="fr-CH" sz="2000" spc="-25" dirty="0">
                <a:latin typeface="Rockwell"/>
                <a:cs typeface="Rockwell"/>
              </a:rPr>
              <a:t> </a:t>
            </a:r>
            <a:r>
              <a:rPr lang="fr-CH" sz="2000" spc="-5" dirty="0" err="1">
                <a:latin typeface="Rockwell"/>
                <a:cs typeface="Rockwell"/>
              </a:rPr>
              <a:t>h</a:t>
            </a:r>
            <a:r>
              <a:rPr lang="fr-CH" sz="2000" spc="5" dirty="0" err="1">
                <a:latin typeface="Rockwell"/>
                <a:cs typeface="Rockwell"/>
              </a:rPr>
              <a:t>e</a:t>
            </a:r>
            <a:r>
              <a:rPr lang="fr-CH" sz="2000" spc="-95" dirty="0" err="1">
                <a:latin typeface="Rockwell"/>
                <a:cs typeface="Rockwell"/>
              </a:rPr>
              <a:t>r</a:t>
            </a:r>
            <a:r>
              <a:rPr lang="fr-CH" sz="2000" dirty="0" err="1">
                <a:latin typeface="Rockwell"/>
                <a:cs typeface="Rockwell"/>
              </a:rPr>
              <a:t>e</a:t>
            </a:r>
            <a:r>
              <a:rPr lang="fr-CH" sz="2000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will</a:t>
            </a:r>
            <a:r>
              <a:rPr lang="fr-CH" sz="2000" spc="-5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include</a:t>
            </a:r>
            <a:r>
              <a:rPr lang="fr-CH" sz="2000" spc="-20" dirty="0">
                <a:latin typeface="Rockwell"/>
                <a:cs typeface="Rockwell"/>
              </a:rPr>
              <a:t> </a:t>
            </a:r>
            <a:r>
              <a:rPr lang="fr-CH" sz="2000" dirty="0">
                <a:latin typeface="Rockwell"/>
                <a:cs typeface="Rockwell"/>
              </a:rPr>
              <a:t>the </a:t>
            </a:r>
            <a:r>
              <a:rPr lang="fr-CH" sz="2000" dirty="0" err="1">
                <a:latin typeface="Rockwell"/>
                <a:cs typeface="Rockwell"/>
              </a:rPr>
              <a:t>schedul</a:t>
            </a:r>
            <a:r>
              <a:rPr lang="fr-CH" sz="2000" spc="-35" dirty="0" err="1">
                <a:latin typeface="Rockwell"/>
                <a:cs typeface="Rockwell"/>
              </a:rPr>
              <a:t>e</a:t>
            </a:r>
            <a:r>
              <a:rPr lang="fr-CH" sz="2000" dirty="0">
                <a:latin typeface="Rockwell"/>
                <a:cs typeface="Rockwell"/>
              </a:rPr>
              <a:t>,</a:t>
            </a:r>
            <a:r>
              <a:rPr lang="fr-CH" sz="2000" spc="-185" dirty="0">
                <a:latin typeface="Rockwell"/>
                <a:cs typeface="Rockwell"/>
              </a:rPr>
              <a:t> </a:t>
            </a:r>
            <a:r>
              <a:rPr lang="fr-CH" sz="2000" dirty="0">
                <a:latin typeface="Rockwell"/>
                <a:cs typeface="Rockwell"/>
              </a:rPr>
              <a:t>the</a:t>
            </a:r>
            <a:r>
              <a:rPr lang="fr-CH" sz="2000" spc="-10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cos</a:t>
            </a:r>
            <a:r>
              <a:rPr lang="fr-CH" sz="2000" spc="-10" dirty="0" err="1">
                <a:latin typeface="Rockwell"/>
                <a:cs typeface="Rockwell"/>
              </a:rPr>
              <a:t>t</a:t>
            </a:r>
            <a:r>
              <a:rPr lang="fr-CH" sz="2000" dirty="0" err="1">
                <a:latin typeface="Rockwell"/>
                <a:cs typeface="Rockwell"/>
              </a:rPr>
              <a:t>s</a:t>
            </a:r>
            <a:r>
              <a:rPr lang="fr-CH" sz="2000" dirty="0">
                <a:latin typeface="Rockwell"/>
                <a:cs typeface="Rockwell"/>
              </a:rPr>
              <a:t>,</a:t>
            </a:r>
            <a:r>
              <a:rPr lang="fr-CH" sz="2000" spc="-170" dirty="0">
                <a:latin typeface="Rockwell"/>
                <a:cs typeface="Rockwell"/>
              </a:rPr>
              <a:t> </a:t>
            </a:r>
            <a:r>
              <a:rPr lang="fr-CH" sz="2000" dirty="0">
                <a:latin typeface="Rockwell"/>
                <a:cs typeface="Rockwell"/>
              </a:rPr>
              <a:t>the</a:t>
            </a:r>
            <a:r>
              <a:rPr lang="fr-CH" sz="2000" spc="-10" dirty="0">
                <a:latin typeface="Rockwell"/>
                <a:cs typeface="Rockwell"/>
              </a:rPr>
              <a:t> </a:t>
            </a:r>
            <a:r>
              <a:rPr lang="fr-CH" sz="2000" spc="-95" dirty="0" err="1">
                <a:latin typeface="Rockwell"/>
                <a:cs typeface="Rockwell"/>
              </a:rPr>
              <a:t>r</a:t>
            </a:r>
            <a:r>
              <a:rPr lang="fr-CH" sz="2000" spc="-5" dirty="0" err="1">
                <a:latin typeface="Rockwell"/>
                <a:cs typeface="Rockwell"/>
              </a:rPr>
              <a:t>e</a:t>
            </a:r>
            <a:r>
              <a:rPr lang="fr-CH" sz="2000" spc="5" dirty="0" err="1">
                <a:latin typeface="Rockwell"/>
                <a:cs typeface="Rockwell"/>
              </a:rPr>
              <a:t>q</a:t>
            </a:r>
            <a:r>
              <a:rPr lang="fr-CH" sz="2000" dirty="0" err="1">
                <a:latin typeface="Rockwell"/>
                <a:cs typeface="Rockwell"/>
              </a:rPr>
              <a:t>ui</a:t>
            </a:r>
            <a:r>
              <a:rPr lang="fr-CH" sz="2000" spc="-90" dirty="0" err="1">
                <a:latin typeface="Rockwell"/>
                <a:cs typeface="Rockwell"/>
              </a:rPr>
              <a:t>r</a:t>
            </a:r>
            <a:r>
              <a:rPr lang="fr-CH" sz="2000" spc="-5" dirty="0" err="1">
                <a:latin typeface="Rockwell"/>
                <a:cs typeface="Rockwell"/>
              </a:rPr>
              <a:t>e</a:t>
            </a:r>
            <a:r>
              <a:rPr lang="fr-CH" sz="2000" dirty="0" err="1">
                <a:latin typeface="Rockwell"/>
                <a:cs typeface="Rockwell"/>
              </a:rPr>
              <a:t>d</a:t>
            </a:r>
            <a:r>
              <a:rPr lang="fr-CH" sz="2000" spc="-35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co</a:t>
            </a:r>
            <a:r>
              <a:rPr lang="fr-CH" sz="2000" spc="5" dirty="0" err="1">
                <a:latin typeface="Rockwell"/>
                <a:cs typeface="Rockwell"/>
              </a:rPr>
              <a:t>n</a:t>
            </a:r>
            <a:r>
              <a:rPr lang="fr-CH" sz="2000" dirty="0" err="1">
                <a:latin typeface="Rockwell"/>
                <a:cs typeface="Rockwell"/>
              </a:rPr>
              <a:t>t</a:t>
            </a:r>
            <a:r>
              <a:rPr lang="fr-CH" sz="2000" spc="-85" dirty="0" err="1">
                <a:latin typeface="Rockwell"/>
                <a:cs typeface="Rockwell"/>
              </a:rPr>
              <a:t>r</a:t>
            </a:r>
            <a:r>
              <a:rPr lang="fr-CH" sz="2000" spc="-5" dirty="0" err="1">
                <a:latin typeface="Rockwell"/>
                <a:cs typeface="Rockwell"/>
              </a:rPr>
              <a:t>o</a:t>
            </a:r>
            <a:r>
              <a:rPr lang="fr-CH" sz="2000" dirty="0" err="1">
                <a:latin typeface="Rockwell"/>
                <a:cs typeface="Rockwell"/>
              </a:rPr>
              <a:t>ls</a:t>
            </a:r>
            <a:r>
              <a:rPr lang="fr-CH" sz="2000" spc="-15" dirty="0">
                <a:latin typeface="Rockwell"/>
                <a:cs typeface="Rockwell"/>
              </a:rPr>
              <a:t> </a:t>
            </a:r>
            <a:r>
              <a:rPr lang="fr-CH" sz="2000" dirty="0">
                <a:latin typeface="Rockwell"/>
                <a:cs typeface="Rockwell"/>
              </a:rPr>
              <a:t>a</a:t>
            </a:r>
            <a:r>
              <a:rPr lang="fr-CH" sz="2000" spc="5" dirty="0">
                <a:latin typeface="Rockwell"/>
                <a:cs typeface="Rockwell"/>
              </a:rPr>
              <a:t>n</a:t>
            </a:r>
            <a:r>
              <a:rPr lang="fr-CH" sz="2000" dirty="0">
                <a:latin typeface="Rockwell"/>
                <a:cs typeface="Rockwell"/>
              </a:rPr>
              <a:t>d</a:t>
            </a:r>
            <a:r>
              <a:rPr lang="fr-CH" sz="2000" spc="-15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s</a:t>
            </a:r>
            <a:r>
              <a:rPr lang="fr-CH" sz="2000" spc="-10" dirty="0" err="1">
                <a:latin typeface="Rockwell"/>
                <a:cs typeface="Rockwell"/>
              </a:rPr>
              <a:t>u</a:t>
            </a:r>
            <a:r>
              <a:rPr lang="fr-CH" sz="2000" dirty="0" err="1">
                <a:latin typeface="Rockwell"/>
                <a:cs typeface="Rockwell"/>
              </a:rPr>
              <a:t>p</a:t>
            </a:r>
            <a:r>
              <a:rPr lang="fr-CH" sz="2000" spc="-10" dirty="0" err="1">
                <a:latin typeface="Rockwell"/>
                <a:cs typeface="Rockwell"/>
              </a:rPr>
              <a:t>p</a:t>
            </a:r>
            <a:r>
              <a:rPr lang="fr-CH" sz="2000" spc="-5" dirty="0" err="1">
                <a:latin typeface="Rockwell"/>
                <a:cs typeface="Rockwell"/>
              </a:rPr>
              <a:t>o</a:t>
            </a:r>
            <a:r>
              <a:rPr lang="fr-CH" sz="2000" spc="40" dirty="0" err="1">
                <a:latin typeface="Rockwell"/>
                <a:cs typeface="Rockwell"/>
              </a:rPr>
              <a:t>r</a:t>
            </a:r>
            <a:r>
              <a:rPr lang="fr-CH" sz="2000" dirty="0" err="1">
                <a:latin typeface="Rockwell"/>
                <a:cs typeface="Rockwell"/>
              </a:rPr>
              <a:t>ting</a:t>
            </a:r>
            <a:r>
              <a:rPr lang="fr-CH" sz="2000" spc="-15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t</a:t>
            </a:r>
            <a:r>
              <a:rPr lang="fr-CH" sz="2000" spc="-30" dirty="0" err="1">
                <a:latin typeface="Rockwell"/>
                <a:cs typeface="Rockwell"/>
              </a:rPr>
              <a:t>e</a:t>
            </a:r>
            <a:r>
              <a:rPr lang="fr-CH" sz="2000" dirty="0" err="1">
                <a:latin typeface="Rockwell"/>
                <a:cs typeface="Rockwell"/>
              </a:rPr>
              <a:t>xt</a:t>
            </a:r>
            <a:r>
              <a:rPr lang="fr-CH" sz="2000" spc="-10" dirty="0">
                <a:latin typeface="Rockwell"/>
                <a:cs typeface="Rockwell"/>
              </a:rPr>
              <a:t> </a:t>
            </a:r>
            <a:r>
              <a:rPr lang="fr-CH" sz="2000" spc="-30" dirty="0" err="1">
                <a:latin typeface="Rockwell"/>
                <a:cs typeface="Rockwell"/>
              </a:rPr>
              <a:t>w</a:t>
            </a:r>
            <a:r>
              <a:rPr lang="fr-CH" sz="2000" spc="-5" dirty="0" err="1">
                <a:latin typeface="Rockwell"/>
                <a:cs typeface="Rockwell"/>
              </a:rPr>
              <a:t>h</a:t>
            </a:r>
            <a:r>
              <a:rPr lang="fr-CH" sz="2000" dirty="0" err="1">
                <a:latin typeface="Rockwell"/>
                <a:cs typeface="Rockwell"/>
              </a:rPr>
              <a:t>ich</a:t>
            </a:r>
            <a:r>
              <a:rPr lang="fr-CH" sz="2000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wi</a:t>
            </a:r>
            <a:r>
              <a:rPr lang="fr-CH" sz="2000" spc="5" dirty="0" err="1">
                <a:latin typeface="Rockwell"/>
                <a:cs typeface="Rockwell"/>
              </a:rPr>
              <a:t>l</a:t>
            </a:r>
            <a:r>
              <a:rPr lang="fr-CH" sz="2000" dirty="0" err="1">
                <a:latin typeface="Rockwell"/>
                <a:cs typeface="Rockwell"/>
              </a:rPr>
              <a:t>l</a:t>
            </a:r>
            <a:r>
              <a:rPr lang="fr-CH" sz="2000" spc="-20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be</a:t>
            </a:r>
            <a:r>
              <a:rPr lang="fr-CH" sz="2000" spc="-20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added</a:t>
            </a:r>
            <a:r>
              <a:rPr lang="fr-CH" sz="2000" spc="-5" dirty="0">
                <a:latin typeface="Rockwell"/>
                <a:cs typeface="Rockwell"/>
              </a:rPr>
              <a:t> </a:t>
            </a:r>
            <a:r>
              <a:rPr lang="fr-CH" sz="2000" spc="-5" dirty="0" err="1">
                <a:latin typeface="Rockwell"/>
                <a:cs typeface="Rockwell"/>
              </a:rPr>
              <a:t>he</a:t>
            </a:r>
            <a:r>
              <a:rPr lang="fr-CH" sz="2000" spc="-90" dirty="0" err="1">
                <a:latin typeface="Rockwell"/>
                <a:cs typeface="Rockwell"/>
              </a:rPr>
              <a:t>r</a:t>
            </a:r>
            <a:r>
              <a:rPr lang="fr-CH" sz="2000" dirty="0" err="1">
                <a:latin typeface="Rockwell"/>
                <a:cs typeface="Rockwell"/>
              </a:rPr>
              <a:t>e</a:t>
            </a:r>
            <a:r>
              <a:rPr lang="fr-CH" sz="2000" dirty="0">
                <a:latin typeface="Rockwell"/>
                <a:cs typeface="Rockwell"/>
              </a:rPr>
              <a:t> </a:t>
            </a:r>
            <a:r>
              <a:rPr lang="fr-CH" sz="2000" spc="-10" dirty="0">
                <a:latin typeface="Rockwell"/>
                <a:cs typeface="Rockwell"/>
              </a:rPr>
              <a:t>t</a:t>
            </a:r>
            <a:r>
              <a:rPr lang="fr-CH" sz="2000" dirty="0">
                <a:latin typeface="Rockwell"/>
                <a:cs typeface="Rockwell"/>
              </a:rPr>
              <a:t>o </a:t>
            </a:r>
            <a:r>
              <a:rPr lang="fr-CH" sz="2000" spc="-30" dirty="0" err="1">
                <a:latin typeface="Rockwell"/>
                <a:cs typeface="Rockwell"/>
              </a:rPr>
              <a:t>e</a:t>
            </a:r>
            <a:r>
              <a:rPr lang="fr-CH" sz="2000" dirty="0" err="1">
                <a:latin typeface="Rockwell"/>
                <a:cs typeface="Rockwell"/>
              </a:rPr>
              <a:t>x</a:t>
            </a:r>
            <a:r>
              <a:rPr lang="fr-CH" sz="2000" spc="-10" dirty="0" err="1">
                <a:latin typeface="Rockwell"/>
                <a:cs typeface="Rockwell"/>
              </a:rPr>
              <a:t>p</a:t>
            </a:r>
            <a:r>
              <a:rPr lang="fr-CH" sz="2000" dirty="0" err="1">
                <a:latin typeface="Rockwell"/>
                <a:cs typeface="Rockwell"/>
              </a:rPr>
              <a:t>lain</a:t>
            </a:r>
            <a:r>
              <a:rPr lang="fr-CH" sz="2000" spc="-5" dirty="0">
                <a:latin typeface="Rockwell"/>
                <a:cs typeface="Rockwell"/>
              </a:rPr>
              <a:t> </a:t>
            </a:r>
            <a:r>
              <a:rPr lang="fr-CH" sz="2000" dirty="0">
                <a:latin typeface="Rockwell"/>
                <a:cs typeface="Rockwell"/>
              </a:rPr>
              <a:t>the</a:t>
            </a:r>
            <a:r>
              <a:rPr lang="fr-CH" sz="2000" spc="-5" dirty="0">
                <a:latin typeface="Rockwell"/>
                <a:cs typeface="Rockwell"/>
              </a:rPr>
              <a:t> </a:t>
            </a:r>
            <a:r>
              <a:rPr lang="fr-CH" sz="2000" dirty="0">
                <a:latin typeface="Rockwell"/>
                <a:cs typeface="Rockwell"/>
              </a:rPr>
              <a:t>pl</a:t>
            </a:r>
            <a:r>
              <a:rPr lang="fr-CH" sz="2000" spc="5" dirty="0">
                <a:latin typeface="Rockwell"/>
                <a:cs typeface="Rockwell"/>
              </a:rPr>
              <a:t>a</a:t>
            </a:r>
            <a:r>
              <a:rPr lang="fr-CH" sz="2000" spc="-5" dirty="0">
                <a:latin typeface="Rockwell"/>
                <a:cs typeface="Rockwell"/>
              </a:rPr>
              <a:t>n</a:t>
            </a:r>
            <a:r>
              <a:rPr lang="fr-CH" sz="2000" dirty="0">
                <a:latin typeface="Rockwell"/>
                <a:cs typeface="Rockwell"/>
              </a:rPr>
              <a:t>,</a:t>
            </a:r>
            <a:r>
              <a:rPr lang="fr-CH" sz="2000" spc="-170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a</a:t>
            </a:r>
            <a:r>
              <a:rPr lang="fr-CH" sz="2000" spc="-55" dirty="0" err="1">
                <a:latin typeface="Rockwell"/>
                <a:cs typeface="Rockwell"/>
              </a:rPr>
              <a:t>n</a:t>
            </a:r>
            <a:r>
              <a:rPr lang="fr-CH" sz="2000" dirty="0" err="1">
                <a:latin typeface="Rockwell"/>
                <a:cs typeface="Rockwell"/>
              </a:rPr>
              <a:t>y</a:t>
            </a:r>
            <a:r>
              <a:rPr lang="fr-CH" sz="2000" spc="-10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co</a:t>
            </a:r>
            <a:r>
              <a:rPr lang="fr-CH" sz="2000" spc="5" dirty="0" err="1">
                <a:latin typeface="Rockwell"/>
                <a:cs typeface="Rockwell"/>
              </a:rPr>
              <a:t>n</a:t>
            </a:r>
            <a:r>
              <a:rPr lang="fr-CH" sz="2000" dirty="0" err="1">
                <a:latin typeface="Rockwell"/>
                <a:cs typeface="Rockwell"/>
              </a:rPr>
              <a:t>s</a:t>
            </a:r>
            <a:r>
              <a:rPr lang="fr-CH" sz="2000" spc="-15" dirty="0" err="1">
                <a:latin typeface="Rockwell"/>
                <a:cs typeface="Rockwell"/>
              </a:rPr>
              <a:t>t</a:t>
            </a:r>
            <a:r>
              <a:rPr lang="fr-CH" sz="2000" spc="-45" dirty="0" err="1">
                <a:latin typeface="Rockwell"/>
                <a:cs typeface="Rockwell"/>
              </a:rPr>
              <a:t>r</a:t>
            </a:r>
            <a:r>
              <a:rPr lang="fr-CH" sz="2000" dirty="0" err="1">
                <a:latin typeface="Rockwell"/>
                <a:cs typeface="Rockwell"/>
              </a:rPr>
              <a:t>ai</a:t>
            </a:r>
            <a:r>
              <a:rPr lang="fr-CH" sz="2000" spc="-5" dirty="0" err="1">
                <a:latin typeface="Rockwell"/>
                <a:cs typeface="Rockwell"/>
              </a:rPr>
              <a:t>nt</a:t>
            </a:r>
            <a:r>
              <a:rPr lang="fr-CH" sz="2000" dirty="0" err="1">
                <a:latin typeface="Rockwell"/>
                <a:cs typeface="Rockwell"/>
              </a:rPr>
              <a:t>s</a:t>
            </a:r>
            <a:r>
              <a:rPr lang="fr-CH" sz="2000" spc="-30" dirty="0">
                <a:latin typeface="Rockwell"/>
                <a:cs typeface="Rockwell"/>
              </a:rPr>
              <a:t> </a:t>
            </a:r>
            <a:r>
              <a:rPr lang="fr-CH" sz="2000" spc="-5" dirty="0">
                <a:latin typeface="Rockwell"/>
                <a:cs typeface="Rockwell"/>
              </a:rPr>
              <a:t>o</a:t>
            </a:r>
            <a:r>
              <a:rPr lang="fr-CH" sz="2000" dirty="0">
                <a:latin typeface="Rockwell"/>
                <a:cs typeface="Rockwell"/>
              </a:rPr>
              <a:t>n</a:t>
            </a:r>
            <a:r>
              <a:rPr lang="fr-CH" sz="2000" spc="-5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it</a:t>
            </a:r>
            <a:r>
              <a:rPr lang="fr-CH" sz="2000" dirty="0">
                <a:latin typeface="Rockwell"/>
                <a:cs typeface="Rockwell"/>
              </a:rPr>
              <a:t>,</a:t>
            </a:r>
            <a:r>
              <a:rPr lang="fr-CH" sz="2000" spc="-155" dirty="0">
                <a:latin typeface="Rockwell"/>
                <a:cs typeface="Rockwell"/>
              </a:rPr>
              <a:t> </a:t>
            </a:r>
            <a:r>
              <a:rPr lang="fr-CH" sz="2000" spc="-20" dirty="0" err="1">
                <a:latin typeface="Rockwell"/>
                <a:cs typeface="Rockwell"/>
              </a:rPr>
              <a:t>e</a:t>
            </a:r>
            <a:r>
              <a:rPr lang="fr-CH" sz="2000" dirty="0" err="1">
                <a:latin typeface="Rockwell"/>
                <a:cs typeface="Rockwell"/>
              </a:rPr>
              <a:t>x</a:t>
            </a:r>
            <a:r>
              <a:rPr lang="fr-CH" sz="2000" spc="-10" dirty="0" err="1">
                <a:latin typeface="Rockwell"/>
                <a:cs typeface="Rockwell"/>
              </a:rPr>
              <a:t>t</a:t>
            </a:r>
            <a:r>
              <a:rPr lang="fr-CH" sz="2000" spc="-5" dirty="0" err="1">
                <a:latin typeface="Rockwell"/>
                <a:cs typeface="Rockwell"/>
              </a:rPr>
              <a:t>e</a:t>
            </a:r>
            <a:r>
              <a:rPr lang="fr-CH" sz="2000" spc="65" dirty="0" err="1">
                <a:latin typeface="Rockwell"/>
                <a:cs typeface="Rockwell"/>
              </a:rPr>
              <a:t>r</a:t>
            </a:r>
            <a:r>
              <a:rPr lang="fr-CH" sz="2000" spc="-5" dirty="0" err="1">
                <a:latin typeface="Rockwell"/>
                <a:cs typeface="Rockwell"/>
              </a:rPr>
              <a:t>n</a:t>
            </a:r>
            <a:r>
              <a:rPr lang="fr-CH" sz="2000" spc="5" dirty="0" err="1">
                <a:latin typeface="Rockwell"/>
                <a:cs typeface="Rockwell"/>
              </a:rPr>
              <a:t>a</a:t>
            </a:r>
            <a:r>
              <a:rPr lang="fr-CH" sz="2000" dirty="0" err="1">
                <a:latin typeface="Rockwell"/>
                <a:cs typeface="Rockwell"/>
              </a:rPr>
              <a:t>l</a:t>
            </a:r>
            <a:r>
              <a:rPr lang="fr-CH" sz="2000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dependenci</a:t>
            </a:r>
            <a:r>
              <a:rPr lang="fr-CH" sz="2000" spc="-5" dirty="0" err="1">
                <a:latin typeface="Rockwell"/>
                <a:cs typeface="Rockwell"/>
              </a:rPr>
              <a:t>e</a:t>
            </a:r>
            <a:r>
              <a:rPr lang="fr-CH" sz="2000" dirty="0" err="1">
                <a:latin typeface="Rockwell"/>
                <a:cs typeface="Rockwell"/>
              </a:rPr>
              <a:t>s</a:t>
            </a:r>
            <a:r>
              <a:rPr lang="fr-CH" sz="2000" spc="-25" dirty="0">
                <a:latin typeface="Rockwell"/>
                <a:cs typeface="Rockwell"/>
              </a:rPr>
              <a:t> </a:t>
            </a:r>
            <a:r>
              <a:rPr lang="fr-CH" sz="2000" dirty="0">
                <a:latin typeface="Rockwell"/>
                <a:cs typeface="Rockwell"/>
              </a:rPr>
              <a:t>a</a:t>
            </a:r>
            <a:r>
              <a:rPr lang="fr-CH" sz="2000" spc="5" dirty="0">
                <a:latin typeface="Rockwell"/>
                <a:cs typeface="Rockwell"/>
              </a:rPr>
              <a:t>n</a:t>
            </a:r>
            <a:r>
              <a:rPr lang="fr-CH" sz="2000" dirty="0">
                <a:latin typeface="Rockwell"/>
                <a:cs typeface="Rockwell"/>
              </a:rPr>
              <a:t>d</a:t>
            </a:r>
            <a:r>
              <a:rPr lang="fr-CH" sz="2000" spc="-15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as</a:t>
            </a:r>
            <a:r>
              <a:rPr lang="fr-CH" sz="2000" spc="-10" dirty="0" err="1">
                <a:latin typeface="Rockwell"/>
                <a:cs typeface="Rockwell"/>
              </a:rPr>
              <a:t>s</a:t>
            </a:r>
            <a:r>
              <a:rPr lang="fr-CH" sz="2000" dirty="0" err="1">
                <a:latin typeface="Rockwell"/>
                <a:cs typeface="Rockwell"/>
              </a:rPr>
              <a:t>um</a:t>
            </a:r>
            <a:r>
              <a:rPr lang="fr-CH" sz="2000" spc="-15" dirty="0" err="1">
                <a:latin typeface="Rockwell"/>
                <a:cs typeface="Rockwell"/>
              </a:rPr>
              <a:t>p</a:t>
            </a:r>
            <a:r>
              <a:rPr lang="fr-CH" sz="2000" dirty="0" err="1">
                <a:latin typeface="Rockwell"/>
                <a:cs typeface="Rockwell"/>
              </a:rPr>
              <a:t>tions</a:t>
            </a:r>
            <a:r>
              <a:rPr lang="fr-CH" sz="2000" dirty="0">
                <a:latin typeface="Rockwell"/>
                <a:cs typeface="Rockwell"/>
              </a:rPr>
              <a:t>,</a:t>
            </a:r>
            <a:r>
              <a:rPr lang="fr-CH" sz="2000" spc="-180" dirty="0">
                <a:latin typeface="Rockwell"/>
                <a:cs typeface="Rockwell"/>
              </a:rPr>
              <a:t> </a:t>
            </a:r>
            <a:r>
              <a:rPr lang="fr-CH" sz="2000" spc="-5" dirty="0">
                <a:latin typeface="Rockwell"/>
                <a:cs typeface="Rockwell"/>
              </a:rPr>
              <a:t>monito</a:t>
            </a:r>
            <a:r>
              <a:rPr lang="fr-CH" sz="2000" spc="40" dirty="0">
                <a:latin typeface="Rockwell"/>
                <a:cs typeface="Rockwell"/>
              </a:rPr>
              <a:t>r</a:t>
            </a:r>
            <a:r>
              <a:rPr lang="fr-CH" sz="2000" dirty="0">
                <a:latin typeface="Rockwell"/>
                <a:cs typeface="Rockwell"/>
              </a:rPr>
              <a:t>ing</a:t>
            </a:r>
            <a:r>
              <a:rPr lang="fr-CH" sz="2000" spc="-15" dirty="0">
                <a:latin typeface="Rockwell"/>
                <a:cs typeface="Rockwell"/>
              </a:rPr>
              <a:t> </a:t>
            </a:r>
            <a:r>
              <a:rPr lang="fr-CH" sz="2000" dirty="0">
                <a:latin typeface="Rockwell"/>
                <a:cs typeface="Rockwell"/>
              </a:rPr>
              <a:t>a</a:t>
            </a:r>
            <a:r>
              <a:rPr lang="fr-CH" sz="2000" spc="5" dirty="0">
                <a:latin typeface="Rockwell"/>
                <a:cs typeface="Rockwell"/>
              </a:rPr>
              <a:t>n</a:t>
            </a:r>
            <a:r>
              <a:rPr lang="fr-CH" sz="2000" dirty="0">
                <a:latin typeface="Rockwell"/>
                <a:cs typeface="Rockwell"/>
              </a:rPr>
              <a:t>d</a:t>
            </a:r>
            <a:r>
              <a:rPr lang="fr-CH" sz="2000" spc="-15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can</a:t>
            </a:r>
            <a:r>
              <a:rPr lang="fr-CH" sz="2000" spc="-5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t</a:t>
            </a:r>
            <a:r>
              <a:rPr lang="fr-CH" sz="2000" spc="-85" dirty="0" err="1">
                <a:latin typeface="Rockwell"/>
                <a:cs typeface="Rockwell"/>
              </a:rPr>
              <a:t>r</a:t>
            </a:r>
            <a:r>
              <a:rPr lang="fr-CH" sz="2000" spc="-5" dirty="0" err="1">
                <a:latin typeface="Rockwell"/>
                <a:cs typeface="Rockwell"/>
              </a:rPr>
              <a:t>o</a:t>
            </a:r>
            <a:r>
              <a:rPr lang="fr-CH" sz="2000" dirty="0" err="1">
                <a:latin typeface="Rockwell"/>
                <a:cs typeface="Rockwell"/>
              </a:rPr>
              <a:t>lli</a:t>
            </a:r>
            <a:r>
              <a:rPr lang="fr-CH" sz="2000" spc="5" dirty="0" err="1">
                <a:latin typeface="Rockwell"/>
                <a:cs typeface="Rockwell"/>
              </a:rPr>
              <a:t>n</a:t>
            </a:r>
            <a:r>
              <a:rPr lang="fr-CH" sz="2000" dirty="0" err="1">
                <a:latin typeface="Rockwell"/>
                <a:cs typeface="Rockwell"/>
              </a:rPr>
              <a:t>g</a:t>
            </a:r>
            <a:r>
              <a:rPr lang="fr-CH" sz="2000" spc="-15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act</a:t>
            </a:r>
            <a:r>
              <a:rPr lang="fr-CH" sz="2000" spc="-35" dirty="0" err="1">
                <a:latin typeface="Rockwell"/>
                <a:cs typeface="Rockwell"/>
              </a:rPr>
              <a:t>i</a:t>
            </a:r>
            <a:r>
              <a:rPr lang="fr-CH" sz="2000" dirty="0" err="1">
                <a:latin typeface="Rockwell"/>
                <a:cs typeface="Rockwell"/>
              </a:rPr>
              <a:t>v</a:t>
            </a:r>
            <a:r>
              <a:rPr lang="fr-CH" sz="2000" spc="5" dirty="0" err="1">
                <a:latin typeface="Rockwell"/>
                <a:cs typeface="Rockwell"/>
              </a:rPr>
              <a:t>i</a:t>
            </a:r>
            <a:r>
              <a:rPr lang="fr-CH" sz="2000" dirty="0" err="1">
                <a:latin typeface="Rockwell"/>
                <a:cs typeface="Rockwell"/>
              </a:rPr>
              <a:t>ties</a:t>
            </a:r>
            <a:r>
              <a:rPr lang="fr-CH" sz="2000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al</a:t>
            </a:r>
            <a:r>
              <a:rPr lang="fr-CH" sz="2000" spc="-5" dirty="0" err="1">
                <a:latin typeface="Rockwell"/>
                <a:cs typeface="Rockwell"/>
              </a:rPr>
              <a:t>o</a:t>
            </a:r>
            <a:r>
              <a:rPr lang="fr-CH" sz="2000" spc="5" dirty="0" err="1">
                <a:latin typeface="Rockwell"/>
                <a:cs typeface="Rockwell"/>
              </a:rPr>
              <a:t>n</a:t>
            </a:r>
            <a:r>
              <a:rPr lang="fr-CH" sz="2000" dirty="0" err="1">
                <a:latin typeface="Rockwell"/>
                <a:cs typeface="Rockwell"/>
              </a:rPr>
              <a:t>g</a:t>
            </a:r>
            <a:r>
              <a:rPr lang="fr-CH" sz="2000" spc="-25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with</a:t>
            </a:r>
            <a:r>
              <a:rPr lang="fr-CH" sz="2000" dirty="0">
                <a:latin typeface="Rockwell"/>
                <a:cs typeface="Rockwell"/>
              </a:rPr>
              <a:t> </a:t>
            </a:r>
            <a:r>
              <a:rPr lang="fr-CH" sz="2000" spc="30" dirty="0" err="1">
                <a:latin typeface="Rockwell"/>
                <a:cs typeface="Rockwell"/>
              </a:rPr>
              <a:t>r</a:t>
            </a:r>
            <a:r>
              <a:rPr lang="fr-CH" sz="2000" dirty="0" err="1">
                <a:latin typeface="Rockwell"/>
                <a:cs typeface="Rockwell"/>
              </a:rPr>
              <a:t>isk</a:t>
            </a:r>
            <a:r>
              <a:rPr lang="fr-CH" sz="2000" spc="-10" dirty="0">
                <a:latin typeface="Rockwell"/>
                <a:cs typeface="Rockwell"/>
              </a:rPr>
              <a:t> </a:t>
            </a:r>
            <a:r>
              <a:rPr lang="fr-CH" sz="2000" spc="-95" dirty="0" err="1">
                <a:latin typeface="Rockwell"/>
                <a:cs typeface="Rockwell"/>
              </a:rPr>
              <a:t>r</a:t>
            </a:r>
            <a:r>
              <a:rPr lang="fr-CH" sz="2000" spc="-5" dirty="0" err="1">
                <a:latin typeface="Rockwell"/>
                <a:cs typeface="Rockwell"/>
              </a:rPr>
              <a:t>es</a:t>
            </a:r>
            <a:r>
              <a:rPr lang="fr-CH" sz="2000" spc="-10" dirty="0" err="1">
                <a:latin typeface="Rockwell"/>
                <a:cs typeface="Rockwell"/>
              </a:rPr>
              <a:t>p</a:t>
            </a:r>
            <a:r>
              <a:rPr lang="fr-CH" sz="2000" spc="-5" dirty="0" err="1">
                <a:latin typeface="Rockwell"/>
                <a:cs typeface="Rockwell"/>
              </a:rPr>
              <a:t>o</a:t>
            </a:r>
            <a:r>
              <a:rPr lang="fr-CH" sz="2000" spc="5" dirty="0" err="1">
                <a:latin typeface="Rockwell"/>
                <a:cs typeface="Rockwell"/>
              </a:rPr>
              <a:t>n</a:t>
            </a:r>
            <a:r>
              <a:rPr lang="fr-CH" sz="2000" dirty="0" err="1">
                <a:latin typeface="Rockwell"/>
                <a:cs typeface="Rockwell"/>
              </a:rPr>
              <a:t>se</a:t>
            </a:r>
            <a:r>
              <a:rPr lang="fr-CH" sz="2000" spc="-10" dirty="0" err="1">
                <a:latin typeface="Rockwell"/>
                <a:cs typeface="Rockwell"/>
              </a:rPr>
              <a:t>s</a:t>
            </a:r>
            <a:r>
              <a:rPr lang="fr-CH" sz="2000" dirty="0">
                <a:latin typeface="Rockwell"/>
                <a:cs typeface="Rockwell"/>
              </a:rPr>
              <a:t>.</a:t>
            </a:r>
          </a:p>
          <a:p>
            <a:pPr marL="12700" marR="363220"/>
            <a:endParaRPr lang="fr-CH" sz="2000" dirty="0">
              <a:latin typeface="Rockwell"/>
              <a:cs typeface="Rockwell"/>
            </a:endParaRPr>
          </a:p>
          <a:p>
            <a:pPr marL="12700" marR="363220"/>
            <a:endParaRPr sz="2000" dirty="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0" y="0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Plan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47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0" y="6453186"/>
            <a:ext cx="9144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2202" y="842064"/>
            <a:ext cx="11210067" cy="4924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63220">
              <a:lnSpc>
                <a:spcPct val="150000"/>
              </a:lnSpc>
            </a:pPr>
            <a:r>
              <a:rPr lang="fr-CH" sz="2000" dirty="0">
                <a:latin typeface="Rockwell"/>
                <a:cs typeface="Rockwell"/>
              </a:rPr>
              <a:t>It </a:t>
            </a:r>
            <a:r>
              <a:rPr lang="fr-CH" sz="2000" dirty="0" err="1">
                <a:latin typeface="Rockwell"/>
                <a:cs typeface="Rockwell"/>
              </a:rPr>
              <a:t>contains</a:t>
            </a:r>
            <a:r>
              <a:rPr lang="fr-CH" sz="2000" dirty="0">
                <a:latin typeface="Rockwell"/>
                <a:cs typeface="Rockwell"/>
              </a:rPr>
              <a:t>:</a:t>
            </a:r>
          </a:p>
          <a:p>
            <a:pPr marL="355600" marR="363220" indent="-342900">
              <a:lnSpc>
                <a:spcPct val="150000"/>
              </a:lnSpc>
              <a:buFontTx/>
              <a:buChar char="-"/>
            </a:pPr>
            <a:r>
              <a:rPr lang="fr-CH" sz="2000" dirty="0">
                <a:latin typeface="Rockwell"/>
                <a:cs typeface="Rockwell"/>
              </a:rPr>
              <a:t>Plan Description</a:t>
            </a:r>
          </a:p>
          <a:p>
            <a:pPr marL="355600" marR="363220" indent="-342900">
              <a:lnSpc>
                <a:spcPct val="150000"/>
              </a:lnSpc>
              <a:buFontTx/>
              <a:buChar char="-"/>
            </a:pPr>
            <a:r>
              <a:rPr lang="fr-CH" sz="2000" dirty="0">
                <a:latin typeface="Rockwell"/>
                <a:cs typeface="Rockwell"/>
              </a:rPr>
              <a:t>Plan </a:t>
            </a:r>
            <a:r>
              <a:rPr lang="fr-CH" sz="2000" dirty="0" err="1">
                <a:latin typeface="Rockwell"/>
                <a:cs typeface="Rockwell"/>
              </a:rPr>
              <a:t>Prerequisite</a:t>
            </a:r>
            <a:endParaRPr lang="fr-CH" sz="2000" dirty="0">
              <a:latin typeface="Rockwell"/>
              <a:cs typeface="Rockwell"/>
            </a:endParaRPr>
          </a:p>
          <a:p>
            <a:pPr marL="355600" marR="363220" indent="-342900">
              <a:lnSpc>
                <a:spcPct val="150000"/>
              </a:lnSpc>
              <a:buFontTx/>
              <a:buChar char="-"/>
            </a:pPr>
            <a:r>
              <a:rPr lang="fr-CH" sz="2000" dirty="0" err="1">
                <a:latin typeface="Rockwell"/>
                <a:cs typeface="Rockwell"/>
              </a:rPr>
              <a:t>External</a:t>
            </a:r>
            <a:r>
              <a:rPr lang="fr-CH" sz="2000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Dependencies</a:t>
            </a:r>
            <a:endParaRPr lang="fr-CH" sz="2000" dirty="0">
              <a:latin typeface="Rockwell"/>
              <a:cs typeface="Rockwell"/>
            </a:endParaRPr>
          </a:p>
          <a:p>
            <a:pPr marL="355600" marR="363220" indent="-342900">
              <a:lnSpc>
                <a:spcPct val="150000"/>
              </a:lnSpc>
              <a:buFontTx/>
              <a:buChar char="-"/>
            </a:pPr>
            <a:r>
              <a:rPr lang="fr-CH" sz="2000" dirty="0">
                <a:latin typeface="Rockwell"/>
                <a:cs typeface="Rockwell"/>
              </a:rPr>
              <a:t>Planning Assumptions</a:t>
            </a:r>
          </a:p>
          <a:p>
            <a:pPr marL="355600" marR="363220" indent="-342900">
              <a:lnSpc>
                <a:spcPct val="150000"/>
              </a:lnSpc>
              <a:buFontTx/>
              <a:buChar char="-"/>
            </a:pPr>
            <a:r>
              <a:rPr lang="fr-CH" sz="2000" dirty="0" err="1">
                <a:latin typeface="Rockwell"/>
                <a:cs typeface="Rockwell"/>
              </a:rPr>
              <a:t>Lessons</a:t>
            </a:r>
            <a:r>
              <a:rPr lang="fr-CH" sz="2000" dirty="0">
                <a:latin typeface="Rockwell"/>
                <a:cs typeface="Rockwell"/>
              </a:rPr>
              <a:t> </a:t>
            </a:r>
            <a:r>
              <a:rPr lang="fr-CH" sz="2000" dirty="0" err="1">
                <a:latin typeface="Rockwell"/>
                <a:cs typeface="Rockwell"/>
              </a:rPr>
              <a:t>Incorporated</a:t>
            </a:r>
            <a:endParaRPr lang="fr-CH" sz="2000" dirty="0">
              <a:latin typeface="Rockwell"/>
              <a:cs typeface="Rockwell"/>
            </a:endParaRPr>
          </a:p>
          <a:p>
            <a:pPr marL="355600" marR="363220" indent="-342900">
              <a:lnSpc>
                <a:spcPct val="150000"/>
              </a:lnSpc>
              <a:buFontTx/>
              <a:buChar char="-"/>
            </a:pPr>
            <a:r>
              <a:rPr lang="fr-CH" sz="2000" dirty="0">
                <a:latin typeface="Rockwell"/>
                <a:cs typeface="Rockwell"/>
              </a:rPr>
              <a:t>Monitoring &amp; Control</a:t>
            </a:r>
          </a:p>
          <a:p>
            <a:pPr marL="355600" marR="363220" indent="-342900">
              <a:lnSpc>
                <a:spcPct val="150000"/>
              </a:lnSpc>
              <a:buFontTx/>
              <a:buChar char="-"/>
            </a:pPr>
            <a:r>
              <a:rPr lang="fr-CH" sz="2000" dirty="0">
                <a:latin typeface="Rockwell"/>
                <a:cs typeface="Rockwell"/>
              </a:rPr>
              <a:t>Budgets</a:t>
            </a:r>
          </a:p>
          <a:p>
            <a:pPr marL="355600" marR="363220" indent="-342900">
              <a:lnSpc>
                <a:spcPct val="150000"/>
              </a:lnSpc>
              <a:buFontTx/>
              <a:buChar char="-"/>
            </a:pPr>
            <a:r>
              <a:rPr lang="fr-CH" sz="2000" dirty="0" err="1">
                <a:latin typeface="Rockwell"/>
                <a:cs typeface="Rockwell"/>
              </a:rPr>
              <a:t>Tolerances</a:t>
            </a:r>
            <a:endParaRPr lang="fr-CH" sz="2000" dirty="0">
              <a:latin typeface="Rockwell"/>
              <a:cs typeface="Rockwell"/>
            </a:endParaRPr>
          </a:p>
          <a:p>
            <a:pPr marL="355600" marR="363220" indent="-342900">
              <a:lnSpc>
                <a:spcPct val="150000"/>
              </a:lnSpc>
              <a:buFontTx/>
              <a:buChar char="-"/>
            </a:pPr>
            <a:r>
              <a:rPr lang="fr-CH" sz="2000" dirty="0">
                <a:latin typeface="Rockwell"/>
                <a:cs typeface="Rockwell"/>
              </a:rPr>
              <a:t>Product Description</a:t>
            </a:r>
          </a:p>
          <a:p>
            <a:pPr marL="12700" marR="363220"/>
            <a:endParaRPr sz="2000" dirty="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0" y="0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Plan Management Product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898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0" y="6453186"/>
            <a:ext cx="9144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4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3"/>
          <p:cNvSpPr/>
          <p:nvPr/>
        </p:nvSpPr>
        <p:spPr>
          <a:xfrm>
            <a:off x="0" y="-8464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Plan – Product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Based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Planning Technique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94877283"/>
              </p:ext>
            </p:extLst>
          </p:nvPr>
        </p:nvGraphicFramePr>
        <p:xfrm>
          <a:off x="2023260" y="1098967"/>
          <a:ext cx="8521075" cy="4804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61032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0" y="6453186"/>
            <a:ext cx="9144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8832" y="898339"/>
            <a:ext cx="11133377" cy="27853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fr-CH" sz="2000" b="1" dirty="0">
                <a:latin typeface="Rockwell" charset="0"/>
                <a:ea typeface="Rockwell" charset="0"/>
                <a:cs typeface="Rockwell" charset="0"/>
              </a:rPr>
              <a:t>Write </a:t>
            </a:r>
            <a:r>
              <a:rPr sz="2000" b="1" dirty="0">
                <a:latin typeface="Rockwell" charset="0"/>
                <a:ea typeface="Rockwell" charset="0"/>
                <a:cs typeface="Rockwell" charset="0"/>
              </a:rPr>
              <a:t>P</a:t>
            </a:r>
            <a:r>
              <a:rPr sz="2000" b="1" spc="-40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2000" b="1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sz="2000" b="1" spc="5" dirty="0">
                <a:latin typeface="Rockwell" charset="0"/>
                <a:ea typeface="Rockwell" charset="0"/>
                <a:cs typeface="Rockwell" charset="0"/>
              </a:rPr>
              <a:t>d</a:t>
            </a:r>
            <a:r>
              <a:rPr sz="2000" b="1" dirty="0">
                <a:latin typeface="Rockwell" charset="0"/>
                <a:ea typeface="Rockwell" charset="0"/>
                <a:cs typeface="Rockwell" charset="0"/>
              </a:rPr>
              <a:t>uct</a:t>
            </a:r>
            <a:r>
              <a:rPr sz="2000" b="1" spc="-30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b="1" dirty="0">
                <a:latin typeface="Rockwell" charset="0"/>
                <a:ea typeface="Rockwell" charset="0"/>
                <a:cs typeface="Rockwell" charset="0"/>
              </a:rPr>
              <a:t>P</a:t>
            </a:r>
            <a:r>
              <a:rPr sz="2000" b="1" spc="-40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2000" b="1" dirty="0">
                <a:latin typeface="Rockwell" charset="0"/>
                <a:ea typeface="Rockwell" charset="0"/>
                <a:cs typeface="Rockwell" charset="0"/>
              </a:rPr>
              <a:t>o</a:t>
            </a:r>
            <a:r>
              <a:rPr sz="2000" b="1" spc="5" dirty="0">
                <a:latin typeface="Rockwell" charset="0"/>
                <a:ea typeface="Rockwell" charset="0"/>
                <a:cs typeface="Rockwell" charset="0"/>
              </a:rPr>
              <a:t>j</a:t>
            </a:r>
            <a:r>
              <a:rPr sz="2000" b="1" dirty="0">
                <a:latin typeface="Rockwell" charset="0"/>
                <a:ea typeface="Rockwell" charset="0"/>
                <a:cs typeface="Rockwell" charset="0"/>
              </a:rPr>
              <a:t>ect</a:t>
            </a:r>
            <a:r>
              <a:rPr sz="2000" b="1" spc="-3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000" b="1" dirty="0">
                <a:latin typeface="Rockwell" charset="0"/>
                <a:ea typeface="Rockwell" charset="0"/>
                <a:cs typeface="Rockwell" charset="0"/>
              </a:rPr>
              <a:t>Description</a:t>
            </a:r>
            <a:endParaRPr sz="2000" dirty="0">
              <a:latin typeface="Rockwell" charset="0"/>
              <a:ea typeface="Rockwell" charset="0"/>
              <a:cs typeface="Rockwell" charset="0"/>
            </a:endParaRPr>
          </a:p>
          <a:p>
            <a:pPr>
              <a:spcBef>
                <a:spcPts val="42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91440"/>
            <a:r>
              <a:rPr sz="2000" spc="3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is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is the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2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st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-85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,</a:t>
            </a:r>
            <a:r>
              <a:rPr sz="2000" spc="-15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although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000" spc="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b="1" dirty="0">
                <a:solidFill>
                  <a:srgbClr val="3A3A3A"/>
                </a:solidFill>
                <a:latin typeface="Rockwell"/>
                <a:cs typeface="Rockwell"/>
              </a:rPr>
              <a:t>senior</a:t>
            </a:r>
            <a:r>
              <a:rPr sz="2000" b="1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b="1" dirty="0">
                <a:solidFill>
                  <a:srgbClr val="3A3A3A"/>
                </a:solidFill>
                <a:latin typeface="Rockwell"/>
                <a:cs typeface="Rockwell"/>
              </a:rPr>
              <a:t>user</a:t>
            </a:r>
            <a:r>
              <a:rPr sz="2000" b="1" spc="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is </a:t>
            </a:r>
            <a:r>
              <a:rPr sz="20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es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si</a:t>
            </a:r>
            <a:r>
              <a:rPr sz="2000" spc="-40" dirty="0">
                <a:solidFill>
                  <a:srgbClr val="3A3A3A"/>
                </a:solidFill>
                <a:latin typeface="Rockwell"/>
                <a:cs typeface="Rockwell"/>
              </a:rPr>
              <a:t>b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le</a:t>
            </a:r>
            <a:r>
              <a:rPr sz="20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35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or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ec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ifyi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g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-8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j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ec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-8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oduct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,</a:t>
            </a:r>
            <a:r>
              <a:rPr sz="2000" spc="-16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it will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ften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be c</a:t>
            </a:r>
            <a:r>
              <a:rPr sz="2000" spc="-10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ted</a:t>
            </a:r>
            <a:r>
              <a:rPr sz="20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85" dirty="0">
                <a:solidFill>
                  <a:srgbClr val="3A3A3A"/>
                </a:solidFill>
                <a:latin typeface="Rockwell"/>
                <a:cs typeface="Rockwell"/>
              </a:rPr>
              <a:t>b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y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-8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j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ect mana</a:t>
            </a:r>
            <a:r>
              <a:rPr sz="2000" spc="-35" dirty="0">
                <a:solidFill>
                  <a:srgbClr val="3A3A3A"/>
                </a:solidFill>
                <a:latin typeface="Rockwell"/>
                <a:cs typeface="Rockwell"/>
              </a:rPr>
              <a:t>g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in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close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com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m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unication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with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both 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senior u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the 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-90" dirty="0">
                <a:solidFill>
                  <a:srgbClr val="3A3A3A"/>
                </a:solidFill>
                <a:latin typeface="Rockwell"/>
                <a:cs typeface="Rockwell"/>
              </a:rPr>
              <a:t>x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ecut</a:t>
            </a:r>
            <a:r>
              <a:rPr sz="2000" spc="-35" dirty="0">
                <a:solidFill>
                  <a:srgbClr val="3A3A3A"/>
                </a:solidFill>
                <a:latin typeface="Rockwell"/>
                <a:cs typeface="Rockwell"/>
              </a:rPr>
              <a:t>i</a:t>
            </a:r>
            <a:r>
              <a:rPr sz="2000" spc="-45" dirty="0">
                <a:solidFill>
                  <a:srgbClr val="3A3A3A"/>
                </a:solidFill>
                <a:latin typeface="Rockwell"/>
                <a:cs typeface="Rockwell"/>
              </a:rPr>
              <a:t>v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-8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j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ec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bo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-8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d.</a:t>
            </a:r>
            <a:endParaRPr sz="2000" dirty="0">
              <a:latin typeface="Rockwell"/>
              <a:cs typeface="Rockwell"/>
            </a:endParaRPr>
          </a:p>
          <a:p>
            <a:pPr>
              <a:spcBef>
                <a:spcPts val="42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5080"/>
            <a:r>
              <a:rPr sz="2000" spc="35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-8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j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ec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-8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oduc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de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c</a:t>
            </a:r>
            <a:r>
              <a:rPr sz="2000" spc="3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ip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ion 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esc</a:t>
            </a:r>
            <a:r>
              <a:rPr sz="2000" spc="3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ib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pu</a:t>
            </a:r>
            <a:r>
              <a:rPr sz="2000" spc="3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po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f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-8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j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ect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-8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oduc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35" dirty="0">
                <a:solidFill>
                  <a:srgbClr val="3A3A3A"/>
                </a:solidFill>
                <a:latin typeface="Rockwell"/>
                <a:cs typeface="Rockwell"/>
              </a:rPr>
              <a:t>w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wi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l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u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 i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.</a:t>
            </a:r>
            <a:r>
              <a:rPr sz="2000" spc="-15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It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also co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tains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the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ec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ialist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skills </a:t>
            </a:r>
            <a:r>
              <a:rPr sz="20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q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ui</a:t>
            </a:r>
            <a:r>
              <a:rPr sz="2000" spc="-9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000" spc="-4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al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g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with 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e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cus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ome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qu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lity</a:t>
            </a:r>
            <a:r>
              <a:rPr sz="2000" spc="-2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x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ectatio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the accep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ce</a:t>
            </a:r>
            <a:r>
              <a:rPr sz="2000" spc="-4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c</a:t>
            </a:r>
            <a:r>
              <a:rPr sz="2000" spc="3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ite</a:t>
            </a:r>
            <a:r>
              <a:rPr sz="2000" spc="40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ia,</a:t>
            </a:r>
            <a:r>
              <a:rPr sz="2000" spc="-17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tole</a:t>
            </a:r>
            <a:r>
              <a:rPr sz="2000" spc="-4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ces,</a:t>
            </a:r>
            <a:r>
              <a:rPr sz="2000" spc="-19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accep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ce</a:t>
            </a:r>
            <a:r>
              <a:rPr sz="2000" spc="-30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me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h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d</a:t>
            </a:r>
            <a:r>
              <a:rPr sz="2000" spc="-15" dirty="0">
                <a:solidFill>
                  <a:srgbClr val="3A3A3A"/>
                </a:solidFill>
                <a:latin typeface="Rockwell"/>
                <a:cs typeface="Rockwell"/>
              </a:rPr>
              <a:t> </a:t>
            </a:r>
            <a:r>
              <a:rPr sz="2000" spc="-25" dirty="0">
                <a:solidFill>
                  <a:srgbClr val="3A3A3A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xcep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ion </a:t>
            </a:r>
            <a:r>
              <a:rPr sz="2000" spc="-95" dirty="0">
                <a:solidFill>
                  <a:srgbClr val="3A3A3A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es</a:t>
            </a:r>
            <a:r>
              <a:rPr sz="2000" spc="-10" dirty="0">
                <a:solidFill>
                  <a:srgbClr val="3A3A3A"/>
                </a:solidFill>
                <a:latin typeface="Rockwell"/>
                <a:cs typeface="Rockwell"/>
              </a:rPr>
              <a:t>p</a:t>
            </a:r>
            <a:r>
              <a:rPr sz="2000" spc="-5" dirty="0">
                <a:solidFill>
                  <a:srgbClr val="3A3A3A"/>
                </a:solidFill>
                <a:latin typeface="Rockwell"/>
                <a:cs typeface="Rockwell"/>
              </a:rPr>
              <a:t>o</a:t>
            </a:r>
            <a:r>
              <a:rPr sz="2000" spc="5" dirty="0">
                <a:solidFill>
                  <a:srgbClr val="3A3A3A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3A3A3A"/>
                </a:solidFill>
                <a:latin typeface="Rockwell"/>
                <a:cs typeface="Rockwell"/>
              </a:rPr>
              <a:t>sibilities.</a:t>
            </a:r>
            <a:endParaRPr sz="2000" dirty="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0" y="-4389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Plan – Product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Based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Planning Technique</a:t>
            </a:r>
          </a:p>
        </p:txBody>
      </p:sp>
    </p:spTree>
    <p:extLst>
      <p:ext uri="{BB962C8B-B14F-4D97-AF65-F5344CB8AC3E}">
        <p14:creationId xmlns:p14="http://schemas.microsoft.com/office/powerpoint/2010/main" val="2096571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0" y="6453186"/>
            <a:ext cx="9144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32176" y="1628776"/>
            <a:ext cx="5832475" cy="45370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99270" y="913258"/>
            <a:ext cx="489482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pc="-35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dirty="0">
                <a:latin typeface="Rockwell" charset="0"/>
                <a:ea typeface="Rockwell" charset="0"/>
                <a:cs typeface="Rockwell" charset="0"/>
              </a:rPr>
              <a:t>eate</a:t>
            </a:r>
            <a:r>
              <a:rPr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dirty="0">
                <a:latin typeface="Rockwell" charset="0"/>
                <a:ea typeface="Rockwell" charset="0"/>
                <a:cs typeface="Rockwell" charset="0"/>
              </a:rPr>
              <a:t>P</a:t>
            </a:r>
            <a:r>
              <a:rPr spc="-30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dirty="0">
                <a:latin typeface="Rockwell" charset="0"/>
                <a:ea typeface="Rockwell" charset="0"/>
                <a:cs typeface="Rockwell" charset="0"/>
              </a:rPr>
              <a:t>od</a:t>
            </a:r>
            <a:r>
              <a:rPr spc="-10" dirty="0">
                <a:latin typeface="Rockwell" charset="0"/>
                <a:ea typeface="Rockwell" charset="0"/>
                <a:cs typeface="Rockwell" charset="0"/>
              </a:rPr>
              <a:t>u</a:t>
            </a:r>
            <a:r>
              <a:rPr dirty="0">
                <a:latin typeface="Rockwell" charset="0"/>
                <a:ea typeface="Rockwell" charset="0"/>
                <a:cs typeface="Rockwell" charset="0"/>
              </a:rPr>
              <a:t>ct</a:t>
            </a:r>
            <a:r>
              <a:rPr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dirty="0">
                <a:latin typeface="Rockwell" charset="0"/>
                <a:ea typeface="Rockwell" charset="0"/>
                <a:cs typeface="Rockwell" charset="0"/>
              </a:rPr>
              <a:t>B</a:t>
            </a:r>
            <a:r>
              <a:rPr spc="-35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dirty="0">
                <a:latin typeface="Rockwell" charset="0"/>
                <a:ea typeface="Rockwell" charset="0"/>
                <a:cs typeface="Rockwell" charset="0"/>
              </a:rPr>
              <a:t>eakdo</a:t>
            </a:r>
            <a:r>
              <a:rPr spc="10" dirty="0">
                <a:latin typeface="Rockwell" charset="0"/>
                <a:ea typeface="Rockwell" charset="0"/>
                <a:cs typeface="Rockwell" charset="0"/>
              </a:rPr>
              <a:t>w</a:t>
            </a:r>
            <a:r>
              <a:rPr dirty="0">
                <a:latin typeface="Rockwell" charset="0"/>
                <a:ea typeface="Rockwell" charset="0"/>
                <a:cs typeface="Rockwell" charset="0"/>
              </a:rPr>
              <a:t>n</a:t>
            </a:r>
            <a:r>
              <a:rPr spc="-2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dirty="0">
                <a:latin typeface="Rockwell" charset="0"/>
                <a:ea typeface="Rockwell" charset="0"/>
                <a:cs typeface="Rockwell" charset="0"/>
              </a:rPr>
              <a:t>Structu</a:t>
            </a:r>
            <a:r>
              <a:rPr spc="-35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dirty="0">
                <a:latin typeface="Rockwell" charset="0"/>
                <a:ea typeface="Rockwell" charset="0"/>
                <a:cs typeface="Rockwell" charset="0"/>
              </a:rPr>
              <a:t>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8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3"/>
          <p:cNvSpPr/>
          <p:nvPr/>
        </p:nvSpPr>
        <p:spPr>
          <a:xfrm>
            <a:off x="21265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Plan – Product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Based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Planning Technique</a:t>
            </a:r>
          </a:p>
        </p:txBody>
      </p:sp>
    </p:spTree>
    <p:extLst>
      <p:ext uri="{BB962C8B-B14F-4D97-AF65-F5344CB8AC3E}">
        <p14:creationId xmlns:p14="http://schemas.microsoft.com/office/powerpoint/2010/main" val="18315954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0" y="6453186"/>
            <a:ext cx="9144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83864" y="1067848"/>
            <a:ext cx="7585709" cy="46166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indent="-304800"/>
            <a:r>
              <a:rPr sz="2000" dirty="0">
                <a:latin typeface="Rockwell"/>
                <a:cs typeface="Rockwell"/>
              </a:rPr>
              <a:t>Each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oduc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de</a:t>
            </a:r>
            <a:r>
              <a:rPr sz="2000" spc="-15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c</a:t>
            </a:r>
            <a:r>
              <a:rPr sz="2000" spc="3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ip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ion</a:t>
            </a:r>
            <a:r>
              <a:rPr sz="2000" spc="-10" dirty="0">
                <a:latin typeface="Rockwell"/>
                <a:cs typeface="Rockwell"/>
              </a:rPr>
              <a:t> m</a:t>
            </a:r>
            <a:r>
              <a:rPr sz="2000" dirty="0">
                <a:latin typeface="Rockwell"/>
                <a:cs typeface="Rockwell"/>
              </a:rPr>
              <a:t>u</a:t>
            </a:r>
            <a:r>
              <a:rPr sz="2000" spc="-10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include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 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ol</a:t>
            </a:r>
            <a:r>
              <a:rPr sz="2000" dirty="0">
                <a:latin typeface="Rockwell"/>
                <a:cs typeface="Rockwell"/>
              </a:rPr>
              <a:t>l</a:t>
            </a:r>
            <a:r>
              <a:rPr sz="2000" spc="-8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wing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ormation</a:t>
            </a:r>
            <a:endParaRPr sz="2000" dirty="0">
              <a:latin typeface="Rockwell"/>
              <a:cs typeface="Rockwell"/>
            </a:endParaRPr>
          </a:p>
          <a:p>
            <a:pPr marL="317500" marR="4203700">
              <a:lnSpc>
                <a:spcPct val="200000"/>
              </a:lnSpc>
            </a:pPr>
            <a:r>
              <a:rPr sz="2000" dirty="0">
                <a:latin typeface="Rockwell"/>
                <a:cs typeface="Rockwell"/>
              </a:rPr>
              <a:t>Desc</a:t>
            </a:r>
            <a:r>
              <a:rPr sz="2000" spc="3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ip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ion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oduct </a:t>
            </a:r>
            <a:r>
              <a:rPr sz="2000" dirty="0">
                <a:latin typeface="Rockwell"/>
                <a:cs typeface="Rockwell"/>
              </a:rPr>
              <a:t>Qua</a:t>
            </a:r>
            <a:r>
              <a:rPr sz="2000" spc="5" dirty="0">
                <a:latin typeface="Rockwell"/>
                <a:cs typeface="Rockwell"/>
              </a:rPr>
              <a:t>l</a:t>
            </a:r>
            <a:r>
              <a:rPr sz="2000" dirty="0">
                <a:latin typeface="Rockwell"/>
                <a:cs typeface="Rockwell"/>
              </a:rPr>
              <a:t>ity</a:t>
            </a:r>
            <a:r>
              <a:rPr sz="2000" spc="-3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</a:t>
            </a:r>
            <a:r>
              <a:rPr sz="2000" spc="4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ite</a:t>
            </a:r>
            <a:r>
              <a:rPr sz="2000" spc="4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ia</a:t>
            </a:r>
          </a:p>
          <a:p>
            <a:pPr marL="306705" marR="5452745" indent="10160">
              <a:lnSpc>
                <a:spcPct val="200000"/>
              </a:lnSpc>
            </a:pPr>
            <a:r>
              <a:rPr sz="2000" dirty="0">
                <a:latin typeface="Rockwell"/>
                <a:cs typeface="Rockwell"/>
              </a:rPr>
              <a:t>Qua</a:t>
            </a:r>
            <a:r>
              <a:rPr sz="2000" spc="5" dirty="0">
                <a:latin typeface="Rockwell"/>
                <a:cs typeface="Rockwell"/>
              </a:rPr>
              <a:t>l</a:t>
            </a:r>
            <a:r>
              <a:rPr sz="2000" dirty="0">
                <a:latin typeface="Rockwell"/>
                <a:cs typeface="Rockwell"/>
              </a:rPr>
              <a:t>ity</a:t>
            </a:r>
            <a:r>
              <a:rPr sz="2000" spc="-3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Method </a:t>
            </a:r>
            <a:r>
              <a:rPr sz="2000" spc="-12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l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-4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ces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oducer App</a:t>
            </a:r>
            <a:r>
              <a:rPr sz="2000" spc="-85" dirty="0">
                <a:latin typeface="Rockwell"/>
                <a:cs typeface="Rockwell"/>
              </a:rPr>
              <a:t>ro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er 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70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v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spc="-35" dirty="0">
                <a:latin typeface="Rockwell"/>
                <a:cs typeface="Rockwell"/>
              </a:rPr>
              <a:t>e</a:t>
            </a:r>
            <a:r>
              <a:rPr sz="2000" spc="-4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er</a:t>
            </a:r>
            <a:endParaRPr sz="2000" dirty="0">
              <a:latin typeface="Rockwell"/>
              <a:cs typeface="Rockwel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4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3"/>
          <p:cNvSpPr/>
          <p:nvPr/>
        </p:nvSpPr>
        <p:spPr>
          <a:xfrm>
            <a:off x="21265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Plan – Product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Based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Planning Technique</a:t>
            </a:r>
          </a:p>
        </p:txBody>
      </p:sp>
    </p:spTree>
    <p:extLst>
      <p:ext uri="{BB962C8B-B14F-4D97-AF65-F5344CB8AC3E}">
        <p14:creationId xmlns:p14="http://schemas.microsoft.com/office/powerpoint/2010/main" val="911731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0" y="6453186"/>
            <a:ext cx="9144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95550" y="1557401"/>
            <a:ext cx="7233066" cy="45613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2240" y="821881"/>
            <a:ext cx="4944180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dirty="0">
                <a:latin typeface="Rockwell" charset="0"/>
                <a:ea typeface="Rockwell" charset="0"/>
                <a:cs typeface="Rockwell" charset="0"/>
              </a:rPr>
              <a:t>C</a:t>
            </a:r>
            <a:r>
              <a:rPr sz="2800" spc="-35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2800" dirty="0">
                <a:latin typeface="Rockwell" charset="0"/>
                <a:ea typeface="Rockwell" charset="0"/>
                <a:cs typeface="Rockwell" charset="0"/>
              </a:rPr>
              <a:t>eate</a:t>
            </a:r>
            <a:r>
              <a:rPr sz="28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800" dirty="0">
                <a:latin typeface="Rockwell" charset="0"/>
                <a:ea typeface="Rockwell" charset="0"/>
                <a:cs typeface="Rockwell" charset="0"/>
              </a:rPr>
              <a:t>P</a:t>
            </a:r>
            <a:r>
              <a:rPr sz="2800" spc="-30" dirty="0">
                <a:latin typeface="Rockwell" charset="0"/>
                <a:ea typeface="Rockwell" charset="0"/>
                <a:cs typeface="Rockwell" charset="0"/>
              </a:rPr>
              <a:t>r</a:t>
            </a:r>
            <a:r>
              <a:rPr sz="2800" dirty="0">
                <a:latin typeface="Rockwell" charset="0"/>
                <a:ea typeface="Rockwell" charset="0"/>
                <a:cs typeface="Rockwell" charset="0"/>
              </a:rPr>
              <a:t>od</a:t>
            </a:r>
            <a:r>
              <a:rPr sz="2800" spc="-10" dirty="0">
                <a:latin typeface="Rockwell" charset="0"/>
                <a:ea typeface="Rockwell" charset="0"/>
                <a:cs typeface="Rockwell" charset="0"/>
              </a:rPr>
              <a:t>u</a:t>
            </a:r>
            <a:r>
              <a:rPr sz="2800" dirty="0">
                <a:latin typeface="Rockwell" charset="0"/>
                <a:ea typeface="Rockwell" charset="0"/>
                <a:cs typeface="Rockwell" charset="0"/>
              </a:rPr>
              <a:t>ct</a:t>
            </a:r>
            <a:r>
              <a:rPr sz="2800" spc="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800" dirty="0">
                <a:latin typeface="Rockwell" charset="0"/>
                <a:ea typeface="Rockwell" charset="0"/>
                <a:cs typeface="Rockwell" charset="0"/>
              </a:rPr>
              <a:t>F</a:t>
            </a:r>
            <a:r>
              <a:rPr sz="2800" spc="5" dirty="0">
                <a:latin typeface="Rockwell" charset="0"/>
                <a:ea typeface="Rockwell" charset="0"/>
                <a:cs typeface="Rockwell" charset="0"/>
              </a:rPr>
              <a:t>l</a:t>
            </a:r>
            <a:r>
              <a:rPr sz="2800" dirty="0">
                <a:latin typeface="Rockwell" charset="0"/>
                <a:ea typeface="Rockwell" charset="0"/>
                <a:cs typeface="Rockwell" charset="0"/>
              </a:rPr>
              <a:t>ow</a:t>
            </a:r>
            <a:r>
              <a:rPr sz="2800" spc="-15" dirty="0">
                <a:latin typeface="Rockwell" charset="0"/>
                <a:ea typeface="Rockwell" charset="0"/>
                <a:cs typeface="Rockwell" charset="0"/>
              </a:rPr>
              <a:t> </a:t>
            </a:r>
            <a:r>
              <a:rPr sz="2800" dirty="0">
                <a:latin typeface="Rockwell" charset="0"/>
                <a:ea typeface="Rockwell" charset="0"/>
                <a:cs typeface="Rockwell" charset="0"/>
              </a:rPr>
              <a:t>Diagram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8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3"/>
          <p:cNvSpPr/>
          <p:nvPr/>
        </p:nvSpPr>
        <p:spPr>
          <a:xfrm>
            <a:off x="21265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Plan – Product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Based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Planning Technique</a:t>
            </a:r>
          </a:p>
        </p:txBody>
      </p:sp>
    </p:spTree>
    <p:extLst>
      <p:ext uri="{BB962C8B-B14F-4D97-AF65-F5344CB8AC3E}">
        <p14:creationId xmlns:p14="http://schemas.microsoft.com/office/powerpoint/2010/main" val="7554581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0" y="6453186"/>
            <a:ext cx="9144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4013" y="877847"/>
            <a:ext cx="11198236" cy="3716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725"/>
            <a:r>
              <a:rPr sz="2000" b="1">
                <a:latin typeface="Rockwell"/>
                <a:cs typeface="Rockwell"/>
              </a:rPr>
              <a:t>Co</a:t>
            </a:r>
            <a:r>
              <a:rPr sz="2000" b="1" spc="90">
                <a:latin typeface="Rockwell"/>
                <a:cs typeface="Rockwell"/>
              </a:rPr>
              <a:t>r</a:t>
            </a:r>
            <a:r>
              <a:rPr sz="2000" b="1">
                <a:latin typeface="Rockwell"/>
                <a:cs typeface="Rockwell"/>
              </a:rPr>
              <a:t>pora</a:t>
            </a:r>
            <a:r>
              <a:rPr sz="2000" b="1" spc="-10">
                <a:latin typeface="Rockwell"/>
                <a:cs typeface="Rockwell"/>
              </a:rPr>
              <a:t>t</a:t>
            </a:r>
            <a:r>
              <a:rPr sz="2000" b="1">
                <a:latin typeface="Rockwell"/>
                <a:cs typeface="Rockwell"/>
              </a:rPr>
              <a:t>e </a:t>
            </a:r>
            <a:r>
              <a:rPr sz="2000" b="1" spc="-10" dirty="0">
                <a:latin typeface="Rockwell"/>
                <a:cs typeface="Rockwell"/>
              </a:rPr>
              <a:t>P</a:t>
            </a:r>
            <a:r>
              <a:rPr sz="2000" b="1" spc="-5" dirty="0">
                <a:latin typeface="Rockwell"/>
                <a:cs typeface="Rockwell"/>
              </a:rPr>
              <a:t>rogram</a:t>
            </a:r>
            <a:r>
              <a:rPr sz="2000" b="1" spc="-10" dirty="0">
                <a:latin typeface="Rockwell"/>
                <a:cs typeface="Rockwell"/>
              </a:rPr>
              <a:t>m</a:t>
            </a:r>
            <a:r>
              <a:rPr sz="2000" b="1" dirty="0">
                <a:latin typeface="Rockwell"/>
                <a:cs typeface="Rockwell"/>
              </a:rPr>
              <a:t>e </a:t>
            </a:r>
            <a:r>
              <a:rPr sz="2000" b="1" spc="-15" dirty="0">
                <a:latin typeface="Rockwell"/>
                <a:cs typeface="Rockwell"/>
              </a:rPr>
              <a:t>m</a:t>
            </a:r>
            <a:r>
              <a:rPr sz="2000" b="1" dirty="0">
                <a:latin typeface="Rockwell"/>
                <a:cs typeface="Rockwell"/>
              </a:rPr>
              <a:t>a</a:t>
            </a:r>
            <a:r>
              <a:rPr sz="2000" b="1" spc="-10" dirty="0">
                <a:latin typeface="Rockwell"/>
                <a:cs typeface="Rockwell"/>
              </a:rPr>
              <a:t>n</a:t>
            </a:r>
            <a:r>
              <a:rPr sz="2000" b="1" dirty="0">
                <a:latin typeface="Rockwell"/>
                <a:cs typeface="Rockwell"/>
              </a:rPr>
              <a:t>a</a:t>
            </a:r>
            <a:r>
              <a:rPr sz="2000" b="1" spc="-45" dirty="0">
                <a:latin typeface="Rockwell"/>
                <a:cs typeface="Rockwell"/>
              </a:rPr>
              <a:t>g</a:t>
            </a:r>
            <a:r>
              <a:rPr sz="2000" b="1" spc="-5" dirty="0">
                <a:latin typeface="Rockwell"/>
                <a:cs typeface="Rockwell"/>
              </a:rPr>
              <a:t>emen</a:t>
            </a:r>
            <a:r>
              <a:rPr sz="2000" b="1" dirty="0">
                <a:latin typeface="Rockwell"/>
                <a:cs typeface="Rockwell"/>
              </a:rPr>
              <a:t>t</a:t>
            </a:r>
            <a:r>
              <a:rPr sz="2000" b="1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set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tole</a:t>
            </a:r>
            <a:r>
              <a:rPr sz="2000" spc="-4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ces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es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si</a:t>
            </a:r>
            <a:r>
              <a:rPr sz="2000" spc="-40" dirty="0">
                <a:latin typeface="Rockwell"/>
                <a:cs typeface="Rockwell"/>
              </a:rPr>
              <a:t>b</a:t>
            </a:r>
            <a:r>
              <a:rPr sz="2000" dirty="0">
                <a:latin typeface="Rockwell"/>
                <a:cs typeface="Rockwell"/>
              </a:rPr>
              <a:t>le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app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8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v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g Excep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ion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plan </a:t>
            </a:r>
            <a:r>
              <a:rPr sz="2000" spc="-40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spc="2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-</a:t>
            </a:r>
            <a:r>
              <a:rPr sz="2000" dirty="0">
                <a:latin typeface="Rockwell"/>
                <a:cs typeface="Rockwell"/>
              </a:rPr>
              <a:t>l</a:t>
            </a:r>
            <a:r>
              <a:rPr sz="2000" spc="-70" dirty="0">
                <a:latin typeface="Rockwell"/>
                <a:cs typeface="Rockwell"/>
              </a:rPr>
              <a:t>e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el </a:t>
            </a:r>
            <a:r>
              <a:rPr sz="2000" dirty="0">
                <a:latin typeface="Rockwell"/>
                <a:cs typeface="Rockwell"/>
              </a:rPr>
              <a:t>tole</a:t>
            </a:r>
            <a:r>
              <a:rPr sz="2000" spc="-4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ce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st</a:t>
            </a:r>
            <a:r>
              <a:rPr sz="2000" spc="-3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 be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xceeded.</a:t>
            </a:r>
          </a:p>
          <a:p>
            <a:pPr>
              <a:spcBef>
                <a:spcPts val="45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29209"/>
            <a:r>
              <a:rPr sz="2000" b="1" dirty="0">
                <a:latin typeface="Rockwell"/>
                <a:cs typeface="Rockwell"/>
              </a:rPr>
              <a:t>E</a:t>
            </a:r>
            <a:r>
              <a:rPr sz="2000" b="1" spc="-55" dirty="0">
                <a:latin typeface="Rockwell"/>
                <a:cs typeface="Rockwell"/>
              </a:rPr>
              <a:t>x</a:t>
            </a:r>
            <a:r>
              <a:rPr sz="2000" b="1" spc="-5" dirty="0">
                <a:latin typeface="Rockwell"/>
                <a:cs typeface="Rockwell"/>
              </a:rPr>
              <a:t>ecu</a:t>
            </a:r>
            <a:r>
              <a:rPr sz="2000" b="1" spc="-10" dirty="0">
                <a:latin typeface="Rockwell"/>
                <a:cs typeface="Rockwell"/>
              </a:rPr>
              <a:t>t</a:t>
            </a:r>
            <a:r>
              <a:rPr sz="2000" b="1" dirty="0">
                <a:latin typeface="Rockwell"/>
                <a:cs typeface="Rockwell"/>
              </a:rPr>
              <a:t>i</a:t>
            </a:r>
            <a:r>
              <a:rPr sz="2000" b="1" spc="-50" dirty="0">
                <a:latin typeface="Rockwell"/>
                <a:cs typeface="Rockwell"/>
              </a:rPr>
              <a:t>v</a:t>
            </a:r>
            <a:r>
              <a:rPr sz="2000" b="1" dirty="0">
                <a:latin typeface="Rockwell"/>
                <a:cs typeface="Rockwell"/>
              </a:rPr>
              <a:t>e</a:t>
            </a:r>
            <a:r>
              <a:rPr sz="2000" b="1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app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85" dirty="0">
                <a:latin typeface="Rockwell"/>
                <a:cs typeface="Rockwell"/>
              </a:rPr>
              <a:t>o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plan and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de</a:t>
            </a:r>
            <a:r>
              <a:rPr sz="2000" spc="25" dirty="0">
                <a:latin typeface="Rockwell"/>
                <a:cs typeface="Rockwell"/>
              </a:rPr>
              <a:t>f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tole</a:t>
            </a:r>
            <a:r>
              <a:rPr sz="2000" spc="-4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ce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each s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app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85" dirty="0">
                <a:latin typeface="Rockwell"/>
                <a:cs typeface="Rockwell"/>
              </a:rPr>
              <a:t>o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dirty="0">
                <a:latin typeface="Rockwell"/>
                <a:cs typeface="Rockwell"/>
              </a:rPr>
              <a:t>e 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 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dirty="0">
                <a:latin typeface="Rockwell"/>
                <a:cs typeface="Rockwell"/>
              </a:rPr>
              <a:t>la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.</a:t>
            </a:r>
            <a:r>
              <a:rPr sz="2000" spc="-17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App</a:t>
            </a:r>
            <a:r>
              <a:rPr sz="2000" spc="-85" dirty="0">
                <a:latin typeface="Rockwell"/>
                <a:cs typeface="Rockwell"/>
              </a:rPr>
              <a:t>ro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 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xcep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ion 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dirty="0">
                <a:latin typeface="Rockwell"/>
                <a:cs typeface="Rockwell"/>
              </a:rPr>
              <a:t>lan </a:t>
            </a:r>
            <a:r>
              <a:rPr sz="2000" spc="-40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n s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–</a:t>
            </a:r>
            <a:r>
              <a:rPr sz="2000" dirty="0">
                <a:latin typeface="Rockwell"/>
                <a:cs typeface="Rockwell"/>
              </a:rPr>
              <a:t>l</a:t>
            </a:r>
            <a:r>
              <a:rPr sz="2000" spc="-70" dirty="0">
                <a:latin typeface="Rockwell"/>
                <a:cs typeface="Rockwell"/>
              </a:rPr>
              <a:t>e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l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tole</a:t>
            </a:r>
            <a:r>
              <a:rPr sz="2000" spc="-4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ce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st</a:t>
            </a:r>
            <a:r>
              <a:rPr sz="2000" spc="-3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 be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xceeded.</a:t>
            </a:r>
            <a:r>
              <a:rPr sz="2000" spc="-18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Com</a:t>
            </a:r>
            <a:r>
              <a:rPr sz="2000" spc="-10" dirty="0">
                <a:latin typeface="Rockwell"/>
                <a:cs typeface="Rockwell"/>
              </a:rPr>
              <a:t>m</a:t>
            </a:r>
            <a:r>
              <a:rPr sz="2000" dirty="0">
                <a:latin typeface="Rockwell"/>
                <a:cs typeface="Rockwell"/>
              </a:rPr>
              <a:t>it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b</a:t>
            </a:r>
            <a:r>
              <a:rPr sz="2000" dirty="0">
                <a:latin typeface="Rockwell"/>
                <a:cs typeface="Rockwell"/>
              </a:rPr>
              <a:t>u</a:t>
            </a:r>
            <a:r>
              <a:rPr sz="2000" spc="-10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-5" dirty="0">
                <a:latin typeface="Rockwell"/>
                <a:cs typeface="Rockwell"/>
              </a:rPr>
              <a:t>ess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esou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ces</a:t>
            </a:r>
            <a:r>
              <a:rPr sz="2000" spc="-4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 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ta</a:t>
            </a:r>
            <a:r>
              <a:rPr sz="2000" spc="-45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 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dirty="0">
                <a:latin typeface="Rockwell"/>
                <a:cs typeface="Rockwell"/>
              </a:rPr>
              <a:t>lan</a:t>
            </a:r>
          </a:p>
          <a:p>
            <a:pPr>
              <a:spcBef>
                <a:spcPts val="44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344170"/>
            <a:r>
              <a:rPr sz="2000" b="1" dirty="0">
                <a:latin typeface="Rockwell"/>
                <a:cs typeface="Rockwell"/>
              </a:rPr>
              <a:t>S</a:t>
            </a:r>
            <a:r>
              <a:rPr sz="2000" b="1" spc="5" dirty="0">
                <a:latin typeface="Rockwell"/>
                <a:cs typeface="Rockwell"/>
              </a:rPr>
              <a:t>e</a:t>
            </a:r>
            <a:r>
              <a:rPr sz="2000" b="1" dirty="0">
                <a:latin typeface="Rockwell"/>
                <a:cs typeface="Rockwell"/>
              </a:rPr>
              <a:t>nior</a:t>
            </a:r>
            <a:r>
              <a:rPr sz="2000" b="1" spc="-20" dirty="0">
                <a:latin typeface="Rockwell"/>
                <a:cs typeface="Rockwell"/>
              </a:rPr>
              <a:t> </a:t>
            </a:r>
            <a:r>
              <a:rPr sz="2000" b="1" dirty="0">
                <a:latin typeface="Rockwell"/>
                <a:cs typeface="Rockwell"/>
              </a:rPr>
              <a:t>User</a:t>
            </a:r>
            <a:r>
              <a:rPr sz="2000" b="1" spc="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0" dirty="0">
                <a:latin typeface="Rockwell"/>
                <a:cs typeface="Rockwell"/>
              </a:rPr>
              <a:t>u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that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plan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 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dirty="0">
                <a:latin typeface="Rockwell"/>
                <a:cs typeface="Rockwell"/>
              </a:rPr>
              <a:t>la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emain </a:t>
            </a:r>
            <a:r>
              <a:rPr sz="2000" dirty="0">
                <a:latin typeface="Rockwell"/>
                <a:cs typeface="Rockwell"/>
              </a:rPr>
              <a:t>co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si</a:t>
            </a:r>
            <a:r>
              <a:rPr sz="2000" spc="-10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tent</a:t>
            </a:r>
            <a:r>
              <a:rPr sz="2000" spc="-4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m 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u</a:t>
            </a:r>
            <a:r>
              <a:rPr sz="2000" spc="-15" dirty="0">
                <a:latin typeface="Rockwell"/>
                <a:cs typeface="Rockwell"/>
              </a:rPr>
              <a:t>s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pers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spc="-5" dirty="0">
                <a:latin typeface="Rockwell"/>
                <a:cs typeface="Rockwell"/>
              </a:rPr>
              <a:t>ect</a:t>
            </a:r>
            <a:r>
              <a:rPr sz="2000" spc="-35" dirty="0">
                <a:latin typeface="Rockwell"/>
                <a:cs typeface="Rockwell"/>
              </a:rPr>
              <a:t>i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com</a:t>
            </a:r>
            <a:r>
              <a:rPr sz="2000" spc="-10" dirty="0">
                <a:latin typeface="Rockwell"/>
                <a:cs typeface="Rockwell"/>
              </a:rPr>
              <a:t>m</a:t>
            </a:r>
            <a:r>
              <a:rPr sz="2000" dirty="0">
                <a:latin typeface="Rockwell"/>
                <a:cs typeface="Rockwell"/>
              </a:rPr>
              <a:t>it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u</a:t>
            </a:r>
            <a:r>
              <a:rPr sz="2000" spc="-10" dirty="0">
                <a:latin typeface="Rockwell"/>
                <a:cs typeface="Rockwell"/>
              </a:rPr>
              <a:t>s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esou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ces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 s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plans</a:t>
            </a:r>
          </a:p>
          <a:p>
            <a:pPr>
              <a:spcBef>
                <a:spcPts val="42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457200"/>
            <a:r>
              <a:rPr sz="2000" b="1" dirty="0">
                <a:latin typeface="Rockwell"/>
                <a:cs typeface="Rockwell"/>
              </a:rPr>
              <a:t>S</a:t>
            </a:r>
            <a:r>
              <a:rPr sz="2000" b="1" spc="5" dirty="0">
                <a:latin typeface="Rockwell"/>
                <a:cs typeface="Rockwell"/>
              </a:rPr>
              <a:t>e</a:t>
            </a:r>
            <a:r>
              <a:rPr sz="2000" b="1" dirty="0">
                <a:latin typeface="Rockwell"/>
                <a:cs typeface="Rockwell"/>
              </a:rPr>
              <a:t>nior</a:t>
            </a:r>
            <a:r>
              <a:rPr sz="2000" b="1" spc="-20" dirty="0">
                <a:latin typeface="Rockwell"/>
                <a:cs typeface="Rockwell"/>
              </a:rPr>
              <a:t> </a:t>
            </a:r>
            <a:r>
              <a:rPr sz="2000" b="1" dirty="0">
                <a:latin typeface="Rockwell"/>
                <a:cs typeface="Rockwell"/>
              </a:rPr>
              <a:t>Sup</a:t>
            </a:r>
            <a:r>
              <a:rPr sz="2000" b="1" spc="-15" dirty="0">
                <a:latin typeface="Rockwell"/>
                <a:cs typeface="Rockwell"/>
              </a:rPr>
              <a:t>p</a:t>
            </a:r>
            <a:r>
              <a:rPr sz="2000" b="1" dirty="0">
                <a:latin typeface="Rockwell"/>
                <a:cs typeface="Rockwell"/>
              </a:rPr>
              <a:t>lier</a:t>
            </a:r>
            <a:r>
              <a:rPr sz="2000" b="1" spc="2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0" dirty="0">
                <a:latin typeface="Rockwell"/>
                <a:cs typeface="Rockwell"/>
              </a:rPr>
              <a:t>u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that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plan and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 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dirty="0">
                <a:latin typeface="Rockwell"/>
                <a:cs typeface="Rockwell"/>
              </a:rPr>
              <a:t>la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emain </a:t>
            </a:r>
            <a:r>
              <a:rPr sz="2000" dirty="0">
                <a:latin typeface="Rockwell"/>
                <a:cs typeface="Rockwell"/>
              </a:rPr>
              <a:t>co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si</a:t>
            </a:r>
            <a:r>
              <a:rPr sz="2000" spc="-10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tent</a:t>
            </a:r>
            <a:r>
              <a:rPr sz="2000" spc="-4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m 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up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dirty="0">
                <a:latin typeface="Rockwell"/>
                <a:cs typeface="Rockwell"/>
              </a:rPr>
              <a:t>li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pers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spc="-5" dirty="0">
                <a:latin typeface="Rockwell"/>
                <a:cs typeface="Rockwell"/>
              </a:rPr>
              <a:t>ect</a:t>
            </a:r>
            <a:r>
              <a:rPr sz="2000" spc="-35" dirty="0">
                <a:latin typeface="Rockwell"/>
                <a:cs typeface="Rockwell"/>
              </a:rPr>
              <a:t>i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 com</a:t>
            </a:r>
            <a:r>
              <a:rPr sz="2000" spc="-10" dirty="0">
                <a:latin typeface="Rockwell"/>
                <a:cs typeface="Rockwell"/>
              </a:rPr>
              <a:t>m</a:t>
            </a:r>
            <a:r>
              <a:rPr sz="2000" dirty="0">
                <a:latin typeface="Rockwell"/>
                <a:cs typeface="Rockwell"/>
              </a:rPr>
              <a:t>it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0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dirty="0">
                <a:latin typeface="Rockwell"/>
                <a:cs typeface="Rockwell"/>
              </a:rPr>
              <a:t>li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r 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esou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ces</a:t>
            </a:r>
            <a:r>
              <a:rPr sz="2000" spc="-4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 s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 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dirty="0">
                <a:latin typeface="Rockwell"/>
                <a:cs typeface="Rockwell"/>
              </a:rPr>
              <a:t>la</a:t>
            </a:r>
            <a:r>
              <a:rPr sz="2000" spc="-5" dirty="0">
                <a:latin typeface="Rockwell"/>
                <a:cs typeface="Rockwell"/>
              </a:rPr>
              <a:t>ns</a:t>
            </a:r>
            <a:endParaRPr sz="2000" dirty="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21265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Plan –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Roles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and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Responsibilites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9777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524000" y="6453186"/>
            <a:ext cx="9144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69515" y="818311"/>
            <a:ext cx="10448255" cy="340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spcBef>
                <a:spcPts val="1415"/>
              </a:spcBef>
            </a:pPr>
            <a:r>
              <a:rPr sz="2000" b="1">
                <a:latin typeface="Rockwell"/>
                <a:cs typeface="Rockwell"/>
              </a:rPr>
              <a:t>Project</a:t>
            </a:r>
            <a:r>
              <a:rPr sz="2000" b="1" spc="-15">
                <a:latin typeface="Rockwell"/>
                <a:cs typeface="Rockwell"/>
              </a:rPr>
              <a:t> </a:t>
            </a:r>
            <a:r>
              <a:rPr sz="2000" b="1" dirty="0">
                <a:latin typeface="Rockwell"/>
                <a:cs typeface="Rockwell"/>
              </a:rPr>
              <a:t>Ma</a:t>
            </a:r>
            <a:r>
              <a:rPr sz="2000" b="1" spc="-10" dirty="0">
                <a:latin typeface="Rockwell"/>
                <a:cs typeface="Rockwell"/>
              </a:rPr>
              <a:t>n</a:t>
            </a:r>
            <a:r>
              <a:rPr sz="2000" b="1" dirty="0">
                <a:latin typeface="Rockwell"/>
                <a:cs typeface="Rockwell"/>
              </a:rPr>
              <a:t>a</a:t>
            </a:r>
            <a:r>
              <a:rPr sz="2000" b="1" spc="-45" dirty="0">
                <a:latin typeface="Rockwell"/>
                <a:cs typeface="Rockwell"/>
              </a:rPr>
              <a:t>g</a:t>
            </a:r>
            <a:r>
              <a:rPr sz="2000" b="1" spc="-5" dirty="0">
                <a:latin typeface="Rockwell"/>
                <a:cs typeface="Rockwell"/>
              </a:rPr>
              <a:t>e</a:t>
            </a:r>
            <a:r>
              <a:rPr sz="2000" b="1" dirty="0">
                <a:latin typeface="Rockwell"/>
                <a:cs typeface="Rockwell"/>
              </a:rPr>
              <a:t>r</a:t>
            </a:r>
            <a:r>
              <a:rPr sz="2000" b="1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10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epa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plan and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 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dirty="0">
                <a:latin typeface="Rockwell"/>
                <a:cs typeface="Rockwell"/>
              </a:rPr>
              <a:t>la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s 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 decides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spc="-80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w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mana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emen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technical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 be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applied. De</a:t>
            </a:r>
            <a:r>
              <a:rPr sz="2000" spc="20" dirty="0">
                <a:latin typeface="Rockwell"/>
                <a:cs typeface="Rockwell"/>
              </a:rPr>
              <a:t>f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70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-3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k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packa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l</a:t>
            </a:r>
            <a:r>
              <a:rPr sz="2000" spc="-70" dirty="0">
                <a:latin typeface="Rockwell"/>
                <a:cs typeface="Rockwell"/>
              </a:rPr>
              <a:t>e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l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tole</a:t>
            </a:r>
            <a:r>
              <a:rPr sz="2000" spc="-4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ce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 inst</a:t>
            </a:r>
            <a:r>
              <a:rPr sz="2000" spc="3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uct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</a:t>
            </a:r>
            <a:r>
              <a:rPr sz="2000" spc="40" dirty="0">
                <a:latin typeface="Rockwell"/>
                <a:cs typeface="Rockwell"/>
              </a:rPr>
              <a:t>r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ect</a:t>
            </a:r>
            <a:r>
              <a:rPr sz="2000" spc="-35" dirty="0">
                <a:latin typeface="Rockwell"/>
                <a:cs typeface="Rockwell"/>
              </a:rPr>
              <a:t>i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dirty="0">
                <a:latin typeface="Rockwell"/>
                <a:cs typeface="Rockwell"/>
              </a:rPr>
              <a:t>e action</a:t>
            </a:r>
            <a:r>
              <a:rPr sz="2000" spc="-40" dirty="0">
                <a:latin typeface="Rockwell"/>
                <a:cs typeface="Rockwell"/>
              </a:rPr>
              <a:t> </a:t>
            </a:r>
            <a:r>
              <a:rPr sz="2000" spc="-3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he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7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-3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k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packa</a:t>
            </a:r>
            <a:r>
              <a:rPr sz="2000" spc="-45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l</a:t>
            </a:r>
            <a:r>
              <a:rPr sz="2000" spc="-70" dirty="0">
                <a:latin typeface="Rockwell"/>
                <a:cs typeface="Rockwell"/>
              </a:rPr>
              <a:t>e</a:t>
            </a:r>
            <a:r>
              <a:rPr sz="2000" spc="-45" dirty="0">
                <a:latin typeface="Rockwell"/>
                <a:cs typeface="Rockwell"/>
              </a:rPr>
              <a:t>v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l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tole</a:t>
            </a:r>
            <a:r>
              <a:rPr sz="2000" spc="-5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ance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ecas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xcee</a:t>
            </a:r>
            <a:r>
              <a:rPr sz="2000" spc="-10" dirty="0">
                <a:latin typeface="Rockwell"/>
                <a:cs typeface="Rockwell"/>
              </a:rPr>
              <a:t>d</a:t>
            </a:r>
            <a:r>
              <a:rPr sz="2000" dirty="0">
                <a:latin typeface="Rockwell"/>
                <a:cs typeface="Rockwell"/>
              </a:rPr>
              <a:t>.</a:t>
            </a:r>
          </a:p>
          <a:p>
            <a:pPr>
              <a:spcBef>
                <a:spcPts val="42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49530"/>
            <a:r>
              <a:rPr sz="2000" b="1" spc="-160" dirty="0">
                <a:latin typeface="Rockwell"/>
                <a:cs typeface="Rockwell"/>
              </a:rPr>
              <a:t>T</a:t>
            </a:r>
            <a:r>
              <a:rPr sz="2000" b="1" spc="-5" dirty="0">
                <a:latin typeface="Rockwell"/>
                <a:cs typeface="Rockwell"/>
              </a:rPr>
              <a:t>ea</a:t>
            </a:r>
            <a:r>
              <a:rPr sz="2000" b="1" dirty="0">
                <a:latin typeface="Rockwell"/>
                <a:cs typeface="Rockwell"/>
              </a:rPr>
              <a:t>m</a:t>
            </a:r>
            <a:r>
              <a:rPr sz="2000" b="1" spc="-40" dirty="0">
                <a:latin typeface="Rockwell"/>
                <a:cs typeface="Rockwell"/>
              </a:rPr>
              <a:t> </a:t>
            </a:r>
            <a:r>
              <a:rPr sz="2000" b="1" dirty="0">
                <a:latin typeface="Rockwell"/>
                <a:cs typeface="Rockwell"/>
              </a:rPr>
              <a:t>Ma</a:t>
            </a:r>
            <a:r>
              <a:rPr sz="2000" b="1" spc="-10" dirty="0">
                <a:latin typeface="Rockwell"/>
                <a:cs typeface="Rockwell"/>
              </a:rPr>
              <a:t>n</a:t>
            </a:r>
            <a:r>
              <a:rPr sz="2000" b="1" dirty="0">
                <a:latin typeface="Rockwell"/>
                <a:cs typeface="Rockwell"/>
              </a:rPr>
              <a:t>a</a:t>
            </a:r>
            <a:r>
              <a:rPr sz="2000" b="1" spc="-45" dirty="0">
                <a:latin typeface="Rockwell"/>
                <a:cs typeface="Rockwell"/>
              </a:rPr>
              <a:t>g</a:t>
            </a:r>
            <a:r>
              <a:rPr sz="2000" b="1" spc="-5" dirty="0">
                <a:latin typeface="Rockwell"/>
                <a:cs typeface="Rockwell"/>
              </a:rPr>
              <a:t>e</a:t>
            </a:r>
            <a:r>
              <a:rPr sz="2000" b="1" dirty="0">
                <a:latin typeface="Rockwell"/>
                <a:cs typeface="Rockwell"/>
              </a:rPr>
              <a:t>r</a:t>
            </a:r>
            <a:r>
              <a:rPr sz="2000" b="1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10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epa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team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plans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10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epa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schedules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or e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ch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spc="-70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spc="-3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k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packa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dirty="0">
                <a:latin typeface="Rockwell"/>
                <a:cs typeface="Rockwell"/>
              </a:rPr>
              <a:t>e</a:t>
            </a:r>
          </a:p>
          <a:p>
            <a:pPr>
              <a:spcBef>
                <a:spcPts val="44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/>
            <a:r>
              <a:rPr sz="2000" b="1" spc="-10" dirty="0">
                <a:latin typeface="Rockwell"/>
                <a:cs typeface="Rockwell"/>
              </a:rPr>
              <a:t>P</a:t>
            </a:r>
            <a:r>
              <a:rPr sz="2000" b="1" spc="-5" dirty="0">
                <a:latin typeface="Rockwell"/>
                <a:cs typeface="Rockwell"/>
              </a:rPr>
              <a:t>rojec</a:t>
            </a:r>
            <a:r>
              <a:rPr sz="2000" b="1" dirty="0">
                <a:latin typeface="Rockwell"/>
                <a:cs typeface="Rockwell"/>
              </a:rPr>
              <a:t>t</a:t>
            </a:r>
            <a:r>
              <a:rPr sz="2000" b="1" spc="-10" dirty="0">
                <a:latin typeface="Rockwell"/>
                <a:cs typeface="Rockwell"/>
              </a:rPr>
              <a:t> </a:t>
            </a:r>
            <a:r>
              <a:rPr sz="2000" b="1" spc="-5" dirty="0">
                <a:latin typeface="Rockwell"/>
                <a:cs typeface="Rockwell"/>
              </a:rPr>
              <a:t>Ass</a:t>
            </a:r>
            <a:r>
              <a:rPr sz="2000" b="1" spc="-10" dirty="0">
                <a:latin typeface="Rockwell"/>
                <a:cs typeface="Rockwell"/>
              </a:rPr>
              <a:t>u</a:t>
            </a:r>
            <a:r>
              <a:rPr sz="2000" b="1" spc="-5" dirty="0">
                <a:latin typeface="Rockwell"/>
                <a:cs typeface="Rockwell"/>
              </a:rPr>
              <a:t>ra</a:t>
            </a:r>
            <a:r>
              <a:rPr sz="2000" b="1" spc="-10" dirty="0">
                <a:latin typeface="Rockwell"/>
                <a:cs typeface="Rockwell"/>
              </a:rPr>
              <a:t>n</a:t>
            </a:r>
            <a:r>
              <a:rPr sz="2000" b="1" dirty="0">
                <a:latin typeface="Rockwell"/>
                <a:cs typeface="Rockwell"/>
              </a:rPr>
              <a:t>ce </a:t>
            </a:r>
            <a:r>
              <a:rPr sz="2000" spc="-10" dirty="0">
                <a:latin typeface="Rockwell"/>
                <a:cs typeface="Rockwell"/>
              </a:rPr>
              <a:t>m</a:t>
            </a:r>
            <a:r>
              <a:rPr sz="2000" spc="-5" dirty="0">
                <a:latin typeface="Rockwell"/>
                <a:cs typeface="Rockwell"/>
              </a:rPr>
              <a:t>on</a:t>
            </a:r>
            <a:r>
              <a:rPr sz="2000" dirty="0">
                <a:latin typeface="Rockwell"/>
                <a:cs typeface="Rockwell"/>
              </a:rPr>
              <a:t>itors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chan</a:t>
            </a:r>
            <a:r>
              <a:rPr sz="2000" spc="-40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</a:t>
            </a:r>
            <a:r>
              <a:rPr sz="2000" dirty="0">
                <a:latin typeface="Rockwell"/>
                <a:cs typeface="Rockwell"/>
              </a:rPr>
              <a:t>ect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plan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s</a:t>
            </a:r>
            <a:r>
              <a:rPr sz="2000" spc="-5" dirty="0">
                <a:latin typeface="Rockwell"/>
                <a:cs typeface="Rockwell"/>
              </a:rPr>
              <a:t>ee</a:t>
            </a:r>
            <a:endParaRPr sz="2000" dirty="0">
              <a:latin typeface="Rockwell"/>
              <a:cs typeface="Rockwell"/>
            </a:endParaRPr>
          </a:p>
          <a:p>
            <a:pPr marL="12700"/>
            <a:r>
              <a:rPr sz="2000" spc="-3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spc="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ther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9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 a</a:t>
            </a:r>
            <a:r>
              <a:rPr sz="2000" spc="-5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im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dirty="0">
                <a:latin typeface="Rockwell"/>
                <a:cs typeface="Rockwell"/>
              </a:rPr>
              <a:t>act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j</a:t>
            </a:r>
            <a:r>
              <a:rPr sz="2000" spc="-5" dirty="0">
                <a:latin typeface="Rockwell"/>
                <a:cs typeface="Rockwell"/>
              </a:rPr>
              <a:t>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b</a:t>
            </a:r>
            <a:r>
              <a:rPr sz="2000" dirty="0">
                <a:latin typeface="Rockwell"/>
                <a:cs typeface="Rockwell"/>
              </a:rPr>
              <a:t>u</a:t>
            </a:r>
            <a:r>
              <a:rPr sz="2000" spc="-10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-5" dirty="0">
                <a:latin typeface="Rockwell"/>
                <a:cs typeface="Rockwell"/>
              </a:rPr>
              <a:t>es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cas</a:t>
            </a:r>
            <a:r>
              <a:rPr sz="2000" spc="-3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.</a:t>
            </a:r>
          </a:p>
          <a:p>
            <a:pPr>
              <a:spcBef>
                <a:spcPts val="42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251460"/>
            <a:r>
              <a:rPr sz="2000" b="1" dirty="0">
                <a:latin typeface="Rockwell"/>
                <a:cs typeface="Rockwell"/>
              </a:rPr>
              <a:t>Project</a:t>
            </a:r>
            <a:r>
              <a:rPr sz="2000" b="1" spc="-15" dirty="0">
                <a:latin typeface="Rockwell"/>
                <a:cs typeface="Rockwell"/>
              </a:rPr>
              <a:t> </a:t>
            </a:r>
            <a:r>
              <a:rPr sz="2000" b="1" dirty="0">
                <a:latin typeface="Rockwell"/>
                <a:cs typeface="Rockwell"/>
              </a:rPr>
              <a:t>Sup</a:t>
            </a:r>
            <a:r>
              <a:rPr sz="2000" b="1" spc="-15" dirty="0">
                <a:latin typeface="Rockwell"/>
                <a:cs typeface="Rockwell"/>
              </a:rPr>
              <a:t>p</a:t>
            </a:r>
            <a:r>
              <a:rPr sz="2000" b="1" spc="-5" dirty="0">
                <a:latin typeface="Rockwell"/>
                <a:cs typeface="Rockwell"/>
              </a:rPr>
              <a:t>o</a:t>
            </a:r>
            <a:r>
              <a:rPr sz="2000" b="1" spc="85" dirty="0">
                <a:latin typeface="Rockwell"/>
                <a:cs typeface="Rockwell"/>
              </a:rPr>
              <a:t>r</a:t>
            </a:r>
            <a:r>
              <a:rPr sz="2000" b="1" dirty="0">
                <a:latin typeface="Rockwell"/>
                <a:cs typeface="Rockwell"/>
              </a:rPr>
              <a:t>t</a:t>
            </a:r>
            <a:r>
              <a:rPr sz="2000" b="1" spc="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as</a:t>
            </a:r>
            <a:r>
              <a:rPr sz="2000" spc="-10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is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with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</a:t>
            </a:r>
            <a:r>
              <a:rPr sz="2000" spc="5" dirty="0">
                <a:latin typeface="Rockwell"/>
                <a:cs typeface="Rockwell"/>
              </a:rPr>
              <a:t>o</a:t>
            </a:r>
            <a:r>
              <a:rPr sz="2000" spc="-5" dirty="0">
                <a:latin typeface="Rockwell"/>
                <a:cs typeface="Rockwell"/>
              </a:rPr>
              <a:t>m</a:t>
            </a:r>
            <a:r>
              <a:rPr sz="2000" spc="-10" dirty="0">
                <a:latin typeface="Rockwell"/>
                <a:cs typeface="Rockwell"/>
              </a:rPr>
              <a:t>p</a:t>
            </a:r>
            <a:r>
              <a:rPr sz="2000" dirty="0">
                <a:latin typeface="Rockwell"/>
                <a:cs typeface="Rockwell"/>
              </a:rPr>
              <a:t>il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tion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di</a:t>
            </a:r>
            <a:r>
              <a:rPr sz="2000" spc="-10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3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</a:t>
            </a:r>
            <a:r>
              <a:rPr sz="2000" spc="-20" dirty="0">
                <a:latin typeface="Rockwell"/>
                <a:cs typeface="Rockwell"/>
              </a:rPr>
              <a:t>b</a:t>
            </a:r>
            <a:r>
              <a:rPr sz="2000" dirty="0">
                <a:latin typeface="Rockwell"/>
                <a:cs typeface="Rockwell"/>
              </a:rPr>
              <a:t>ution </a:t>
            </a:r>
            <a:r>
              <a:rPr sz="2000" spc="-5" dirty="0">
                <a:latin typeface="Rockwell"/>
                <a:cs typeface="Rockwell"/>
              </a:rPr>
              <a:t>of </a:t>
            </a:r>
            <a:r>
              <a:rPr sz="2000" dirty="0">
                <a:latin typeface="Rockwell"/>
                <a:cs typeface="Rockwell"/>
              </a:rPr>
              <a:t>plans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object 2"/>
          <p:cNvSpPr/>
          <p:nvPr/>
        </p:nvSpPr>
        <p:spPr>
          <a:xfrm>
            <a:off x="0" y="56538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/>
          <p:nvPr/>
        </p:nvSpPr>
        <p:spPr>
          <a:xfrm>
            <a:off x="0" y="6469616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21265" y="29832"/>
            <a:ext cx="12192000" cy="596091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Plan –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Roles</a:t>
            </a:r>
            <a:r>
              <a:rPr lang="fr-CH" sz="3600" dirty="0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 and </a:t>
            </a:r>
            <a:r>
              <a:rPr lang="fr-CH" sz="3600" dirty="0" err="1">
                <a:solidFill>
                  <a:schemeClr val="bg1"/>
                </a:solidFill>
                <a:latin typeface="Rockwell" charset="0"/>
                <a:ea typeface="Rockwell" charset="0"/>
                <a:cs typeface="Rockwell" charset="0"/>
              </a:rPr>
              <a:t>Responsibilities</a:t>
            </a:r>
            <a:endParaRPr sz="3600" dirty="0">
              <a:solidFill>
                <a:schemeClr val="bg1"/>
              </a:solidFill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454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2490</Words>
  <Application>Microsoft Office PowerPoint</Application>
  <PresentationFormat>Widescreen</PresentationFormat>
  <Paragraphs>272</Paragraphs>
  <Slides>33</Slides>
  <Notes>32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33</vt:i4>
      </vt:variant>
    </vt:vector>
  </HeadingPairs>
  <TitlesOfParts>
    <vt:vector size="42" baseType="lpstr">
      <vt:lpstr>Arial</vt:lpstr>
      <vt:lpstr>Calibri</vt:lpstr>
      <vt:lpstr>Calibri Light</vt:lpstr>
      <vt:lpstr>Courier New</vt:lpstr>
      <vt:lpstr>Rockwell</vt:lpstr>
      <vt:lpstr>Rockwell Extra Bold</vt:lpstr>
      <vt:lpstr>Times New Roman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Quality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</dc:title>
  <dc:creator>Maria Luisa Frigerio</dc:creator>
  <cp:lastModifiedBy>Maria Luisa Frigerio</cp:lastModifiedBy>
  <cp:revision>19</cp:revision>
  <dcterms:created xsi:type="dcterms:W3CDTF">2019-06-29T13:05:18Z</dcterms:created>
  <dcterms:modified xsi:type="dcterms:W3CDTF">2019-07-03T09:56:23Z</dcterms:modified>
</cp:coreProperties>
</file>