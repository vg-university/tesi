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85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85"/>
    <p:restoredTop sz="94595"/>
  </p:normalViewPr>
  <p:slideViewPr>
    <p:cSldViewPr snapToGrid="0" snapToObjects="1">
      <p:cViewPr varScale="1">
        <p:scale>
          <a:sx n="85" d="100"/>
          <a:sy n="85" d="100"/>
        </p:scale>
        <p:origin x="19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35946-8519-504F-8E0F-79DBE13D8617}" type="datetimeFigureOut">
              <a:rPr lang="en-US" smtClean="0"/>
              <a:t>7/15/19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81D76-1B0F-E94E-BD93-7BF98E581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9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2891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3508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5169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6031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8565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094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3224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0576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062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2136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9989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9010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3623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306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32088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62570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0240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911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99286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3973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777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1524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6A7-80F1-D04F-8BC0-E3E820DAA7B6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A28-ED5F-6141-8AF8-C9130CAF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93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6A7-80F1-D04F-8BC0-E3E820DAA7B6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A28-ED5F-6141-8AF8-C9130CAF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73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6A7-80F1-D04F-8BC0-E3E820DAA7B6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A28-ED5F-6141-8AF8-C9130CAF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60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6A7-80F1-D04F-8BC0-E3E820DAA7B6}" type="datetimeFigureOut">
              <a:rPr lang="en-US" smtClean="0"/>
              <a:t>7/15/19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A28-ED5F-6141-8AF8-C9130CAF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4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6A7-80F1-D04F-8BC0-E3E820DAA7B6}" type="datetimeFigureOut">
              <a:rPr lang="en-US" smtClean="0"/>
              <a:t>7/15/19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A28-ED5F-6141-8AF8-C9130CAF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64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6A7-80F1-D04F-8BC0-E3E820DAA7B6}" type="datetimeFigureOut">
              <a:rPr lang="en-US" smtClean="0"/>
              <a:t>7/15/19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A28-ED5F-6141-8AF8-C9130CAF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0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6A7-80F1-D04F-8BC0-E3E820DAA7B6}" type="datetimeFigureOut">
              <a:rPr lang="en-US" smtClean="0"/>
              <a:t>7/15/19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A28-ED5F-6141-8AF8-C9130CAF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55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6A7-80F1-D04F-8BC0-E3E820DAA7B6}" type="datetimeFigureOut">
              <a:rPr lang="en-US" smtClean="0"/>
              <a:t>7/15/19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A28-ED5F-6141-8AF8-C9130CAF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91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6A7-80F1-D04F-8BC0-E3E820DAA7B6}" type="datetimeFigureOut">
              <a:rPr lang="en-US" smtClean="0"/>
              <a:t>7/15/19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A28-ED5F-6141-8AF8-C9130CAF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17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6A7-80F1-D04F-8BC0-E3E820DAA7B6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A28-ED5F-6141-8AF8-C9130CAF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6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6A7-80F1-D04F-8BC0-E3E820DAA7B6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A28-ED5F-6141-8AF8-C9130CAF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7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9A6A7-80F1-D04F-8BC0-E3E820DAA7B6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9BA28-ED5F-6141-8AF8-C9130CAF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12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878877" y="2604435"/>
            <a:ext cx="65256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8000" b="1" dirty="0">
                <a:solidFill>
                  <a:schemeClr val="bg1"/>
                </a:solidFill>
                <a:latin typeface="Rockwell"/>
                <a:cs typeface="Rockwell"/>
              </a:rPr>
              <a:t>PRO</a:t>
            </a:r>
            <a:r>
              <a:rPr sz="8000" b="1" spc="-10" dirty="0">
                <a:solidFill>
                  <a:schemeClr val="bg1"/>
                </a:solidFill>
                <a:latin typeface="Rockwell"/>
                <a:cs typeface="Rockwell"/>
              </a:rPr>
              <a:t>C</a:t>
            </a:r>
            <a:r>
              <a:rPr sz="8000" b="1" dirty="0">
                <a:solidFill>
                  <a:schemeClr val="bg1"/>
                </a:solidFill>
                <a:latin typeface="Rockwell"/>
                <a:cs typeface="Rockwell"/>
              </a:rPr>
              <a:t>ESSES</a:t>
            </a:r>
            <a:endParaRPr sz="8000" dirty="0">
              <a:solidFill>
                <a:schemeClr val="bg1"/>
              </a:solidFill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6010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22453"/>
            <a:ext cx="323850" cy="5930928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62200" y="816311"/>
            <a:ext cx="10515600" cy="42319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3345"/>
              </a:lnSpc>
            </a:pPr>
            <a:r>
              <a:rPr spc="-25" dirty="0"/>
              <a:t>Ma</a:t>
            </a:r>
            <a:r>
              <a:rPr spc="-15" dirty="0"/>
              <a:t>n</a:t>
            </a:r>
            <a:r>
              <a:rPr spc="-20" dirty="0"/>
              <a:t>aging</a:t>
            </a:r>
            <a:r>
              <a:rPr dirty="0"/>
              <a:t> </a:t>
            </a:r>
            <a:r>
              <a:rPr spc="-20" dirty="0"/>
              <a:t>a</a:t>
            </a:r>
            <a:r>
              <a:rPr spc="-5" dirty="0"/>
              <a:t> </a:t>
            </a:r>
            <a:r>
              <a:rPr spc="-15" dirty="0"/>
              <a:t>Stage</a:t>
            </a:r>
            <a:r>
              <a:rPr spc="5" dirty="0"/>
              <a:t> </a:t>
            </a:r>
            <a:r>
              <a:rPr spc="-25" dirty="0"/>
              <a:t>B</a:t>
            </a:r>
            <a:r>
              <a:rPr spc="-15" dirty="0"/>
              <a:t>o</a:t>
            </a:r>
            <a:r>
              <a:rPr spc="-20" dirty="0"/>
              <a:t>u</a:t>
            </a:r>
            <a:r>
              <a:rPr spc="-15" dirty="0"/>
              <a:t>n</a:t>
            </a:r>
            <a:r>
              <a:rPr spc="-20" dirty="0"/>
              <a:t>dary</a:t>
            </a:r>
          </a:p>
        </p:txBody>
      </p:sp>
      <p:sp>
        <p:nvSpPr>
          <p:cNvPr id="5" name="object 5"/>
          <p:cNvSpPr/>
          <p:nvPr/>
        </p:nvSpPr>
        <p:spPr>
          <a:xfrm>
            <a:off x="1847850" y="765111"/>
            <a:ext cx="8820150" cy="6093460"/>
          </a:xfrm>
          <a:custGeom>
            <a:avLst/>
            <a:gdLst/>
            <a:ahLst/>
            <a:cxnLst/>
            <a:rect l="l" t="t" r="r" b="b"/>
            <a:pathLst>
              <a:path w="8820150" h="6093459">
                <a:moveTo>
                  <a:pt x="8820150" y="6092886"/>
                </a:moveTo>
                <a:lnTo>
                  <a:pt x="8820150" y="0"/>
                </a:lnTo>
                <a:lnTo>
                  <a:pt x="0" y="0"/>
                </a:lnTo>
                <a:lnTo>
                  <a:pt x="0" y="6092886"/>
                </a:lnTo>
                <a:lnTo>
                  <a:pt x="8820150" y="60928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2003" y="844788"/>
            <a:ext cx="10815373" cy="4893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/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pu</a:t>
            </a:r>
            <a:r>
              <a:rPr sz="2000" spc="1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po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Managi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g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Sta</a:t>
            </a:r>
            <a:r>
              <a:rPr sz="2000" spc="-5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B</a:t>
            </a:r>
            <a:r>
              <a:rPr sz="2000" spc="-5" dirty="0">
                <a:latin typeface="Rockwell"/>
                <a:cs typeface="Rockwell"/>
              </a:rPr>
              <a:t>ounda</a:t>
            </a:r>
            <a:r>
              <a:rPr sz="2000" spc="3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oces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ha</a:t>
            </a:r>
            <a:r>
              <a:rPr sz="2000" dirty="0">
                <a:latin typeface="Rockwell"/>
                <a:cs typeface="Rockwell"/>
              </a:rPr>
              <a:t>s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75" dirty="0">
                <a:latin typeface="Rockwell"/>
                <a:cs typeface="Rockwell"/>
              </a:rPr>
              <a:t>w</a:t>
            </a:r>
            <a:r>
              <a:rPr sz="2000" dirty="0">
                <a:latin typeface="Rockwell"/>
                <a:cs typeface="Rockwell"/>
              </a:rPr>
              <a:t>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1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ts:</a:t>
            </a:r>
            <a:endParaRPr sz="2000" dirty="0">
              <a:latin typeface="Rockwell"/>
              <a:cs typeface="Rockwell"/>
            </a:endParaRPr>
          </a:p>
          <a:p>
            <a:pPr algn="just">
              <a:spcBef>
                <a:spcPts val="32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276225" algn="just"/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</a:t>
            </a:r>
            <a:r>
              <a:rPr sz="2000" spc="-15" dirty="0">
                <a:latin typeface="Rockwell"/>
                <a:cs typeface="Rockwell"/>
              </a:rPr>
              <a:t>Ma</a:t>
            </a:r>
            <a:r>
              <a:rPr sz="2000" spc="-5" dirty="0">
                <a:latin typeface="Rockwell"/>
                <a:cs typeface="Rockwell"/>
              </a:rPr>
              <a:t>na</a:t>
            </a:r>
            <a:r>
              <a:rPr sz="2000" spc="-3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ha</a:t>
            </a:r>
            <a:r>
              <a:rPr sz="2000" dirty="0">
                <a:latin typeface="Rockwell"/>
                <a:cs typeface="Rockwell"/>
              </a:rPr>
              <a:t>s to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7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vide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Boa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 </a:t>
            </a:r>
            <a:r>
              <a:rPr sz="2000" spc="-10" dirty="0">
                <a:latin typeface="Rockwell"/>
                <a:cs typeface="Rockwell"/>
              </a:rPr>
              <a:t>with </a:t>
            </a:r>
            <a:r>
              <a:rPr sz="2000" dirty="0">
                <a:latin typeface="Rockwell"/>
                <a:cs typeface="Rockwell"/>
              </a:rPr>
              <a:t>ce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tain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25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tion.</a:t>
            </a:r>
          </a:p>
          <a:p>
            <a:pPr marL="12700" algn="just"/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20" dirty="0">
                <a:latin typeface="Rockwell"/>
                <a:cs typeface="Rockwell"/>
              </a:rPr>
              <a:t>out</a:t>
            </a:r>
            <a:r>
              <a:rPr sz="2000" spc="-15" dirty="0">
                <a:latin typeface="Rockwell"/>
                <a:cs typeface="Rockwell"/>
              </a:rPr>
              <a:t>put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S</a:t>
            </a:r>
            <a:r>
              <a:rPr sz="2000" spc="-10" dirty="0">
                <a:latin typeface="Rockwell"/>
                <a:cs typeface="Rockwell"/>
              </a:rPr>
              <a:t>ta</a:t>
            </a:r>
            <a:r>
              <a:rPr sz="2000" spc="-5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B</a:t>
            </a:r>
            <a:r>
              <a:rPr sz="2000" spc="-5" dirty="0">
                <a:latin typeface="Rockwell"/>
                <a:cs typeface="Rockwell"/>
              </a:rPr>
              <a:t>ounda</a:t>
            </a:r>
            <a:r>
              <a:rPr sz="2000" spc="3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oces</a:t>
            </a:r>
            <a:r>
              <a:rPr sz="2000" dirty="0">
                <a:latin typeface="Rockwell"/>
                <a:cs typeface="Rockwell"/>
              </a:rPr>
              <a:t>s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5" dirty="0">
                <a:latin typeface="Rockwell"/>
                <a:cs typeface="Rockwell"/>
              </a:rPr>
              <a:t>l</a:t>
            </a:r>
            <a:r>
              <a:rPr sz="2000" spc="-10" dirty="0">
                <a:latin typeface="Rockwell"/>
                <a:cs typeface="Rockwell"/>
              </a:rPr>
              <a:t>l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20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P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Boa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d.</a:t>
            </a:r>
            <a:endParaRPr sz="2000" dirty="0">
              <a:latin typeface="Rockwell"/>
              <a:cs typeface="Rockwell"/>
            </a:endParaRPr>
          </a:p>
          <a:p>
            <a:pPr algn="just">
              <a:spcBef>
                <a:spcPts val="3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725170" indent="205740" algn="just"/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hi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25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tion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spc="-10" dirty="0">
                <a:latin typeface="Rockwell"/>
                <a:cs typeface="Rockwell"/>
              </a:rPr>
              <a:t>ll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ena</a:t>
            </a:r>
            <a:r>
              <a:rPr sz="2000" spc="-30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le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P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Boa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 </a:t>
            </a:r>
            <a:r>
              <a:rPr sz="2000" spc="-2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o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60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vi</a:t>
            </a:r>
            <a:r>
              <a:rPr sz="2000" spc="-40" dirty="0">
                <a:latin typeface="Rockwell"/>
                <a:cs typeface="Rockwell"/>
              </a:rPr>
              <a:t>e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c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15" dirty="0">
                <a:latin typeface="Rockwell"/>
                <a:cs typeface="Rockwell"/>
              </a:rPr>
              <a:t>r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sta</a:t>
            </a:r>
            <a:r>
              <a:rPr sz="2000" spc="-45" dirty="0">
                <a:latin typeface="Rockwell"/>
                <a:cs typeface="Rockwell"/>
              </a:rPr>
              <a:t>g</a:t>
            </a:r>
            <a:r>
              <a:rPr sz="2000" spc="-4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, ap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ro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n</a:t>
            </a:r>
            <a:r>
              <a:rPr sz="2000" spc="-10" dirty="0">
                <a:latin typeface="Rockwell"/>
                <a:cs typeface="Rockwell"/>
              </a:rPr>
              <a:t>ext sta</a:t>
            </a:r>
            <a:r>
              <a:rPr sz="2000" spc="-45" dirty="0">
                <a:latin typeface="Rockwell"/>
                <a:cs typeface="Rockwell"/>
              </a:rPr>
              <a:t>g</a:t>
            </a:r>
            <a:r>
              <a:rPr sz="2000" spc="-4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,</a:t>
            </a:r>
            <a:r>
              <a:rPr sz="2000" spc="-150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60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vi</a:t>
            </a:r>
            <a:r>
              <a:rPr sz="2000" spc="-40" dirty="0">
                <a:latin typeface="Rockwell"/>
                <a:cs typeface="Rockwell"/>
              </a:rPr>
              <a:t>e</a:t>
            </a:r>
            <a:r>
              <a:rPr sz="2000" spc="-15" dirty="0">
                <a:latin typeface="Rockwell"/>
                <a:cs typeface="Rockwell"/>
              </a:rPr>
              <a:t>w 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pd</a:t>
            </a:r>
            <a:r>
              <a:rPr sz="2000" spc="-10" dirty="0">
                <a:latin typeface="Rockwell"/>
                <a:cs typeface="Rockwell"/>
              </a:rPr>
              <a:t>ated</a:t>
            </a:r>
            <a:r>
              <a:rPr sz="2000" spc="-5" dirty="0">
                <a:latin typeface="Rockwell"/>
                <a:cs typeface="Rockwell"/>
              </a:rPr>
              <a:t> 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5" dirty="0">
                <a:latin typeface="Rockwell"/>
                <a:cs typeface="Rockwell"/>
              </a:rPr>
              <a:t>l</a:t>
            </a:r>
            <a:r>
              <a:rPr sz="2000" spc="-10" dirty="0">
                <a:latin typeface="Rockwell"/>
                <a:cs typeface="Rockwell"/>
              </a:rPr>
              <a:t>an,</a:t>
            </a:r>
            <a:r>
              <a:rPr sz="2000" spc="-14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con</a:t>
            </a:r>
            <a:r>
              <a:rPr sz="2000" spc="10" dirty="0">
                <a:latin typeface="Rockwell"/>
                <a:cs typeface="Rockwell"/>
              </a:rPr>
              <a:t>f</a:t>
            </a:r>
            <a:r>
              <a:rPr sz="2000" spc="-10" dirty="0">
                <a:latin typeface="Rockwell"/>
                <a:cs typeface="Rockwell"/>
              </a:rPr>
              <a:t>i</a:t>
            </a:r>
            <a:r>
              <a:rPr sz="2000" spc="-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m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conti</a:t>
            </a:r>
            <a:r>
              <a:rPr sz="2000" spc="-15" dirty="0">
                <a:latin typeface="Rockwell"/>
                <a:cs typeface="Rockwell"/>
              </a:rPr>
              <a:t>n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5" dirty="0">
                <a:latin typeface="Rockwell"/>
                <a:cs typeface="Rockwell"/>
              </a:rPr>
              <a:t>ed </a:t>
            </a:r>
            <a:r>
              <a:rPr sz="2000" spc="-30" dirty="0">
                <a:latin typeface="Rockwell"/>
                <a:cs typeface="Rockwell"/>
              </a:rPr>
              <a:t>b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si</a:t>
            </a:r>
            <a:r>
              <a:rPr sz="2000" spc="-5" dirty="0">
                <a:latin typeface="Rockwell"/>
                <a:cs typeface="Rockwell"/>
              </a:rPr>
              <a:t>nes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justi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-10" dirty="0">
                <a:latin typeface="Rockwell"/>
                <a:cs typeface="Rockwell"/>
              </a:rPr>
              <a:t>ication.</a:t>
            </a:r>
            <a:endParaRPr sz="2000" dirty="0">
              <a:latin typeface="Rockwell"/>
              <a:cs typeface="Rockwell"/>
            </a:endParaRPr>
          </a:p>
          <a:p>
            <a:pPr algn="just">
              <a:spcBef>
                <a:spcPts val="32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algn="just"/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object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Man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-10" dirty="0">
                <a:latin typeface="Rockwell"/>
                <a:cs typeface="Rockwell"/>
              </a:rPr>
              <a:t>gi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g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Sta</a:t>
            </a:r>
            <a:r>
              <a:rPr sz="2000" spc="-5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B</a:t>
            </a:r>
            <a:r>
              <a:rPr sz="2000" spc="-5" dirty="0">
                <a:latin typeface="Rockwell"/>
                <a:cs typeface="Rockwell"/>
              </a:rPr>
              <a:t>ounda</a:t>
            </a:r>
            <a:r>
              <a:rPr sz="2000" spc="3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oces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g</a:t>
            </a:r>
            <a:r>
              <a:rPr sz="2000" spc="-45" dirty="0">
                <a:latin typeface="Rockwell"/>
                <a:cs typeface="Rockwell"/>
              </a:rPr>
              <a:t>i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75" dirty="0">
                <a:latin typeface="Rockwell"/>
                <a:cs typeface="Rockwell"/>
              </a:rPr>
              <a:t>o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vi</a:t>
            </a:r>
            <a:r>
              <a:rPr sz="2000" spc="-40" dirty="0">
                <a:latin typeface="Rockwell"/>
                <a:cs typeface="Rockwell"/>
              </a:rPr>
              <a:t>e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</a:p>
          <a:p>
            <a:pPr marL="12700" algn="just"/>
            <a:r>
              <a:rPr sz="2000" spc="-5" dirty="0">
                <a:latin typeface="Rockwell"/>
                <a:cs typeface="Rockwell"/>
              </a:rPr>
              <a:t>ma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60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k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that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Mana</a:t>
            </a:r>
            <a:r>
              <a:rPr sz="2000" spc="-3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 </a:t>
            </a:r>
            <a:r>
              <a:rPr sz="2000" spc="-5" dirty="0">
                <a:latin typeface="Rockwell"/>
                <a:cs typeface="Rockwell"/>
              </a:rPr>
              <a:t>m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st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8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,</a:t>
            </a:r>
            <a:r>
              <a:rPr sz="2000" spc="-150" dirty="0">
                <a:latin typeface="Rockwell"/>
                <a:cs typeface="Rockwell"/>
              </a:rPr>
              <a:t> </a:t>
            </a:r>
            <a:r>
              <a:rPr sz="2000" spc="-3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hic</a:t>
            </a:r>
            <a:r>
              <a:rPr sz="2000" dirty="0">
                <a:latin typeface="Rockwell"/>
                <a:cs typeface="Rockwell"/>
              </a:rPr>
              <a:t>h i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:</a:t>
            </a:r>
          </a:p>
          <a:p>
            <a:pPr marL="12700" marR="259079" indent="286385" algn="just"/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su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Boa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 </a:t>
            </a:r>
            <a:r>
              <a:rPr sz="2000" spc="-20" dirty="0">
                <a:latin typeface="Rockwell"/>
                <a:cs typeface="Rockwell"/>
              </a:rPr>
              <a:t>t</a:t>
            </a:r>
            <a:r>
              <a:rPr sz="2000" spc="-15" dirty="0">
                <a:latin typeface="Rockwell"/>
                <a:cs typeface="Rockwell"/>
              </a:rPr>
              <a:t>ha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5" dirty="0">
                <a:latin typeface="Rockwell"/>
                <a:cs typeface="Rockwell"/>
              </a:rPr>
              <a:t>l</a:t>
            </a:r>
            <a:r>
              <a:rPr sz="2000" spc="-10" dirty="0">
                <a:latin typeface="Rockwell"/>
                <a:cs typeface="Rockwell"/>
              </a:rPr>
              <a:t>l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spc="-20" dirty="0">
                <a:latin typeface="Rockwell"/>
                <a:cs typeface="Rockwell"/>
              </a:rPr>
              <a:t>oduct</a:t>
            </a:r>
            <a:r>
              <a:rPr sz="2000" dirty="0">
                <a:latin typeface="Rockwell"/>
                <a:cs typeface="Rockwell"/>
              </a:rPr>
              <a:t>s in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cu</a:t>
            </a:r>
            <a:r>
              <a:rPr sz="2000" spc="5" dirty="0">
                <a:latin typeface="Rockwell"/>
                <a:cs typeface="Rockwell"/>
              </a:rPr>
              <a:t>r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en</a:t>
            </a:r>
            <a:r>
              <a:rPr sz="2000" dirty="0">
                <a:latin typeface="Rockwell"/>
                <a:cs typeface="Rockwell"/>
              </a:rPr>
              <a:t>t 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ta</a:t>
            </a:r>
            <a:r>
              <a:rPr sz="2000" spc="-5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oduce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&amp;</a:t>
            </a:r>
            <a:r>
              <a:rPr sz="2000" spc="-10" dirty="0">
                <a:latin typeface="Rockwell"/>
                <a:cs typeface="Rockwell"/>
              </a:rPr>
              <a:t> ap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ro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ed.</a:t>
            </a:r>
            <a:endParaRPr sz="2000" dirty="0">
              <a:latin typeface="Rockwell"/>
              <a:cs typeface="Rockwell"/>
            </a:endParaRPr>
          </a:p>
          <a:p>
            <a:pPr marL="12700" marR="451484" indent="272415" algn="just"/>
            <a:r>
              <a:rPr sz="2000" dirty="0">
                <a:latin typeface="Rockwell"/>
                <a:cs typeface="Rockwell"/>
              </a:rPr>
              <a:t>R</a:t>
            </a:r>
            <a:r>
              <a:rPr sz="2000" spc="-5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vi</a:t>
            </a:r>
            <a:r>
              <a:rPr sz="2000" spc="-40" dirty="0">
                <a:latin typeface="Rockwell"/>
                <a:cs typeface="Rockwell"/>
              </a:rPr>
              <a:t>e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dirty="0">
                <a:latin typeface="Rockwell"/>
                <a:cs typeface="Rockwell"/>
              </a:rPr>
              <a:t> 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pd</a:t>
            </a:r>
            <a:r>
              <a:rPr sz="2000" spc="-10" dirty="0">
                <a:latin typeface="Rockwell"/>
                <a:cs typeface="Rockwell"/>
              </a:rPr>
              <a:t>at</a:t>
            </a:r>
            <a:r>
              <a:rPr sz="2000" spc="-5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,</a:t>
            </a:r>
            <a:r>
              <a:rPr sz="2000" spc="-15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if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neces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20" dirty="0">
                <a:latin typeface="Rockwell"/>
                <a:cs typeface="Rockwell"/>
              </a:rPr>
              <a:t>r</a:t>
            </a:r>
            <a:r>
              <a:rPr sz="2000" spc="-204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,</a:t>
            </a:r>
            <a:r>
              <a:rPr sz="2000" spc="-15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10" dirty="0">
                <a:latin typeface="Rockwell"/>
                <a:cs typeface="Rockwell"/>
              </a:rPr>
              <a:t>sual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documents,</a:t>
            </a:r>
            <a:r>
              <a:rPr sz="2000" spc="-130" dirty="0">
                <a:latin typeface="Rockwell"/>
                <a:cs typeface="Rockwell"/>
              </a:rPr>
              <a:t> </a:t>
            </a:r>
            <a:r>
              <a:rPr sz="2000" spc="-50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hic</a:t>
            </a:r>
            <a:r>
              <a:rPr sz="2000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P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oject </a:t>
            </a:r>
            <a:r>
              <a:rPr sz="2000" spc="-10" dirty="0">
                <a:latin typeface="Rockwell"/>
                <a:cs typeface="Rockwell"/>
              </a:rPr>
              <a:t>Initi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tion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Do</a:t>
            </a:r>
            <a:r>
              <a:rPr sz="2000" spc="-10" dirty="0">
                <a:latin typeface="Rockwell"/>
                <a:cs typeface="Rockwell"/>
              </a:rPr>
              <a:t>c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5" dirty="0">
                <a:latin typeface="Rockwell"/>
                <a:cs typeface="Rockwell"/>
              </a:rPr>
              <a:t>mentation</a:t>
            </a:r>
            <a:r>
              <a:rPr sz="2000" dirty="0">
                <a:latin typeface="Rockwell"/>
                <a:cs typeface="Rockwell"/>
              </a:rPr>
              <a:t>,</a:t>
            </a:r>
            <a:r>
              <a:rPr sz="2000" spc="-12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B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si</a:t>
            </a:r>
            <a:r>
              <a:rPr sz="2000" spc="-5" dirty="0">
                <a:latin typeface="Rockwell"/>
                <a:cs typeface="Rockwell"/>
              </a:rPr>
              <a:t>nes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Ca</a:t>
            </a:r>
            <a:r>
              <a:rPr sz="2000" spc="-5" dirty="0">
                <a:latin typeface="Rockwell"/>
                <a:cs typeface="Rockwell"/>
              </a:rPr>
              <a:t>s</a:t>
            </a:r>
            <a:r>
              <a:rPr sz="2000" spc="-4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,</a:t>
            </a:r>
            <a:r>
              <a:rPr sz="2000" spc="-16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5" dirty="0">
                <a:latin typeface="Rockwell"/>
                <a:cs typeface="Rockwell"/>
              </a:rPr>
              <a:t>l</a:t>
            </a:r>
            <a:r>
              <a:rPr sz="2000" spc="-10" dirty="0">
                <a:latin typeface="Rockwell"/>
                <a:cs typeface="Rockwell"/>
              </a:rPr>
              <a:t>an,</a:t>
            </a:r>
            <a:r>
              <a:rPr sz="2000" spc="-14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sk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Re</a:t>
            </a:r>
            <a:r>
              <a:rPr sz="2000" spc="5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iste</a:t>
            </a:r>
            <a:r>
              <a:rPr sz="2000" spc="-120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.</a:t>
            </a:r>
            <a:endParaRPr sz="2000" dirty="0">
              <a:latin typeface="Rockwell"/>
              <a:cs typeface="Rockwell"/>
            </a:endParaRPr>
          </a:p>
          <a:p>
            <a:pPr marL="285115" algn="just"/>
            <a:r>
              <a:rPr sz="2000" dirty="0">
                <a:latin typeface="Rockwell"/>
                <a:cs typeface="Rockwell"/>
              </a:rPr>
              <a:t>Reco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 a</a:t>
            </a:r>
            <a:r>
              <a:rPr sz="2000" spc="-5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less</a:t>
            </a:r>
            <a:r>
              <a:rPr sz="2000" spc="-5" dirty="0">
                <a:latin typeface="Rockwell"/>
                <a:cs typeface="Rockwell"/>
              </a:rPr>
              <a:t>on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Les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5" dirty="0">
                <a:latin typeface="Rockwell"/>
                <a:cs typeface="Rockwell"/>
              </a:rPr>
              <a:t>on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Log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that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can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hel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later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sta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fu</a:t>
            </a:r>
            <a:r>
              <a:rPr sz="2000" spc="-10" dirty="0">
                <a:latin typeface="Rockwell"/>
                <a:cs typeface="Rockwell"/>
              </a:rPr>
              <a:t>tu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</a:p>
          <a:p>
            <a:pPr marL="12700" algn="just"/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ojects.</a:t>
            </a:r>
            <a:endParaRPr sz="2000" dirty="0">
              <a:latin typeface="Rockwell"/>
              <a:cs typeface="Rockwell"/>
            </a:endParaRPr>
          </a:p>
          <a:p>
            <a:pPr marL="12700" marR="5080" indent="272415" algn="just"/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ep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S</a:t>
            </a:r>
            <a:r>
              <a:rPr sz="2000" spc="-10" dirty="0">
                <a:latin typeface="Rockwell"/>
                <a:cs typeface="Rockwell"/>
              </a:rPr>
              <a:t>ta</a:t>
            </a:r>
            <a:r>
              <a:rPr sz="2000" spc="-5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Pl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n</a:t>
            </a:r>
            <a:r>
              <a:rPr sz="2000" spc="-15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xt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ta</a:t>
            </a:r>
            <a:r>
              <a:rPr sz="2000" spc="-5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Request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tho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ization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ta</a:t>
            </a:r>
            <a:r>
              <a:rPr sz="2000" spc="1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3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spc="-15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xt sta</a:t>
            </a:r>
            <a:r>
              <a:rPr sz="2000" spc="-45" dirty="0">
                <a:latin typeface="Rockwell"/>
                <a:cs typeface="Rockwell"/>
              </a:rPr>
              <a:t>g</a:t>
            </a:r>
            <a:r>
              <a:rPr sz="2000" spc="-4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.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Managing </a:t>
            </a:r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Stage Boundary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  <p:sp>
        <p:nvSpPr>
          <p:cNvPr id="15" name="object 3"/>
          <p:cNvSpPr/>
          <p:nvPr/>
        </p:nvSpPr>
        <p:spPr>
          <a:xfrm>
            <a:off x="0" y="6453381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0088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381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47850" y="820801"/>
            <a:ext cx="8820150" cy="2586355"/>
          </a:xfrm>
          <a:custGeom>
            <a:avLst/>
            <a:gdLst/>
            <a:ahLst/>
            <a:cxnLst/>
            <a:rect l="l" t="t" r="r" b="b"/>
            <a:pathLst>
              <a:path w="8820150" h="2586354">
                <a:moveTo>
                  <a:pt x="0" y="2585974"/>
                </a:moveTo>
                <a:lnTo>
                  <a:pt x="8820150" y="2585974"/>
                </a:lnTo>
                <a:lnTo>
                  <a:pt x="8820150" y="0"/>
                </a:lnTo>
                <a:lnTo>
                  <a:pt x="0" y="0"/>
                </a:lnTo>
                <a:lnTo>
                  <a:pt x="0" y="25859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7588" y="898777"/>
            <a:ext cx="11204641" cy="332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145" dirty="0">
                <a:latin typeface="Rockwell"/>
                <a:cs typeface="Rockwell"/>
              </a:rPr>
              <a:t>F</a:t>
            </a:r>
            <a:r>
              <a:rPr sz="2400" spc="-5" dirty="0">
                <a:latin typeface="Rockwell"/>
                <a:cs typeface="Rockwell"/>
              </a:rPr>
              <a:t>oll</a:t>
            </a:r>
            <a:r>
              <a:rPr sz="2400" spc="-8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wing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spc="5" dirty="0">
                <a:latin typeface="Rockwell"/>
                <a:cs typeface="Rockwell"/>
              </a:rPr>
              <a:t>a</a:t>
            </a:r>
            <a:r>
              <a:rPr sz="2400" dirty="0">
                <a:latin typeface="Rockwell"/>
                <a:cs typeface="Rockwell"/>
              </a:rPr>
              <a:t>c</a:t>
            </a:r>
            <a:r>
              <a:rPr sz="2400" spc="-10" dirty="0">
                <a:latin typeface="Rockwell"/>
                <a:cs typeface="Rockwell"/>
              </a:rPr>
              <a:t>t</a:t>
            </a:r>
            <a:r>
              <a:rPr sz="2400" spc="-35" dirty="0">
                <a:latin typeface="Rockwell"/>
                <a:cs typeface="Rockwell"/>
              </a:rPr>
              <a:t>i</a:t>
            </a:r>
            <a:r>
              <a:rPr sz="2400" dirty="0">
                <a:latin typeface="Rockwell"/>
                <a:cs typeface="Rockwell"/>
              </a:rPr>
              <a:t>vi</a:t>
            </a:r>
            <a:r>
              <a:rPr sz="2400" spc="-10" dirty="0">
                <a:latin typeface="Rockwell"/>
                <a:cs typeface="Rockwell"/>
              </a:rPr>
              <a:t>t</a:t>
            </a:r>
            <a:r>
              <a:rPr sz="2400" dirty="0">
                <a:latin typeface="Rockwell"/>
                <a:cs typeface="Rockwell"/>
              </a:rPr>
              <a:t>ies per</a:t>
            </a:r>
            <a:r>
              <a:rPr sz="2400" spc="35" dirty="0">
                <a:latin typeface="Rockwell"/>
                <a:cs typeface="Rockwell"/>
              </a:rPr>
              <a:t>f</a:t>
            </a:r>
            <a:r>
              <a:rPr sz="2400" spc="-5" dirty="0">
                <a:latin typeface="Rockwell"/>
                <a:cs typeface="Rockwell"/>
              </a:rPr>
              <a:t>orme</a:t>
            </a:r>
            <a:r>
              <a:rPr sz="2400" dirty="0">
                <a:latin typeface="Rockwell"/>
                <a:cs typeface="Rockwell"/>
              </a:rPr>
              <a:t>d </a:t>
            </a:r>
            <a:r>
              <a:rPr sz="2400" spc="-75" dirty="0">
                <a:latin typeface="Rockwell"/>
                <a:cs typeface="Rockwell"/>
              </a:rPr>
              <a:t>b</a:t>
            </a:r>
            <a:r>
              <a:rPr sz="2400" dirty="0">
                <a:latin typeface="Rockwell"/>
                <a:cs typeface="Rockwell"/>
              </a:rPr>
              <a:t>y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5" dirty="0">
                <a:latin typeface="Rockwell"/>
                <a:cs typeface="Rockwell"/>
              </a:rPr>
              <a:t>p</a:t>
            </a:r>
            <a:r>
              <a:rPr sz="2400" spc="-7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ojec</a:t>
            </a:r>
            <a:r>
              <a:rPr sz="2400" dirty="0">
                <a:latin typeface="Rockwell"/>
                <a:cs typeface="Rockwell"/>
              </a:rPr>
              <a:t>t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man</a:t>
            </a:r>
            <a:r>
              <a:rPr sz="2400" dirty="0">
                <a:latin typeface="Rockwell"/>
                <a:cs typeface="Rockwell"/>
              </a:rPr>
              <a:t>a</a:t>
            </a:r>
            <a:r>
              <a:rPr sz="2400" spc="-35" dirty="0">
                <a:latin typeface="Rockwell"/>
                <a:cs typeface="Rockwell"/>
              </a:rPr>
              <a:t>g</a:t>
            </a:r>
            <a:r>
              <a:rPr sz="2400" spc="-5" dirty="0">
                <a:latin typeface="Rockwell"/>
                <a:cs typeface="Rockwell"/>
              </a:rPr>
              <a:t>e</a:t>
            </a:r>
            <a:r>
              <a:rPr sz="2400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in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Managing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</a:t>
            </a:r>
          </a:p>
          <a:p>
            <a:pPr marL="12700"/>
            <a:r>
              <a:rPr sz="2400" spc="-10" dirty="0">
                <a:latin typeface="Rockwell"/>
                <a:cs typeface="Rockwell"/>
              </a:rPr>
              <a:t>Sta</a:t>
            </a:r>
            <a:r>
              <a:rPr sz="2400" spc="-45" dirty="0">
                <a:latin typeface="Rockwell"/>
                <a:cs typeface="Rockwell"/>
              </a:rPr>
              <a:t>g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3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B</a:t>
            </a:r>
            <a:r>
              <a:rPr sz="2400" spc="-5" dirty="0">
                <a:latin typeface="Rockwell"/>
                <a:cs typeface="Rockwell"/>
              </a:rPr>
              <a:t>ounda</a:t>
            </a:r>
            <a:r>
              <a:rPr sz="2400" spc="30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y</a:t>
            </a:r>
            <a:r>
              <a:rPr sz="2400" spc="-5" dirty="0">
                <a:latin typeface="Rockwell"/>
                <a:cs typeface="Rockwell"/>
              </a:rPr>
              <a:t> P</a:t>
            </a:r>
            <a:r>
              <a:rPr sz="2400" spc="-7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oces</a:t>
            </a:r>
            <a:r>
              <a:rPr sz="2400" spc="5" dirty="0">
                <a:latin typeface="Rockwell"/>
                <a:cs typeface="Rockwell"/>
              </a:rPr>
              <a:t>s</a:t>
            </a:r>
            <a:r>
              <a:rPr sz="2400" spc="-10" dirty="0">
                <a:latin typeface="Rockwell"/>
                <a:cs typeface="Rockwell"/>
              </a:rPr>
              <a:t>.</a:t>
            </a:r>
            <a:endParaRPr sz="2400"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marR="5080" indent="214629"/>
            <a:r>
              <a:rPr sz="2400" dirty="0">
                <a:latin typeface="Rockwell"/>
                <a:cs typeface="Rockwell"/>
              </a:rPr>
              <a:t>En</a:t>
            </a:r>
            <a:r>
              <a:rPr sz="2400" spc="5" dirty="0">
                <a:latin typeface="Rockwell"/>
                <a:cs typeface="Rockwell"/>
              </a:rPr>
              <a:t>s</a:t>
            </a:r>
            <a:r>
              <a:rPr sz="2400" spc="-25" dirty="0">
                <a:latin typeface="Rockwell"/>
                <a:cs typeface="Rockwell"/>
              </a:rPr>
              <a:t>u</a:t>
            </a:r>
            <a:r>
              <a:rPr sz="2400" spc="-9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and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communicate to 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P</a:t>
            </a:r>
            <a:r>
              <a:rPr sz="2400" spc="-6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ojec</a:t>
            </a:r>
            <a:r>
              <a:rPr sz="2400" dirty="0">
                <a:latin typeface="Rockwell"/>
                <a:cs typeface="Rockwell"/>
              </a:rPr>
              <a:t>t Boa</a:t>
            </a:r>
            <a:r>
              <a:rPr sz="2400" spc="-65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d </a:t>
            </a:r>
            <a:r>
              <a:rPr sz="2400" spc="-20" dirty="0">
                <a:latin typeface="Rockwell"/>
                <a:cs typeface="Rockwell"/>
              </a:rPr>
              <a:t>t</a:t>
            </a:r>
            <a:r>
              <a:rPr sz="2400" spc="-15" dirty="0">
                <a:latin typeface="Rockwell"/>
                <a:cs typeface="Rockwell"/>
              </a:rPr>
              <a:t>ha</a:t>
            </a:r>
            <a:r>
              <a:rPr sz="2400" spc="-10" dirty="0">
                <a:latin typeface="Rockwell"/>
                <a:cs typeface="Rockwell"/>
              </a:rPr>
              <a:t>t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a</a:t>
            </a:r>
            <a:r>
              <a:rPr sz="2400" spc="-5" dirty="0">
                <a:latin typeface="Rockwell"/>
                <a:cs typeface="Rockwell"/>
              </a:rPr>
              <a:t>l</a:t>
            </a:r>
            <a:r>
              <a:rPr sz="2400" spc="-10" dirty="0">
                <a:latin typeface="Rockwell"/>
                <a:cs typeface="Rockwell"/>
              </a:rPr>
              <a:t>l</a:t>
            </a:r>
            <a:r>
              <a:rPr sz="2400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20" dirty="0">
                <a:latin typeface="Rockwell"/>
                <a:cs typeface="Rockwell"/>
              </a:rPr>
              <a:t>oduct</a:t>
            </a:r>
            <a:r>
              <a:rPr sz="2400" dirty="0">
                <a:latin typeface="Rockwell"/>
                <a:cs typeface="Rockwell"/>
              </a:rPr>
              <a:t>s in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Sta</a:t>
            </a:r>
            <a:r>
              <a:rPr sz="2400" spc="-45" dirty="0">
                <a:latin typeface="Rockwell"/>
                <a:cs typeface="Rockwell"/>
              </a:rPr>
              <a:t>g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30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Pl</a:t>
            </a:r>
            <a:r>
              <a:rPr sz="2400" spc="-5" dirty="0">
                <a:latin typeface="Rockwell"/>
                <a:cs typeface="Rockwell"/>
              </a:rPr>
              <a:t>a</a:t>
            </a:r>
            <a:r>
              <a:rPr sz="2400" dirty="0">
                <a:latin typeface="Rockwell"/>
                <a:cs typeface="Rockwell"/>
              </a:rPr>
              <a:t>n </a:t>
            </a:r>
            <a:r>
              <a:rPr sz="2400" spc="25" dirty="0">
                <a:latin typeface="Rockwell"/>
                <a:cs typeface="Rockwell"/>
              </a:rPr>
              <a:t>f</a:t>
            </a:r>
            <a:r>
              <a:rPr sz="2400" spc="-5" dirty="0">
                <a:latin typeface="Rockwell"/>
                <a:cs typeface="Rockwell"/>
              </a:rPr>
              <a:t>o</a:t>
            </a:r>
            <a:r>
              <a:rPr sz="2400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cu</a:t>
            </a:r>
            <a:r>
              <a:rPr sz="2400" spc="5" dirty="0">
                <a:latin typeface="Rockwell"/>
                <a:cs typeface="Rockwell"/>
              </a:rPr>
              <a:t>r</a:t>
            </a:r>
            <a:r>
              <a:rPr sz="2400" spc="-9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en</a:t>
            </a:r>
            <a:r>
              <a:rPr sz="2400" dirty="0">
                <a:latin typeface="Rockwell"/>
                <a:cs typeface="Rockwell"/>
              </a:rPr>
              <a:t>t </a:t>
            </a:r>
            <a:r>
              <a:rPr sz="2400" spc="5" dirty="0">
                <a:latin typeface="Rockwell"/>
                <a:cs typeface="Rockwell"/>
              </a:rPr>
              <a:t>s</a:t>
            </a:r>
            <a:r>
              <a:rPr sz="2400" spc="-10" dirty="0">
                <a:latin typeface="Rockwell"/>
                <a:cs typeface="Rockwell"/>
              </a:rPr>
              <a:t>ta</a:t>
            </a:r>
            <a:r>
              <a:rPr sz="2400" spc="-50" dirty="0">
                <a:latin typeface="Rockwell"/>
                <a:cs typeface="Rockwell"/>
              </a:rPr>
              <a:t>g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h</a:t>
            </a:r>
            <a:r>
              <a:rPr sz="2400" spc="-35" dirty="0">
                <a:latin typeface="Rockwell"/>
                <a:cs typeface="Rockwell"/>
              </a:rPr>
              <a:t>a</a:t>
            </a:r>
            <a:r>
              <a:rPr sz="2400" spc="-65" dirty="0">
                <a:latin typeface="Rockwell"/>
                <a:cs typeface="Rockwell"/>
              </a:rPr>
              <a:t>v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been</a:t>
            </a:r>
            <a:r>
              <a:rPr sz="2400" spc="1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compl</a:t>
            </a:r>
            <a:r>
              <a:rPr sz="2400" spc="-5" dirty="0">
                <a:latin typeface="Rockwell"/>
                <a:cs typeface="Rockwell"/>
              </a:rPr>
              <a:t>ete</a:t>
            </a:r>
            <a:r>
              <a:rPr sz="2400" dirty="0">
                <a:latin typeface="Rockwell"/>
                <a:cs typeface="Rockwell"/>
              </a:rPr>
              <a:t>d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and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ap</a:t>
            </a:r>
            <a:r>
              <a:rPr sz="2400" spc="-15" dirty="0">
                <a:latin typeface="Rockwell"/>
                <a:cs typeface="Rockwell"/>
              </a:rPr>
              <a:t>p</a:t>
            </a:r>
            <a:r>
              <a:rPr sz="2400" spc="-75" dirty="0">
                <a:latin typeface="Rockwell"/>
                <a:cs typeface="Rockwell"/>
              </a:rPr>
              <a:t>ro</a:t>
            </a:r>
            <a:r>
              <a:rPr sz="2400" spc="-65" dirty="0">
                <a:latin typeface="Rockwell"/>
                <a:cs typeface="Rockwell"/>
              </a:rPr>
              <a:t>v</a:t>
            </a:r>
            <a:r>
              <a:rPr sz="2400" spc="-5" dirty="0">
                <a:latin typeface="Rockwell"/>
                <a:cs typeface="Rockwell"/>
              </a:rPr>
              <a:t>ed</a:t>
            </a:r>
            <a:endParaRPr sz="2400" dirty="0">
              <a:latin typeface="Rockwell"/>
              <a:cs typeface="Rockwell"/>
            </a:endParaRPr>
          </a:p>
          <a:p>
            <a:pPr>
              <a:spcBef>
                <a:spcPts val="3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marR="362585" indent="272415"/>
            <a:r>
              <a:rPr sz="2400" dirty="0">
                <a:latin typeface="Rockwell"/>
                <a:cs typeface="Rockwell"/>
              </a:rPr>
              <a:t>R</a:t>
            </a:r>
            <a:r>
              <a:rPr sz="2400" spc="-55" dirty="0">
                <a:latin typeface="Rockwell"/>
                <a:cs typeface="Rockwell"/>
              </a:rPr>
              <a:t>e</a:t>
            </a:r>
            <a:r>
              <a:rPr sz="2400" dirty="0">
                <a:latin typeface="Rockwell"/>
                <a:cs typeface="Rockwell"/>
              </a:rPr>
              <a:t>vi</a:t>
            </a:r>
            <a:r>
              <a:rPr sz="2400" spc="-40" dirty="0">
                <a:latin typeface="Rockwell"/>
                <a:cs typeface="Rockwell"/>
              </a:rPr>
              <a:t>e</a:t>
            </a:r>
            <a:r>
              <a:rPr sz="2400" spc="-15" dirty="0">
                <a:latin typeface="Rockwell"/>
                <a:cs typeface="Rockwell"/>
              </a:rPr>
              <a:t>w</a:t>
            </a:r>
            <a:r>
              <a:rPr sz="2400" dirty="0">
                <a:latin typeface="Rockwell"/>
                <a:cs typeface="Rockwell"/>
              </a:rPr>
              <a:t> and</a:t>
            </a:r>
            <a:r>
              <a:rPr sz="2400" spc="-10" dirty="0">
                <a:latin typeface="Rockwell"/>
                <a:cs typeface="Rockwell"/>
              </a:rPr>
              <a:t>,</a:t>
            </a:r>
            <a:r>
              <a:rPr sz="2400" spc="-15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if</a:t>
            </a:r>
            <a:r>
              <a:rPr sz="240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neces</a:t>
            </a:r>
            <a:r>
              <a:rPr sz="2400" dirty="0">
                <a:latin typeface="Rockwell"/>
                <a:cs typeface="Rockwell"/>
              </a:rPr>
              <a:t>s</a:t>
            </a:r>
            <a:r>
              <a:rPr sz="2400" spc="-10" dirty="0">
                <a:latin typeface="Rockwell"/>
                <a:cs typeface="Rockwell"/>
              </a:rPr>
              <a:t>a</a:t>
            </a:r>
            <a:r>
              <a:rPr sz="2400" spc="20" dirty="0">
                <a:latin typeface="Rockwell"/>
                <a:cs typeface="Rockwell"/>
              </a:rPr>
              <a:t>r</a:t>
            </a:r>
            <a:r>
              <a:rPr sz="2400" spc="-204" dirty="0">
                <a:latin typeface="Rockwell"/>
                <a:cs typeface="Rockwell"/>
              </a:rPr>
              <a:t>y</a:t>
            </a:r>
            <a:r>
              <a:rPr sz="2400" spc="-10" dirty="0">
                <a:latin typeface="Rockwell"/>
                <a:cs typeface="Rockwell"/>
              </a:rPr>
              <a:t>,</a:t>
            </a:r>
            <a:r>
              <a:rPr sz="2400" spc="-140" dirty="0">
                <a:latin typeface="Rockwell"/>
                <a:cs typeface="Rockwell"/>
              </a:rPr>
              <a:t> </a:t>
            </a:r>
            <a:r>
              <a:rPr sz="2400" spc="-25" dirty="0">
                <a:latin typeface="Rockwell"/>
                <a:cs typeface="Rockwell"/>
              </a:rPr>
              <a:t>u</a:t>
            </a:r>
            <a:r>
              <a:rPr sz="2400" dirty="0">
                <a:latin typeface="Rockwell"/>
                <a:cs typeface="Rockwell"/>
              </a:rPr>
              <a:t>pd</a:t>
            </a:r>
            <a:r>
              <a:rPr sz="2400" spc="-10" dirty="0">
                <a:latin typeface="Rockwell"/>
                <a:cs typeface="Rockwell"/>
              </a:rPr>
              <a:t>ate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P</a:t>
            </a:r>
            <a:r>
              <a:rPr sz="2400" spc="-7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ojec</a:t>
            </a:r>
            <a:r>
              <a:rPr sz="2400" dirty="0">
                <a:latin typeface="Rockwell"/>
                <a:cs typeface="Rockwell"/>
              </a:rPr>
              <a:t>t In</a:t>
            </a:r>
            <a:r>
              <a:rPr sz="2400" spc="-10" dirty="0">
                <a:latin typeface="Rockwell"/>
                <a:cs typeface="Rockwell"/>
              </a:rPr>
              <a:t>itia</a:t>
            </a:r>
            <a:r>
              <a:rPr sz="2400" dirty="0">
                <a:latin typeface="Rockwell"/>
                <a:cs typeface="Rockwell"/>
              </a:rPr>
              <a:t>tion</a:t>
            </a:r>
            <a:r>
              <a:rPr sz="2400" spc="-2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Do</a:t>
            </a:r>
            <a:r>
              <a:rPr sz="2400" spc="-10" dirty="0">
                <a:latin typeface="Rockwell"/>
                <a:cs typeface="Rockwell"/>
              </a:rPr>
              <a:t>c</a:t>
            </a:r>
            <a:r>
              <a:rPr sz="2400" spc="-25" dirty="0">
                <a:latin typeface="Rockwell"/>
                <a:cs typeface="Rockwell"/>
              </a:rPr>
              <a:t>u</a:t>
            </a:r>
            <a:r>
              <a:rPr sz="2400" spc="-5" dirty="0">
                <a:latin typeface="Rockwell"/>
                <a:cs typeface="Rockwell"/>
              </a:rPr>
              <a:t>mentatio</a:t>
            </a:r>
            <a:r>
              <a:rPr sz="2400" dirty="0">
                <a:latin typeface="Rockwell"/>
                <a:cs typeface="Rockwell"/>
              </a:rPr>
              <a:t>n</a:t>
            </a:r>
            <a:r>
              <a:rPr sz="2400" spc="35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(in </a:t>
            </a:r>
            <a:r>
              <a:rPr sz="2400" spc="-15" dirty="0">
                <a:latin typeface="Rockwell"/>
                <a:cs typeface="Rockwell"/>
              </a:rPr>
              <a:t>p</a:t>
            </a:r>
            <a:r>
              <a:rPr sz="2400" spc="-5" dirty="0">
                <a:latin typeface="Rockwell"/>
                <a:cs typeface="Rockwell"/>
              </a:rPr>
              <a:t>a</a:t>
            </a:r>
            <a:r>
              <a:rPr sz="2400" spc="15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tic</a:t>
            </a:r>
            <a:r>
              <a:rPr sz="2400" spc="-25" dirty="0">
                <a:latin typeface="Rockwell"/>
                <a:cs typeface="Rockwell"/>
              </a:rPr>
              <a:t>u</a:t>
            </a:r>
            <a:r>
              <a:rPr sz="2400" spc="-10" dirty="0">
                <a:latin typeface="Rockwell"/>
                <a:cs typeface="Rockwell"/>
              </a:rPr>
              <a:t>l</a:t>
            </a:r>
            <a:r>
              <a:rPr sz="2400" spc="-5" dirty="0">
                <a:latin typeface="Rockwell"/>
                <a:cs typeface="Rockwell"/>
              </a:rPr>
              <a:t>a</a:t>
            </a:r>
            <a:r>
              <a:rPr sz="2400" spc="-10" dirty="0">
                <a:latin typeface="Rockwell"/>
                <a:cs typeface="Rockwell"/>
              </a:rPr>
              <a:t>r</a:t>
            </a:r>
            <a:r>
              <a:rPr sz="2400" spc="-4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B</a:t>
            </a:r>
            <a:r>
              <a:rPr sz="2400" spc="-25" dirty="0">
                <a:latin typeface="Rockwell"/>
                <a:cs typeface="Rockwell"/>
              </a:rPr>
              <a:t>u</a:t>
            </a:r>
            <a:r>
              <a:rPr sz="2400" dirty="0">
                <a:latin typeface="Rockwell"/>
                <a:cs typeface="Rockwell"/>
              </a:rPr>
              <a:t>si</a:t>
            </a:r>
            <a:r>
              <a:rPr sz="2400" spc="-5" dirty="0">
                <a:latin typeface="Rockwell"/>
                <a:cs typeface="Rockwell"/>
              </a:rPr>
              <a:t>nes</a:t>
            </a:r>
            <a:r>
              <a:rPr sz="2400" dirty="0">
                <a:latin typeface="Rockwell"/>
                <a:cs typeface="Rockwell"/>
              </a:rPr>
              <a:t>s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Ca</a:t>
            </a:r>
            <a:r>
              <a:rPr sz="2400" spc="-5" dirty="0">
                <a:latin typeface="Rockwell"/>
                <a:cs typeface="Rockwell"/>
              </a:rPr>
              <a:t>s</a:t>
            </a:r>
            <a:r>
              <a:rPr sz="2400" spc="-4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,</a:t>
            </a:r>
            <a:r>
              <a:rPr sz="2400" spc="-165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P</a:t>
            </a:r>
            <a:r>
              <a:rPr sz="2400" spc="-7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ojec</a:t>
            </a:r>
            <a:r>
              <a:rPr sz="2400" dirty="0">
                <a:latin typeface="Rockwell"/>
                <a:cs typeface="Rockwell"/>
              </a:rPr>
              <a:t>t </a:t>
            </a:r>
            <a:r>
              <a:rPr sz="2400" spc="-5" dirty="0">
                <a:latin typeface="Rockwell"/>
                <a:cs typeface="Rockwell"/>
              </a:rPr>
              <a:t>P</a:t>
            </a:r>
            <a:r>
              <a:rPr sz="2400" spc="5" dirty="0">
                <a:latin typeface="Rockwell"/>
                <a:cs typeface="Rockwell"/>
              </a:rPr>
              <a:t>l</a:t>
            </a:r>
            <a:r>
              <a:rPr sz="2400" spc="-10" dirty="0">
                <a:latin typeface="Rockwell"/>
                <a:cs typeface="Rockwell"/>
              </a:rPr>
              <a:t>an,</a:t>
            </a:r>
            <a:r>
              <a:rPr sz="2400" spc="-14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p</a:t>
            </a:r>
            <a:r>
              <a:rPr sz="2400" spc="-7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ojec</a:t>
            </a:r>
            <a:r>
              <a:rPr sz="2400" dirty="0">
                <a:latin typeface="Rockwell"/>
                <a:cs typeface="Rockwell"/>
              </a:rPr>
              <a:t>t </a:t>
            </a:r>
            <a:r>
              <a:rPr sz="2400" spc="-5" dirty="0">
                <a:latin typeface="Rockwell"/>
                <a:cs typeface="Rockwell"/>
              </a:rPr>
              <a:t>a</a:t>
            </a:r>
            <a:r>
              <a:rPr sz="2400" dirty="0">
                <a:latin typeface="Rockwell"/>
                <a:cs typeface="Rockwell"/>
              </a:rPr>
              <a:t>pp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oach</a:t>
            </a:r>
            <a:r>
              <a:rPr sz="2400" dirty="0">
                <a:latin typeface="Rockwell"/>
                <a:cs typeface="Rockwell"/>
              </a:rPr>
              <a:t>,</a:t>
            </a:r>
            <a:r>
              <a:rPr sz="2400" spc="-17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st</a:t>
            </a:r>
            <a:r>
              <a:rPr sz="2400" spc="-55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ategi</a:t>
            </a:r>
            <a:r>
              <a:rPr sz="2400" spc="-5" dirty="0">
                <a:latin typeface="Rockwell"/>
                <a:cs typeface="Rockwell"/>
              </a:rPr>
              <a:t>es</a:t>
            </a:r>
            <a:r>
              <a:rPr sz="2400" dirty="0">
                <a:latin typeface="Rockwell"/>
                <a:cs typeface="Rockwell"/>
              </a:rPr>
              <a:t>,</a:t>
            </a:r>
            <a:r>
              <a:rPr sz="2400" spc="-15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p</a:t>
            </a:r>
            <a:r>
              <a:rPr sz="2400" spc="-75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oject </a:t>
            </a:r>
            <a:r>
              <a:rPr sz="2400" spc="-25" dirty="0">
                <a:latin typeface="Rockwell"/>
                <a:cs typeface="Rockwell"/>
              </a:rPr>
              <a:t>m</a:t>
            </a:r>
            <a:r>
              <a:rPr sz="2400" spc="-5" dirty="0">
                <a:latin typeface="Rockwell"/>
                <a:cs typeface="Rockwell"/>
              </a:rPr>
              <a:t>ana</a:t>
            </a:r>
            <a:r>
              <a:rPr sz="2400" spc="-30" dirty="0">
                <a:latin typeface="Rockwell"/>
                <a:cs typeface="Rockwell"/>
              </a:rPr>
              <a:t>g</a:t>
            </a:r>
            <a:r>
              <a:rPr sz="2400" spc="-5" dirty="0">
                <a:latin typeface="Rockwell"/>
                <a:cs typeface="Rockwell"/>
              </a:rPr>
              <a:t>emen</a:t>
            </a:r>
            <a:r>
              <a:rPr sz="2400" dirty="0">
                <a:latin typeface="Rockwell"/>
                <a:cs typeface="Rockwell"/>
              </a:rPr>
              <a:t>t </a:t>
            </a:r>
            <a:r>
              <a:rPr sz="2400" spc="-20" dirty="0">
                <a:latin typeface="Rockwell"/>
                <a:cs typeface="Rockwell"/>
              </a:rPr>
              <a:t>t</a:t>
            </a:r>
            <a:r>
              <a:rPr sz="2400" spc="-5" dirty="0">
                <a:latin typeface="Rockwell"/>
                <a:cs typeface="Rockwell"/>
              </a:rPr>
              <a:t>ea</a:t>
            </a:r>
            <a:r>
              <a:rPr sz="2400" dirty="0">
                <a:latin typeface="Rockwell"/>
                <a:cs typeface="Rockwell"/>
              </a:rPr>
              <a:t>m </a:t>
            </a:r>
            <a:r>
              <a:rPr sz="2400" spc="-10" dirty="0">
                <a:latin typeface="Rockwell"/>
                <a:cs typeface="Rockwell"/>
              </a:rPr>
              <a:t>st</a:t>
            </a:r>
            <a:r>
              <a:rPr sz="2400" spc="15" dirty="0">
                <a:latin typeface="Rockwell"/>
                <a:cs typeface="Rockwell"/>
              </a:rPr>
              <a:t>r</a:t>
            </a:r>
            <a:r>
              <a:rPr sz="2400" spc="-25" dirty="0">
                <a:latin typeface="Rockwell"/>
                <a:cs typeface="Rockwell"/>
              </a:rPr>
              <a:t>u</a:t>
            </a:r>
            <a:r>
              <a:rPr sz="2400" spc="-10" dirty="0">
                <a:latin typeface="Rockwell"/>
                <a:cs typeface="Rockwell"/>
              </a:rPr>
              <a:t>c</a:t>
            </a:r>
            <a:r>
              <a:rPr sz="2400" spc="-15" dirty="0">
                <a:latin typeface="Rockwell"/>
                <a:cs typeface="Rockwell"/>
              </a:rPr>
              <a:t>t</a:t>
            </a:r>
            <a:r>
              <a:rPr sz="2400" spc="-25" dirty="0">
                <a:latin typeface="Rockwell"/>
                <a:cs typeface="Rockwell"/>
              </a:rPr>
              <a:t>u</a:t>
            </a:r>
            <a:r>
              <a:rPr sz="2400" spc="-90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and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8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ol</a:t>
            </a:r>
            <a:r>
              <a:rPr sz="2400" dirty="0">
                <a:latin typeface="Rockwell"/>
                <a:cs typeface="Rockwell"/>
              </a:rPr>
              <a:t>e desc</a:t>
            </a:r>
            <a:r>
              <a:rPr sz="2400" spc="40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ip</a:t>
            </a:r>
            <a:r>
              <a:rPr sz="2400" dirty="0">
                <a:latin typeface="Rockwell"/>
                <a:cs typeface="Rockwell"/>
              </a:rPr>
              <a:t>tions)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Managing </a:t>
            </a:r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Stage Boundary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570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19359" y="971182"/>
            <a:ext cx="11257782" cy="4247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329" algn="just"/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7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vide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spc="30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orm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tion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neede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Boa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o 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sse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</a:p>
          <a:p>
            <a:pPr marL="285115" indent="-273050" algn="just"/>
            <a:r>
              <a:rPr sz="2000" dirty="0">
                <a:latin typeface="Rockwell"/>
                <a:cs typeface="Rockwell"/>
              </a:rPr>
              <a:t>conti</a:t>
            </a:r>
            <a:r>
              <a:rPr sz="2000" spc="-15" dirty="0">
                <a:latin typeface="Rockwell"/>
                <a:cs typeface="Rockwell"/>
              </a:rPr>
              <a:t>n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ing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viab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spc="-10" dirty="0">
                <a:latin typeface="Rockwell"/>
                <a:cs typeface="Rockwell"/>
              </a:rPr>
              <a:t>lity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</a:t>
            </a:r>
            <a:r>
              <a:rPr sz="2000" spc="-5" dirty="0">
                <a:latin typeface="Rockwell"/>
                <a:cs typeface="Rockwell"/>
              </a:rPr>
              <a:t>an</a:t>
            </a:r>
            <a:r>
              <a:rPr sz="2000" dirty="0">
                <a:latin typeface="Rockwell"/>
                <a:cs typeface="Rockwell"/>
              </a:rPr>
              <a:t>d  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25" dirty="0">
                <a:latin typeface="Rockwell"/>
                <a:cs typeface="Rockwell"/>
              </a:rPr>
              <a:t>g</a:t>
            </a:r>
            <a:r>
              <a:rPr sz="2000" spc="-15" dirty="0">
                <a:latin typeface="Rockwell"/>
                <a:cs typeface="Rockwell"/>
              </a:rPr>
              <a:t>g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g</a:t>
            </a:r>
            <a:r>
              <a:rPr sz="2000" spc="-10" dirty="0">
                <a:latin typeface="Rockwell"/>
                <a:cs typeface="Rockwell"/>
              </a:rPr>
              <a:t>ated</a:t>
            </a:r>
            <a:r>
              <a:rPr sz="2000" spc="-40" dirty="0">
                <a:latin typeface="Rockwell"/>
                <a:cs typeface="Rockwell"/>
              </a:rPr>
              <a:t> 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isk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xpo</a:t>
            </a:r>
            <a:r>
              <a:rPr sz="2000" spc="-10" dirty="0">
                <a:latin typeface="Rockwell"/>
                <a:cs typeface="Rockwell"/>
              </a:rPr>
              <a:t>su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such</a:t>
            </a:r>
            <a:r>
              <a:rPr sz="2000" spc="-5" dirty="0">
                <a:latin typeface="Rockwell"/>
                <a:cs typeface="Rockwell"/>
              </a:rPr>
              <a:t> a</a:t>
            </a:r>
            <a:r>
              <a:rPr sz="2000" dirty="0">
                <a:latin typeface="Rockwell"/>
                <a:cs typeface="Rockwell"/>
              </a:rPr>
              <a:t>s</a:t>
            </a:r>
          </a:p>
          <a:p>
            <a:pPr algn="just">
              <a:spcBef>
                <a:spcPts val="32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231140" indent="272415" algn="just"/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End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Sta</a:t>
            </a:r>
            <a:r>
              <a:rPr sz="2000" spc="-45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Re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oduce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b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P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</a:t>
            </a:r>
            <a:r>
              <a:rPr sz="2000" spc="-15" dirty="0">
                <a:latin typeface="Rockwell"/>
                <a:cs typeface="Rockwell"/>
              </a:rPr>
              <a:t>Ma</a:t>
            </a:r>
            <a:r>
              <a:rPr sz="2000" spc="-5" dirty="0">
                <a:latin typeface="Rockwell"/>
                <a:cs typeface="Rockwell"/>
              </a:rPr>
              <a:t>na</a:t>
            </a:r>
            <a:r>
              <a:rPr sz="2000" spc="-3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g</a:t>
            </a:r>
            <a:r>
              <a:rPr sz="2000" spc="-45" dirty="0">
                <a:latin typeface="Rockwell"/>
                <a:cs typeface="Rockwell"/>
              </a:rPr>
              <a:t>i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B</a:t>
            </a:r>
            <a:r>
              <a:rPr sz="2000" spc="-15" dirty="0">
                <a:latin typeface="Rockwell"/>
                <a:cs typeface="Rockwell"/>
              </a:rPr>
              <a:t>oa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d,</a:t>
            </a:r>
            <a:r>
              <a:rPr sz="2000" spc="-145" dirty="0">
                <a:latin typeface="Rockwell"/>
                <a:cs typeface="Rockwell"/>
              </a:rPr>
              <a:t> </a:t>
            </a:r>
            <a:r>
              <a:rPr sz="2000" spc="-20" dirty="0">
                <a:latin typeface="Rockwell"/>
                <a:cs typeface="Rockwell"/>
              </a:rPr>
              <a:t>out</a:t>
            </a:r>
            <a:r>
              <a:rPr sz="2000" dirty="0">
                <a:latin typeface="Rockwell"/>
                <a:cs typeface="Rockwell"/>
              </a:rPr>
              <a:t>lin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g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25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tion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c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15" dirty="0">
                <a:latin typeface="Rockwell"/>
                <a:cs typeface="Rockwell"/>
              </a:rPr>
              <a:t>r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sta</a:t>
            </a:r>
            <a:r>
              <a:rPr sz="2000" spc="-45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achi</a:t>
            </a:r>
            <a:r>
              <a:rPr sz="2000" spc="-60" dirty="0">
                <a:latin typeface="Rockwell"/>
                <a:cs typeface="Rockwell"/>
              </a:rPr>
              <a:t>e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ements.</a:t>
            </a:r>
            <a:endParaRPr sz="2000" dirty="0">
              <a:latin typeface="Rockwell"/>
              <a:cs typeface="Rockwell"/>
            </a:endParaRPr>
          </a:p>
          <a:p>
            <a:pPr algn="just">
              <a:spcBef>
                <a:spcPts val="34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285115" algn="just"/>
            <a:r>
              <a:rPr sz="2000" dirty="0">
                <a:latin typeface="Rockwell"/>
                <a:cs typeface="Rockwell"/>
              </a:rPr>
              <a:t>C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Sta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Pla</a:t>
            </a:r>
            <a:r>
              <a:rPr sz="2000" dirty="0">
                <a:latin typeface="Rockwell"/>
                <a:cs typeface="Rockwell"/>
              </a:rPr>
              <a:t>n </a:t>
            </a:r>
            <a:r>
              <a:rPr sz="2000" spc="-5" dirty="0">
                <a:latin typeface="Rockwell"/>
                <a:cs typeface="Rockwell"/>
              </a:rPr>
              <a:t>Ac</a:t>
            </a:r>
            <a:r>
              <a:rPr sz="2000" spc="-10" dirty="0">
                <a:latin typeface="Rockwell"/>
                <a:cs typeface="Rockwell"/>
              </a:rPr>
              <a:t>tu</a:t>
            </a:r>
            <a:r>
              <a:rPr sz="2000" dirty="0">
                <a:latin typeface="Rockwell"/>
                <a:cs typeface="Rockwell"/>
              </a:rPr>
              <a:t>als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sh</a:t>
            </a:r>
            <a:r>
              <a:rPr sz="2000" spc="-8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wing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spc="-5" dirty="0">
                <a:latin typeface="Rockwell"/>
                <a:cs typeface="Rockwell"/>
              </a:rPr>
              <a:t>er</a:t>
            </a:r>
            <a:r>
              <a:rPr sz="2000" spc="40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orm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5" dirty="0">
                <a:latin typeface="Rockwell"/>
                <a:cs typeface="Rockwell"/>
              </a:rPr>
              <a:t>nc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2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ainst</a:t>
            </a:r>
            <a:r>
              <a:rPr sz="2000" spc="-3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igin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l</a:t>
            </a:r>
          </a:p>
          <a:p>
            <a:pPr marL="12700" algn="just"/>
            <a:r>
              <a:rPr sz="2000" spc="-10" dirty="0">
                <a:latin typeface="Rockwell"/>
                <a:cs typeface="Rockwell"/>
              </a:rPr>
              <a:t>Sta</a:t>
            </a:r>
            <a:r>
              <a:rPr sz="2000" spc="-45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Pl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n</a:t>
            </a:r>
          </a:p>
          <a:p>
            <a:pPr algn="just">
              <a:spcBef>
                <a:spcPts val="22"/>
              </a:spcBef>
            </a:pPr>
            <a:endParaRPr dirty="0">
              <a:latin typeface="Times New Roman"/>
              <a:cs typeface="Times New Roman"/>
            </a:endParaRPr>
          </a:p>
          <a:p>
            <a:pPr marL="12700" marR="5080" indent="241935" algn="just"/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pd</a:t>
            </a:r>
            <a:r>
              <a:rPr sz="2000" spc="-10" dirty="0">
                <a:latin typeface="Rockwell"/>
                <a:cs typeface="Rockwell"/>
              </a:rPr>
              <a:t>ated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sk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eg</a:t>
            </a:r>
            <a:r>
              <a:rPr sz="2000" dirty="0">
                <a:latin typeface="Rockwell"/>
                <a:cs typeface="Rockwell"/>
              </a:rPr>
              <a:t>iste</a:t>
            </a:r>
            <a:r>
              <a:rPr sz="2000" spc="-114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,</a:t>
            </a:r>
            <a:r>
              <a:rPr sz="2000" spc="-16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ethe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th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 </a:t>
            </a:r>
            <a:r>
              <a:rPr sz="2000" spc="-1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pd</a:t>
            </a:r>
            <a:r>
              <a:rPr sz="2000" spc="-10" dirty="0">
                <a:latin typeface="Rockwell"/>
                <a:cs typeface="Rockwell"/>
              </a:rPr>
              <a:t>ated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B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si</a:t>
            </a:r>
            <a:r>
              <a:rPr sz="2000" spc="-5" dirty="0">
                <a:latin typeface="Rockwell"/>
                <a:cs typeface="Rockwell"/>
              </a:rPr>
              <a:t>nes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Ca</a:t>
            </a:r>
            <a:r>
              <a:rPr sz="2000" spc="-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Pl</a:t>
            </a:r>
            <a:r>
              <a:rPr sz="2000" spc="-5" dirty="0">
                <a:latin typeface="Rockwell"/>
                <a:cs typeface="Rockwell"/>
              </a:rPr>
              <a:t>an</a:t>
            </a:r>
            <a:r>
              <a:rPr sz="2000" dirty="0">
                <a:latin typeface="Rockwell"/>
                <a:cs typeface="Rockwell"/>
              </a:rPr>
              <a:t>,</a:t>
            </a:r>
            <a:r>
              <a:rPr sz="2000" spc="-150" dirty="0">
                <a:latin typeface="Rockwell"/>
                <a:cs typeface="Rockwell"/>
              </a:rPr>
              <a:t> </a:t>
            </a:r>
            <a:r>
              <a:rPr sz="2000" spc="-50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hic</a:t>
            </a:r>
            <a:r>
              <a:rPr sz="2000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sed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b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P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Boa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 </a:t>
            </a:r>
            <a:r>
              <a:rPr sz="2000" spc="-2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o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60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vi</a:t>
            </a:r>
            <a:r>
              <a:rPr sz="2000" spc="-40" dirty="0">
                <a:latin typeface="Rockwell"/>
                <a:cs typeface="Rockwell"/>
              </a:rPr>
              <a:t>e</a:t>
            </a:r>
            <a:r>
              <a:rPr sz="2000" spc="-15" dirty="0">
                <a:latin typeface="Rockwell"/>
                <a:cs typeface="Rockwell"/>
              </a:rPr>
              <a:t>w </a:t>
            </a:r>
            <a:r>
              <a:rPr sz="2000" spc="-10" dirty="0">
                <a:latin typeface="Rockwell"/>
                <a:cs typeface="Rockwell"/>
              </a:rPr>
              <a:t>that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P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s conti</a:t>
            </a:r>
            <a:r>
              <a:rPr sz="2000" spc="-15" dirty="0">
                <a:latin typeface="Rockwell"/>
                <a:cs typeface="Rockwell"/>
              </a:rPr>
              <a:t>n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ing</a:t>
            </a:r>
            <a:r>
              <a:rPr sz="2000" spc="-5" dirty="0">
                <a:latin typeface="Rockwell"/>
                <a:cs typeface="Rockwell"/>
              </a:rPr>
              <a:t> on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oin</a:t>
            </a:r>
            <a:r>
              <a:rPr sz="2000" dirty="0">
                <a:latin typeface="Rockwell"/>
                <a:cs typeface="Rockwell"/>
              </a:rPr>
              <a:t>g</a:t>
            </a:r>
            <a:r>
              <a:rPr sz="2000" spc="2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viab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spc="-10" dirty="0">
                <a:latin typeface="Rockwell"/>
                <a:cs typeface="Rockwell"/>
              </a:rPr>
              <a:t>lit</a:t>
            </a:r>
            <a:r>
              <a:rPr sz="2000" spc="-200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.</a:t>
            </a:r>
            <a:endParaRPr sz="2000" dirty="0">
              <a:latin typeface="Rockwell"/>
              <a:cs typeface="Rockwell"/>
            </a:endParaRPr>
          </a:p>
          <a:p>
            <a:pPr algn="just">
              <a:spcBef>
                <a:spcPts val="25"/>
              </a:spcBef>
            </a:pPr>
            <a:endParaRPr dirty="0">
              <a:latin typeface="Times New Roman"/>
              <a:cs typeface="Times New Roman"/>
            </a:endParaRPr>
          </a:p>
          <a:p>
            <a:pPr marL="12700" marR="344805" indent="241935" algn="just"/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pd</a:t>
            </a:r>
            <a:r>
              <a:rPr sz="2000" spc="-10" dirty="0">
                <a:latin typeface="Rockwell"/>
                <a:cs typeface="Rockwell"/>
              </a:rPr>
              <a:t>ated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Con</a:t>
            </a:r>
            <a:r>
              <a:rPr sz="2000" spc="10" dirty="0">
                <a:latin typeface="Rockwell"/>
                <a:cs typeface="Rockwell"/>
              </a:rPr>
              <a:t>f</a:t>
            </a:r>
            <a:r>
              <a:rPr sz="2000" spc="-10" dirty="0">
                <a:latin typeface="Rockwell"/>
                <a:cs typeface="Rockwell"/>
              </a:rPr>
              <a:t>ig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5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50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le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item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eco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 and</a:t>
            </a:r>
            <a:r>
              <a:rPr sz="2000" spc="-5" dirty="0">
                <a:latin typeface="Rockwell"/>
                <a:cs typeface="Rockwell"/>
              </a:rPr>
              <a:t> 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20" dirty="0">
                <a:latin typeface="Rockwell"/>
                <a:cs typeface="Rockwell"/>
              </a:rPr>
              <a:t>oduc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Status</a:t>
            </a:r>
            <a:r>
              <a:rPr sz="2000" spc="-3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Accoun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-45" dirty="0">
                <a:latin typeface="Rockwell"/>
                <a:cs typeface="Rockwell"/>
              </a:rPr>
              <a:t>n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chan</a:t>
            </a:r>
            <a:r>
              <a:rPr sz="2000" spc="-3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 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</a:t>
            </a:r>
            <a:r>
              <a:rPr sz="2000" spc="-15" dirty="0">
                <a:latin typeface="Rockwell"/>
                <a:cs typeface="Rockwell"/>
              </a:rPr>
              <a:t>Ma</a:t>
            </a:r>
            <a:r>
              <a:rPr sz="2000" spc="-5" dirty="0">
                <a:latin typeface="Rockwell"/>
                <a:cs typeface="Rockwell"/>
              </a:rPr>
              <a:t>na</a:t>
            </a:r>
            <a:r>
              <a:rPr sz="2000" spc="-3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80" dirty="0">
                <a:latin typeface="Rockwell"/>
                <a:cs typeface="Rockwell"/>
              </a:rPr>
              <a:t> </a:t>
            </a:r>
            <a:r>
              <a:rPr sz="2000" spc="-8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ea</a:t>
            </a:r>
            <a:r>
              <a:rPr sz="2000" dirty="0">
                <a:latin typeface="Rockwell"/>
                <a:cs typeface="Rockwell"/>
              </a:rPr>
              <a:t>m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th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pd</a:t>
            </a:r>
            <a:r>
              <a:rPr sz="2000" spc="-10" dirty="0">
                <a:latin typeface="Rockwell"/>
                <a:cs typeface="Rockwell"/>
              </a:rPr>
              <a:t>ated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85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b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Desc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ip</a:t>
            </a:r>
            <a:r>
              <a:rPr sz="2000" dirty="0">
                <a:latin typeface="Rockwell"/>
                <a:cs typeface="Rockwell"/>
              </a:rPr>
              <a:t>tions.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Managing </a:t>
            </a:r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Stage Boundary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0" y="6453381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506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067082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0809" y="720464"/>
            <a:ext cx="11096469" cy="54106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Managing </a:t>
            </a:r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Stage Boundary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592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52801" y="1347851"/>
            <a:ext cx="6486525" cy="41624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Managing </a:t>
            </a:r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Stage Boundary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418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14613" y="1728724"/>
            <a:ext cx="6962775" cy="34004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Managing </a:t>
            </a:r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Stage Boundary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64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09850" y="1619250"/>
            <a:ext cx="6972300" cy="3619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Managing </a:t>
            </a:r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Stage Boundary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14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24125" y="1100138"/>
            <a:ext cx="7143750" cy="4657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Managing </a:t>
            </a:r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Stage Boundary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358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76884"/>
            <a:ext cx="389744" cy="5975985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00325" y="1085850"/>
            <a:ext cx="6991350" cy="4686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425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Managing </a:t>
            </a:r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Stage Boundary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08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27180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3141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8970" y="831954"/>
            <a:ext cx="11238250" cy="5170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2400" spc="3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pu</a:t>
            </a:r>
            <a:r>
              <a:rPr sz="2400" spc="3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po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Closing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P</a:t>
            </a:r>
            <a:r>
              <a:rPr sz="24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ec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oc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ss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is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to p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ro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2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x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point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to ch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ck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that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ec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ch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spc="-4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its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obj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ct</a:t>
            </a:r>
            <a:r>
              <a:rPr sz="2400" spc="-40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spc="-4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that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oduct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-4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been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accep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ed.</a:t>
            </a:r>
            <a:endParaRPr sz="2400" dirty="0">
              <a:latin typeface="Rockwell"/>
              <a:cs typeface="Rockwell"/>
            </a:endParaRPr>
          </a:p>
          <a:p>
            <a:pPr marL="231775" marR="2593340" indent="-219710">
              <a:lnSpc>
                <a:spcPct val="200000"/>
              </a:lnSpc>
            </a:pPr>
            <a:r>
              <a:rPr sz="2400" spc="3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ob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ect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spc="-4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Cl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sing a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ec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oc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ss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is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to: </a:t>
            </a:r>
            <a:r>
              <a:rPr sz="2400" spc="-22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4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ify u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acc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ce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of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 p</a:t>
            </a:r>
            <a:r>
              <a:rPr sz="24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oject</a:t>
            </a:r>
            <a:r>
              <a:rPr sz="2400" spc="-215" dirty="0">
                <a:solidFill>
                  <a:srgbClr val="3A3A3A"/>
                </a:solidFill>
                <a:latin typeface="Rockwell"/>
                <a:cs typeface="Rockwell"/>
              </a:rPr>
              <a:t>’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oduc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s.</a:t>
            </a:r>
            <a:endParaRPr sz="2400" dirty="0">
              <a:latin typeface="Rockwell"/>
              <a:cs typeface="Rockwell"/>
            </a:endParaRPr>
          </a:p>
          <a:p>
            <a:pPr marL="253365"/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En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z="24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that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oduc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ts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can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be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po</a:t>
            </a:r>
            <a:r>
              <a:rPr sz="2400" spc="3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ted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after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oj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ect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is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isbande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endParaRPr sz="2400" dirty="0">
              <a:latin typeface="Rockwell"/>
              <a:cs typeface="Rockwell"/>
            </a:endParaRPr>
          </a:p>
          <a:p>
            <a:pPr marL="12700" marR="175895" indent="240665"/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7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per</a:t>
            </a:r>
            <a:r>
              <a:rPr sz="2400" spc="3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manc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ect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r>
              <a:rPr sz="2400" spc="-24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3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is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is done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b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com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4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ing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 p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ec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to the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baseli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docu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endParaRPr sz="2400" dirty="0">
              <a:latin typeface="Rockwell"/>
              <a:cs typeface="Rockwell"/>
            </a:endParaRPr>
          </a:p>
          <a:p>
            <a:pPr marL="12700" marR="396240" indent="240665"/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As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be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2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its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al</a:t>
            </a:r>
            <a:r>
              <a:rPr sz="24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-55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li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z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plan </a:t>
            </a:r>
            <a:r>
              <a:rPr sz="24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7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be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2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its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that wi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be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li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z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after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ec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is com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let</a:t>
            </a:r>
            <a:r>
              <a:rPr sz="2400" spc="-4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endParaRPr sz="2400" dirty="0">
              <a:latin typeface="Rockwell"/>
              <a:cs typeface="Rockwell"/>
            </a:endParaRPr>
          </a:p>
          <a:p>
            <a:pPr marL="253365"/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Ad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ope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is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ues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and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3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isks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with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3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ol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spc="1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-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up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action</a:t>
            </a:r>
            <a:endParaRPr sz="2400" dirty="0">
              <a:latin typeface="Rockwell"/>
              <a:cs typeface="Rockwell"/>
            </a:endParaRPr>
          </a:p>
          <a:p>
            <a:pPr marL="12700"/>
            <a:r>
              <a:rPr sz="24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ec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dations.</a:t>
            </a:r>
            <a:endParaRPr sz="2400" dirty="0">
              <a:latin typeface="Rockwell"/>
              <a:cs typeface="Rockwel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Closing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35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22998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3999" y="771349"/>
            <a:ext cx="11433121" cy="4755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20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h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act</a:t>
            </a:r>
            <a:r>
              <a:rPr spc="-45" dirty="0">
                <a:latin typeface="Rockwell"/>
                <a:cs typeface="Rockwell"/>
              </a:rPr>
              <a:t>i</a:t>
            </a:r>
            <a:r>
              <a:rPr spc="-10" dirty="0">
                <a:latin typeface="Rockwell"/>
                <a:cs typeface="Rockwell"/>
              </a:rPr>
              <a:t>vities</a:t>
            </a:r>
            <a:r>
              <a:rPr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pe</a:t>
            </a:r>
            <a:r>
              <a:rPr spc="5" dirty="0">
                <a:latin typeface="Rockwell"/>
                <a:cs typeface="Rockwell"/>
              </a:rPr>
              <a:t>r</a:t>
            </a:r>
            <a:r>
              <a:rPr spc="25" dirty="0">
                <a:latin typeface="Rockwell"/>
                <a:cs typeface="Rockwell"/>
              </a:rPr>
              <a:t>f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me</a:t>
            </a:r>
            <a:r>
              <a:rPr dirty="0">
                <a:latin typeface="Rockwell"/>
                <a:cs typeface="Rockwell"/>
              </a:rPr>
              <a:t>d in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this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p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oces</a:t>
            </a:r>
            <a:r>
              <a:rPr dirty="0">
                <a:latin typeface="Rockwell"/>
                <a:cs typeface="Rockwell"/>
              </a:rPr>
              <a:t>s 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spc="-8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e: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/>
            <a:r>
              <a:rPr spc="20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he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spc="-8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5</a:t>
            </a:r>
            <a:r>
              <a:rPr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a</a:t>
            </a:r>
            <a:r>
              <a:rPr spc="-10" dirty="0">
                <a:latin typeface="Rockwell"/>
                <a:cs typeface="Rockwell"/>
              </a:rPr>
              <a:t>c</a:t>
            </a:r>
            <a:r>
              <a:rPr spc="-15" dirty="0">
                <a:latin typeface="Rockwell"/>
                <a:cs typeface="Rockwell"/>
              </a:rPr>
              <a:t>t</a:t>
            </a:r>
            <a:r>
              <a:rPr spc="-45" dirty="0">
                <a:latin typeface="Rockwell"/>
                <a:cs typeface="Rockwell"/>
              </a:rPr>
              <a:t>i</a:t>
            </a:r>
            <a:r>
              <a:rPr spc="-10" dirty="0">
                <a:latin typeface="Rockwell"/>
                <a:cs typeface="Rockwell"/>
              </a:rPr>
              <a:t>vities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in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20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h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Closing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 </a:t>
            </a:r>
            <a:r>
              <a:rPr spc="-5" dirty="0">
                <a:latin typeface="Rockwell"/>
                <a:cs typeface="Rockwell"/>
              </a:rPr>
              <a:t>P</a:t>
            </a:r>
            <a:r>
              <a:rPr spc="-6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oces</a:t>
            </a:r>
            <a:r>
              <a:rPr dirty="0">
                <a:latin typeface="Rockwell"/>
                <a:cs typeface="Rockwell"/>
              </a:rPr>
              <a:t>s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25" dirty="0">
                <a:latin typeface="Rockwell"/>
                <a:cs typeface="Rockwell"/>
              </a:rPr>
              <a:t>f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10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 </a:t>
            </a:r>
            <a:r>
              <a:rPr spc="-15" dirty="0">
                <a:latin typeface="Rockwell"/>
                <a:cs typeface="Rockwell"/>
              </a:rPr>
              <a:t>Ma</a:t>
            </a:r>
            <a:r>
              <a:rPr spc="-5" dirty="0">
                <a:latin typeface="Rockwell"/>
                <a:cs typeface="Rockwell"/>
              </a:rPr>
              <a:t>na</a:t>
            </a:r>
            <a:r>
              <a:rPr spc="-30" dirty="0">
                <a:latin typeface="Rockwell"/>
                <a:cs typeface="Rockwell"/>
              </a:rPr>
              <a:t>g</a:t>
            </a:r>
            <a:r>
              <a:rPr spc="-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and</a:t>
            </a:r>
          </a:p>
          <a:p>
            <a:pPr marL="12700"/>
            <a:r>
              <a:rPr dirty="0">
                <a:latin typeface="Rockwell"/>
                <a:cs typeface="Rockwell"/>
              </a:rPr>
              <a:t>th</a:t>
            </a:r>
            <a:r>
              <a:rPr spc="-80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y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spc="5" dirty="0">
                <a:latin typeface="Rockwell"/>
                <a:cs typeface="Rockwell"/>
              </a:rPr>
              <a:t>a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e: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 marR="23495">
              <a:buFont typeface="Rockwell"/>
              <a:buChar char="•"/>
              <a:tabLst>
                <a:tab pos="149860" algn="l"/>
              </a:tabLst>
            </a:pPr>
            <a:r>
              <a:rPr dirty="0">
                <a:latin typeface="Rockwell"/>
                <a:cs typeface="Rockwell"/>
              </a:rPr>
              <a:t>P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ep</a:t>
            </a:r>
            <a:r>
              <a:rPr spc="5" dirty="0">
                <a:latin typeface="Rockwell"/>
                <a:cs typeface="Rockwell"/>
              </a:rPr>
              <a:t>a</a:t>
            </a:r>
            <a:r>
              <a:rPr spc="3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ing</a:t>
            </a:r>
            <a:r>
              <a:rPr spc="-3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planned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closu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40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,</a:t>
            </a:r>
            <a:r>
              <a:rPr spc="-15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i.</a:t>
            </a:r>
            <a:r>
              <a:rPr spc="-3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.,</a:t>
            </a:r>
            <a:r>
              <a:rPr spc="-14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con</a:t>
            </a:r>
            <a:r>
              <a:rPr spc="10" dirty="0">
                <a:latin typeface="Rockwell"/>
                <a:cs typeface="Rockwell"/>
              </a:rPr>
              <a:t>f</a:t>
            </a:r>
            <a:r>
              <a:rPr dirty="0">
                <a:latin typeface="Rockwell"/>
                <a:cs typeface="Rockwell"/>
              </a:rPr>
              <a:t>i</a:t>
            </a:r>
            <a:r>
              <a:rPr spc="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ming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 completion</a:t>
            </a:r>
            <a:r>
              <a:rPr spc="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of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p</a:t>
            </a:r>
            <a:r>
              <a:rPr spc="-6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oduc</a:t>
            </a:r>
            <a:r>
              <a:rPr spc="-10" dirty="0">
                <a:latin typeface="Rockwell"/>
                <a:cs typeface="Rockwell"/>
              </a:rPr>
              <a:t>t</a:t>
            </a:r>
            <a:r>
              <a:rPr dirty="0">
                <a:latin typeface="Rockwell"/>
                <a:cs typeface="Rockwell"/>
              </a:rPr>
              <a:t>s and their </a:t>
            </a:r>
            <a:r>
              <a:rPr spc="-10" dirty="0">
                <a:latin typeface="Rockwell"/>
                <a:cs typeface="Rockwell"/>
              </a:rPr>
              <a:t>acceptanc</a:t>
            </a:r>
            <a:r>
              <a:rPr spc="-55" dirty="0">
                <a:latin typeface="Rockwell"/>
                <a:cs typeface="Rockwell"/>
              </a:rPr>
              <a:t>e</a:t>
            </a:r>
            <a:r>
              <a:rPr spc="-10" dirty="0">
                <a:latin typeface="Rockwell"/>
                <a:cs typeface="Rockwell"/>
              </a:rPr>
              <a:t>.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4"/>
              </a:spcBef>
              <a:buFont typeface="Rockwell"/>
              <a:buChar char="•"/>
            </a:pPr>
            <a:endParaRPr sz="1850" dirty="0">
              <a:latin typeface="Times New Roman"/>
              <a:cs typeface="Times New Roman"/>
            </a:endParaRPr>
          </a:p>
          <a:p>
            <a:pPr marL="149225" indent="-136525">
              <a:buFont typeface="Rockwell"/>
              <a:buChar char="•"/>
              <a:tabLst>
                <a:tab pos="149860" algn="l"/>
              </a:tabLst>
            </a:pPr>
            <a:r>
              <a:rPr dirty="0">
                <a:latin typeface="Rockwell"/>
                <a:cs typeface="Rockwell"/>
              </a:rPr>
              <a:t>P</a:t>
            </a:r>
            <a:r>
              <a:rPr spc="-8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epa</a:t>
            </a:r>
            <a:r>
              <a:rPr spc="4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ing</a:t>
            </a:r>
            <a:r>
              <a:rPr spc="-3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p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emat</a:t>
            </a:r>
            <a:r>
              <a:rPr spc="-10" dirty="0">
                <a:latin typeface="Rockwell"/>
                <a:cs typeface="Rockwell"/>
              </a:rPr>
              <a:t>u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clos</a:t>
            </a:r>
            <a:r>
              <a:rPr spc="-10" dirty="0">
                <a:latin typeface="Rockwell"/>
                <a:cs typeface="Rockwell"/>
              </a:rPr>
              <a:t>u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e:</a:t>
            </a:r>
            <a:r>
              <a:rPr spc="-225" dirty="0">
                <a:latin typeface="Rockwell"/>
                <a:cs typeface="Rockwell"/>
              </a:rPr>
              <a:t> </a:t>
            </a:r>
            <a:r>
              <a:rPr spc="20" dirty="0">
                <a:latin typeface="Rockwell"/>
                <a:cs typeface="Rockwell"/>
              </a:rPr>
              <a:t>T</a:t>
            </a:r>
            <a:r>
              <a:rPr dirty="0">
                <a:latin typeface="Rockwell"/>
                <a:cs typeface="Rockwell"/>
              </a:rPr>
              <a:t>his</a:t>
            </a:r>
            <a:r>
              <a:rPr spc="2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is done instead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of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14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“p</a:t>
            </a:r>
            <a:r>
              <a:rPr spc="-8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epa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3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planned</a:t>
            </a:r>
          </a:p>
          <a:p>
            <a:pPr marL="12700"/>
            <a:r>
              <a:rPr dirty="0">
                <a:latin typeface="Rockwell"/>
                <a:cs typeface="Rockwell"/>
              </a:rPr>
              <a:t>closu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e”</a:t>
            </a:r>
            <a:r>
              <a:rPr spc="-15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act</a:t>
            </a:r>
            <a:r>
              <a:rPr spc="-35" dirty="0">
                <a:latin typeface="Rockwell"/>
                <a:cs typeface="Rockwell"/>
              </a:rPr>
              <a:t>i</a:t>
            </a:r>
            <a:r>
              <a:rPr dirty="0">
                <a:latin typeface="Rockwell"/>
                <a:cs typeface="Rockwell"/>
              </a:rPr>
              <a:t>vity</a:t>
            </a:r>
            <a:r>
              <a:rPr spc="-3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if 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eq</a:t>
            </a:r>
            <a:r>
              <a:rPr spc="-10" dirty="0">
                <a:latin typeface="Rockwell"/>
                <a:cs typeface="Rockwell"/>
              </a:rPr>
              <a:t>u</a:t>
            </a:r>
            <a:r>
              <a:rPr dirty="0">
                <a:latin typeface="Rockwell"/>
                <a:cs typeface="Rockwell"/>
              </a:rPr>
              <a:t>ested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75" dirty="0">
                <a:latin typeface="Rockwell"/>
                <a:cs typeface="Rockwell"/>
              </a:rPr>
              <a:t>b</a:t>
            </a:r>
            <a:r>
              <a:rPr dirty="0">
                <a:latin typeface="Rockwell"/>
                <a:cs typeface="Rockwell"/>
              </a:rPr>
              <a:t>y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 P</a:t>
            </a:r>
            <a:r>
              <a:rPr spc="-6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oject Boa</a:t>
            </a:r>
            <a:r>
              <a:rPr spc="-6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d.</a:t>
            </a:r>
          </a:p>
          <a:p>
            <a:pPr>
              <a:spcBef>
                <a:spcPts val="32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 marR="558165">
              <a:buFont typeface="Rockwell"/>
              <a:buChar char="•"/>
              <a:tabLst>
                <a:tab pos="149860" algn="l"/>
              </a:tabLst>
            </a:pPr>
            <a:r>
              <a:rPr dirty="0">
                <a:latin typeface="Rockwell"/>
                <a:cs typeface="Rockwell"/>
              </a:rPr>
              <a:t>Hand</a:t>
            </a:r>
            <a:r>
              <a:rPr spc="-70" dirty="0">
                <a:latin typeface="Rockwell"/>
                <a:cs typeface="Rockwell"/>
              </a:rPr>
              <a:t>o</a:t>
            </a:r>
            <a:r>
              <a:rPr spc="-55" dirty="0">
                <a:latin typeface="Rockwell"/>
                <a:cs typeface="Rockwell"/>
              </a:rPr>
              <a:t>v</a:t>
            </a:r>
            <a:r>
              <a:rPr dirty="0">
                <a:latin typeface="Rockwell"/>
                <a:cs typeface="Rockwell"/>
              </a:rPr>
              <a:t>er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of 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oduc</a:t>
            </a:r>
            <a:r>
              <a:rPr spc="-10" dirty="0">
                <a:latin typeface="Rockwell"/>
                <a:cs typeface="Rockwell"/>
              </a:rPr>
              <a:t>t</a:t>
            </a:r>
            <a:r>
              <a:rPr dirty="0">
                <a:latin typeface="Rockwell"/>
                <a:cs typeface="Rockwell"/>
              </a:rPr>
              <a:t>s:</a:t>
            </a:r>
            <a:r>
              <a:rPr spc="-14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Hand </a:t>
            </a:r>
            <a:r>
              <a:rPr spc="-75" dirty="0">
                <a:latin typeface="Rockwell"/>
                <a:cs typeface="Rockwell"/>
              </a:rPr>
              <a:t>o</a:t>
            </a:r>
            <a:r>
              <a:rPr spc="-55" dirty="0">
                <a:latin typeface="Rockwell"/>
                <a:cs typeface="Rockwell"/>
              </a:rPr>
              <a:t>v</a:t>
            </a:r>
            <a:r>
              <a:rPr dirty="0">
                <a:latin typeface="Rockwell"/>
                <a:cs typeface="Rockwell"/>
              </a:rPr>
              <a:t>er</a:t>
            </a:r>
            <a:r>
              <a:rPr spc="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p</a:t>
            </a:r>
            <a:r>
              <a:rPr spc="-6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oduc</a:t>
            </a:r>
            <a:r>
              <a:rPr spc="-10" dirty="0">
                <a:latin typeface="Rockwell"/>
                <a:cs typeface="Rockwell"/>
              </a:rPr>
              <a:t>t</a:t>
            </a:r>
            <a:r>
              <a:rPr dirty="0">
                <a:latin typeface="Rockwell"/>
                <a:cs typeface="Rockwell"/>
              </a:rPr>
              <a:t>s </a:t>
            </a:r>
            <a:r>
              <a:rPr spc="-10" dirty="0">
                <a:latin typeface="Rockwell"/>
                <a:cs typeface="Rockwell"/>
              </a:rPr>
              <a:t>t</a:t>
            </a:r>
            <a:r>
              <a:rPr dirty="0">
                <a:latin typeface="Rockwell"/>
                <a:cs typeface="Rockwell"/>
              </a:rPr>
              <a:t>o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</a:t>
            </a:r>
            <a:r>
              <a:rPr spc="-10" dirty="0">
                <a:latin typeface="Rockwell"/>
                <a:cs typeface="Rockwell"/>
              </a:rPr>
              <a:t>u</a:t>
            </a:r>
            <a:r>
              <a:rPr dirty="0">
                <a:latin typeface="Rockwell"/>
                <a:cs typeface="Rockwell"/>
              </a:rPr>
              <a:t>stome</a:t>
            </a:r>
            <a:r>
              <a:rPr spc="-10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,</a:t>
            </a:r>
            <a:r>
              <a:rPr spc="-14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as de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dirty="0">
                <a:latin typeface="Rockwell"/>
                <a:cs typeface="Rockwell"/>
              </a:rPr>
              <a:t>c</a:t>
            </a:r>
            <a:r>
              <a:rPr spc="3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ibed in </a:t>
            </a:r>
            <a:r>
              <a:rPr spc="-10" dirty="0">
                <a:latin typeface="Rockwell"/>
                <a:cs typeface="Rockwell"/>
              </a:rPr>
              <a:t>t</a:t>
            </a:r>
            <a:r>
              <a:rPr dirty="0">
                <a:latin typeface="Rockwell"/>
                <a:cs typeface="Rockwell"/>
              </a:rPr>
              <a:t>he Con</a:t>
            </a:r>
            <a:r>
              <a:rPr spc="10" dirty="0">
                <a:latin typeface="Rockwell"/>
                <a:cs typeface="Rockwell"/>
              </a:rPr>
              <a:t>f</a:t>
            </a:r>
            <a:r>
              <a:rPr spc="-10" dirty="0">
                <a:latin typeface="Rockwell"/>
                <a:cs typeface="Rockwell"/>
              </a:rPr>
              <a:t>ig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spc="-55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ation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Mana</a:t>
            </a:r>
            <a:r>
              <a:rPr spc="-35" dirty="0">
                <a:latin typeface="Rockwell"/>
                <a:cs typeface="Rockwell"/>
              </a:rPr>
              <a:t>g</a:t>
            </a:r>
            <a:r>
              <a:rPr spc="-5" dirty="0">
                <a:latin typeface="Rockwell"/>
                <a:cs typeface="Rockwell"/>
              </a:rPr>
              <a:t>emen</a:t>
            </a:r>
            <a:r>
              <a:rPr dirty="0">
                <a:latin typeface="Rockwell"/>
                <a:cs typeface="Rockwell"/>
              </a:rPr>
              <a:t>t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St</a:t>
            </a:r>
            <a:r>
              <a:rPr spc="-55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ate</a:t>
            </a:r>
            <a:r>
              <a:rPr spc="-60" dirty="0">
                <a:latin typeface="Rockwell"/>
                <a:cs typeface="Rockwell"/>
              </a:rPr>
              <a:t>g</a:t>
            </a:r>
            <a:r>
              <a:rPr spc="-15" dirty="0">
                <a:latin typeface="Rockwell"/>
                <a:cs typeface="Rockwell"/>
              </a:rPr>
              <a:t>y</a:t>
            </a:r>
            <a:r>
              <a:rPr spc="-4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document.</a:t>
            </a:r>
          </a:p>
          <a:p>
            <a:pPr>
              <a:spcBef>
                <a:spcPts val="34"/>
              </a:spcBef>
              <a:buFont typeface="Rockwell"/>
              <a:buChar char="•"/>
            </a:pPr>
            <a:endParaRPr sz="1850" dirty="0">
              <a:latin typeface="Times New Roman"/>
              <a:cs typeface="Times New Roman"/>
            </a:endParaRPr>
          </a:p>
          <a:p>
            <a:pPr marL="149225" indent="-136525">
              <a:buFont typeface="Rockwell"/>
              <a:buChar char="•"/>
              <a:tabLst>
                <a:tab pos="149860" algn="l"/>
              </a:tabLst>
            </a:pPr>
            <a:r>
              <a:rPr dirty="0">
                <a:latin typeface="Rockwell"/>
                <a:cs typeface="Rockwell"/>
              </a:rPr>
              <a:t>E</a:t>
            </a:r>
            <a:r>
              <a:rPr spc="-30" dirty="0">
                <a:latin typeface="Rockwell"/>
                <a:cs typeface="Rockwell"/>
              </a:rPr>
              <a:t>v</a:t>
            </a:r>
            <a:r>
              <a:rPr dirty="0">
                <a:latin typeface="Rockwell"/>
                <a:cs typeface="Rockwell"/>
              </a:rPr>
              <a:t>aluating</a:t>
            </a:r>
            <a:r>
              <a:rPr spc="-3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5"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ojec</a:t>
            </a:r>
            <a:r>
              <a:rPr spc="-10" dirty="0">
                <a:latin typeface="Rockwell"/>
                <a:cs typeface="Rockwell"/>
              </a:rPr>
              <a:t>t</a:t>
            </a:r>
            <a:r>
              <a:rPr dirty="0">
                <a:latin typeface="Rockwell"/>
                <a:cs typeface="Rockwell"/>
              </a:rPr>
              <a:t>,</a:t>
            </a:r>
            <a:r>
              <a:rPr spc="-15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i.</a:t>
            </a:r>
            <a:r>
              <a:rPr spc="-3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.,</a:t>
            </a:r>
            <a:r>
              <a:rPr spc="-15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compa</a:t>
            </a:r>
            <a:r>
              <a:rPr spc="3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ing </a:t>
            </a:r>
            <a:r>
              <a:rPr spc="-10" dirty="0">
                <a:latin typeface="Rockwell"/>
                <a:cs typeface="Rockwell"/>
              </a:rPr>
              <a:t>t</a:t>
            </a:r>
            <a:r>
              <a:rPr dirty="0">
                <a:latin typeface="Rockwell"/>
                <a:cs typeface="Rockwell"/>
              </a:rPr>
              <a:t>he p</a:t>
            </a:r>
            <a:r>
              <a:rPr spc="-6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oject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objec</a:t>
            </a:r>
            <a:r>
              <a:rPr spc="-10" dirty="0">
                <a:latin typeface="Rockwell"/>
                <a:cs typeface="Rockwell"/>
              </a:rPr>
              <a:t>t</a:t>
            </a:r>
            <a:r>
              <a:rPr spc="-35" dirty="0">
                <a:latin typeface="Rockwell"/>
                <a:cs typeface="Rockwell"/>
              </a:rPr>
              <a:t>i</a:t>
            </a:r>
            <a:r>
              <a:rPr spc="-55" dirty="0">
                <a:latin typeface="Rockwell"/>
                <a:cs typeface="Rockwell"/>
              </a:rPr>
              <a:t>v</a:t>
            </a:r>
            <a:r>
              <a:rPr dirty="0">
                <a:latin typeface="Rockwell"/>
                <a:cs typeface="Rockwell"/>
              </a:rPr>
              <a:t>es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with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5" dirty="0">
                <a:latin typeface="Rockwell"/>
                <a:cs typeface="Rockwell"/>
              </a:rPr>
              <a:t>a</a:t>
            </a:r>
            <a:r>
              <a:rPr dirty="0">
                <a:latin typeface="Rockwell"/>
                <a:cs typeface="Rockwell"/>
              </a:rPr>
              <a:t>c</a:t>
            </a:r>
            <a:r>
              <a:rPr spc="-10" dirty="0">
                <a:latin typeface="Rockwell"/>
                <a:cs typeface="Rockwell"/>
              </a:rPr>
              <a:t>tu</a:t>
            </a:r>
            <a:r>
              <a:rPr dirty="0">
                <a:latin typeface="Rockwell"/>
                <a:cs typeface="Rockwell"/>
              </a:rPr>
              <a:t>als</a:t>
            </a:r>
          </a:p>
          <a:p>
            <a:pPr marL="12700"/>
            <a:r>
              <a:rPr dirty="0">
                <a:latin typeface="Rockwell"/>
                <a:cs typeface="Rockwell"/>
              </a:rPr>
              <a:t>and</a:t>
            </a:r>
            <a:r>
              <a:rPr spc="-15" dirty="0">
                <a:latin typeface="Rockwell"/>
                <a:cs typeface="Rockwell"/>
              </a:rPr>
              <a:t> w</a:t>
            </a:r>
            <a:r>
              <a:rPr spc="25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iting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5" dirty="0">
                <a:latin typeface="Rockwell"/>
                <a:cs typeface="Rockwell"/>
              </a:rPr>
              <a:t>E</a:t>
            </a:r>
            <a:r>
              <a:rPr spc="-5" dirty="0">
                <a:latin typeface="Rockwell"/>
                <a:cs typeface="Rockwell"/>
              </a:rPr>
              <a:t>n</a:t>
            </a:r>
            <a:r>
              <a:rPr dirty="0">
                <a:latin typeface="Rockwell"/>
                <a:cs typeface="Rockwell"/>
              </a:rPr>
              <a:t>d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 </a:t>
            </a:r>
            <a:r>
              <a:rPr spc="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epo</a:t>
            </a:r>
            <a:r>
              <a:rPr spc="30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t.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3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 marR="187960">
              <a:buFont typeface="Rockwell"/>
              <a:buChar char="•"/>
              <a:tabLst>
                <a:tab pos="149860" algn="l"/>
              </a:tabLst>
            </a:pPr>
            <a:r>
              <a:rPr dirty="0">
                <a:latin typeface="Rockwell"/>
                <a:cs typeface="Rockwell"/>
              </a:rPr>
              <a:t>Reco</a:t>
            </a:r>
            <a:r>
              <a:rPr spc="5" dirty="0">
                <a:latin typeface="Rockwell"/>
                <a:cs typeface="Rockwell"/>
              </a:rPr>
              <a:t>m</a:t>
            </a:r>
            <a:r>
              <a:rPr dirty="0">
                <a:latin typeface="Rockwell"/>
                <a:cs typeface="Rockwell"/>
              </a:rPr>
              <a:t>men</a:t>
            </a:r>
            <a:r>
              <a:rPr spc="5" dirty="0">
                <a:latin typeface="Rockwell"/>
                <a:cs typeface="Rockwell"/>
              </a:rPr>
              <a:t>d</a:t>
            </a:r>
            <a:r>
              <a:rPr dirty="0">
                <a:latin typeface="Rockwell"/>
                <a:cs typeface="Rockwell"/>
              </a:rPr>
              <a:t>ing</a:t>
            </a:r>
            <a:r>
              <a:rPr spc="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p</a:t>
            </a:r>
            <a:r>
              <a:rPr spc="-6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oject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closu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40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,</a:t>
            </a:r>
            <a:r>
              <a:rPr spc="-15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i.</a:t>
            </a:r>
            <a:r>
              <a:rPr spc="-3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.,</a:t>
            </a:r>
            <a:r>
              <a:rPr spc="-14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sen</a:t>
            </a:r>
            <a:r>
              <a:rPr spc="5" dirty="0">
                <a:latin typeface="Rockwell"/>
                <a:cs typeface="Rockwell"/>
              </a:rPr>
              <a:t>d</a:t>
            </a:r>
            <a:r>
              <a:rPr dirty="0">
                <a:latin typeface="Rockwell"/>
                <a:cs typeface="Rockwell"/>
              </a:rPr>
              <a:t>ing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a noti</a:t>
            </a:r>
            <a:r>
              <a:rPr spc="10" dirty="0">
                <a:latin typeface="Rockwell"/>
                <a:cs typeface="Rockwell"/>
              </a:rPr>
              <a:t>f</a:t>
            </a:r>
            <a:r>
              <a:rPr dirty="0">
                <a:latin typeface="Rockwell"/>
                <a:cs typeface="Rockwell"/>
              </a:rPr>
              <a:t>ication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to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oject Boa</a:t>
            </a:r>
            <a:r>
              <a:rPr spc="-6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d to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close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5" dirty="0">
                <a:latin typeface="Rockwell"/>
                <a:cs typeface="Rockwell"/>
              </a:rPr>
              <a:t>p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oject.</a:t>
            </a:r>
            <a:endParaRPr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Closing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46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4330" y="763453"/>
            <a:ext cx="11397959" cy="55623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Closing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841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2162" y="788118"/>
            <a:ext cx="11210068" cy="44781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/>
            <a:r>
              <a:rPr sz="1600" b="1" spc="-15" dirty="0">
                <a:latin typeface="Rockwell"/>
                <a:cs typeface="Rockwell"/>
              </a:rPr>
              <a:t>P</a:t>
            </a:r>
            <a:r>
              <a:rPr sz="1600" b="1" spc="-5" dirty="0">
                <a:latin typeface="Rockwell"/>
                <a:cs typeface="Rockwell"/>
              </a:rPr>
              <a:t>r</a:t>
            </a:r>
            <a:r>
              <a:rPr sz="1600" b="1" spc="-50" dirty="0">
                <a:latin typeface="Rockwell"/>
                <a:cs typeface="Rockwell"/>
              </a:rPr>
              <a:t>e</a:t>
            </a:r>
            <a:r>
              <a:rPr sz="1600" b="1" spc="-10" dirty="0">
                <a:latin typeface="Rockwell"/>
                <a:cs typeface="Rockwell"/>
              </a:rPr>
              <a:t>pa</a:t>
            </a:r>
            <a:r>
              <a:rPr sz="1600" b="1" spc="-5" dirty="0">
                <a:latin typeface="Rockwell"/>
                <a:cs typeface="Rockwell"/>
              </a:rPr>
              <a:t>r</a:t>
            </a:r>
            <a:r>
              <a:rPr sz="1600" b="1" spc="-10" dirty="0">
                <a:latin typeface="Rockwell"/>
                <a:cs typeface="Rockwell"/>
              </a:rPr>
              <a:t>e</a:t>
            </a:r>
            <a:r>
              <a:rPr sz="1600" b="1" spc="-35" dirty="0">
                <a:latin typeface="Rockwell"/>
                <a:cs typeface="Rockwell"/>
              </a:rPr>
              <a:t> </a:t>
            </a:r>
            <a:r>
              <a:rPr sz="1600" b="1" spc="-10" dirty="0">
                <a:latin typeface="Rockwell"/>
                <a:cs typeface="Rockwell"/>
              </a:rPr>
              <a:t>Pl</a:t>
            </a:r>
            <a:r>
              <a:rPr sz="1600" b="1" spc="-5" dirty="0">
                <a:latin typeface="Rockwell"/>
                <a:cs typeface="Rockwell"/>
              </a:rPr>
              <a:t>a</a:t>
            </a:r>
            <a:r>
              <a:rPr sz="1600" b="1" spc="-10" dirty="0">
                <a:latin typeface="Rockwell"/>
                <a:cs typeface="Rockwell"/>
              </a:rPr>
              <a:t>nn</a:t>
            </a:r>
            <a:r>
              <a:rPr sz="1600" b="1" spc="-20" dirty="0">
                <a:latin typeface="Rockwell"/>
                <a:cs typeface="Rockwell"/>
              </a:rPr>
              <a:t>e</a:t>
            </a:r>
            <a:r>
              <a:rPr sz="1600" b="1" spc="-10" dirty="0">
                <a:latin typeface="Rockwell"/>
                <a:cs typeface="Rockwell"/>
              </a:rPr>
              <a:t>d</a:t>
            </a:r>
            <a:r>
              <a:rPr sz="1600" b="1" spc="5" dirty="0">
                <a:latin typeface="Rockwell"/>
                <a:cs typeface="Rockwell"/>
              </a:rPr>
              <a:t> </a:t>
            </a:r>
            <a:r>
              <a:rPr sz="1600" b="1" spc="-10" dirty="0">
                <a:latin typeface="Rockwell"/>
                <a:cs typeface="Rockwell"/>
              </a:rPr>
              <a:t>Closure</a:t>
            </a:r>
            <a:r>
              <a:rPr sz="1600" b="1" spc="-5" dirty="0">
                <a:latin typeface="Rockwell"/>
                <a:cs typeface="Rockwell"/>
              </a:rPr>
              <a:t> </a:t>
            </a:r>
            <a:r>
              <a:rPr sz="1600" b="1" spc="-10" dirty="0">
                <a:latin typeface="Rockwell"/>
                <a:cs typeface="Rockwell"/>
              </a:rPr>
              <a:t>–</a:t>
            </a:r>
            <a:r>
              <a:rPr sz="1600" b="1" dirty="0">
                <a:latin typeface="Rockwell"/>
                <a:cs typeface="Rockwell"/>
              </a:rPr>
              <a:t> </a:t>
            </a:r>
            <a:r>
              <a:rPr sz="1600" b="1" spc="-15" dirty="0">
                <a:latin typeface="Rockwell"/>
                <a:cs typeface="Rockwell"/>
              </a:rPr>
              <a:t>Ac</a:t>
            </a:r>
            <a:r>
              <a:rPr sz="1600" b="1" spc="-10" dirty="0">
                <a:latin typeface="Rockwell"/>
                <a:cs typeface="Rockwell"/>
              </a:rPr>
              <a:t>tiviti</a:t>
            </a:r>
            <a:r>
              <a:rPr sz="1600" b="1" spc="-20" dirty="0">
                <a:latin typeface="Rockwell"/>
                <a:cs typeface="Rockwell"/>
              </a:rPr>
              <a:t>e</a:t>
            </a:r>
            <a:r>
              <a:rPr sz="1600" b="1" spc="-10" dirty="0">
                <a:latin typeface="Rockwell"/>
                <a:cs typeface="Rockwell"/>
              </a:rPr>
              <a:t>s</a:t>
            </a:r>
            <a:endParaRPr sz="1600" dirty="0">
              <a:latin typeface="Rockwell"/>
              <a:cs typeface="Rockwell"/>
            </a:endParaRPr>
          </a:p>
          <a:p>
            <a:pPr algn="just">
              <a:spcBef>
                <a:spcPts val="22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 algn="just"/>
            <a:r>
              <a:rPr sz="1600" dirty="0">
                <a:latin typeface="Rockwell"/>
                <a:cs typeface="Rockwell"/>
              </a:rPr>
              <a:t>T</a:t>
            </a:r>
            <a:r>
              <a:rPr sz="1600" spc="-15" dirty="0">
                <a:latin typeface="Rockwell"/>
                <a:cs typeface="Rockwell"/>
              </a:rPr>
              <a:t>h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Mana</a:t>
            </a:r>
            <a:r>
              <a:rPr sz="1600" spc="-45" dirty="0">
                <a:latin typeface="Rockwell"/>
                <a:cs typeface="Rockwell"/>
              </a:rPr>
              <a:t>g</a:t>
            </a:r>
            <a:r>
              <a:rPr sz="1600" spc="-15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do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s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the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25" dirty="0">
                <a:latin typeface="Rockwell"/>
                <a:cs typeface="Rockwell"/>
              </a:rPr>
              <a:t>f</a:t>
            </a:r>
            <a:r>
              <a:rPr sz="1600" spc="-15" dirty="0">
                <a:latin typeface="Rockwell"/>
                <a:cs typeface="Rockwell"/>
              </a:rPr>
              <a:t>oll</a:t>
            </a:r>
            <a:r>
              <a:rPr sz="1600" spc="-85" dirty="0">
                <a:latin typeface="Rockwell"/>
                <a:cs typeface="Rockwell"/>
              </a:rPr>
              <a:t>o</a:t>
            </a:r>
            <a:r>
              <a:rPr sz="1600" spc="-10" dirty="0">
                <a:latin typeface="Rockwell"/>
                <a:cs typeface="Rockwell"/>
              </a:rPr>
              <a:t>wing</a:t>
            </a:r>
            <a:r>
              <a:rPr sz="1600" spc="-3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:</a:t>
            </a:r>
            <a:endParaRPr sz="1600" dirty="0">
              <a:latin typeface="Rockwell"/>
              <a:cs typeface="Rockwell"/>
            </a:endParaRPr>
          </a:p>
          <a:p>
            <a:pPr algn="just">
              <a:spcBef>
                <a:spcPts val="25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 algn="just">
              <a:buFont typeface="Rockwell"/>
              <a:buChar char="•"/>
              <a:tabLst>
                <a:tab pos="133350" algn="l"/>
              </a:tabLst>
            </a:pP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Plan:</a:t>
            </a:r>
            <a:r>
              <a:rPr sz="1600" spc="-13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Up</a:t>
            </a:r>
            <a:r>
              <a:rPr sz="1600" spc="-10" dirty="0">
                <a:latin typeface="Rockwell"/>
                <a:cs typeface="Rockwell"/>
              </a:rPr>
              <a:t>date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Plan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to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sh</a:t>
            </a:r>
            <a:r>
              <a:rPr sz="1600" spc="-90" dirty="0">
                <a:latin typeface="Rockwell"/>
                <a:cs typeface="Rockwell"/>
              </a:rPr>
              <a:t>o</a:t>
            </a:r>
            <a:r>
              <a:rPr sz="1600" spc="-15" dirty="0">
                <a:latin typeface="Rockwell"/>
                <a:cs typeface="Rockwell"/>
              </a:rPr>
              <a:t>w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spc="-50" dirty="0">
                <a:latin typeface="Rockwell"/>
                <a:cs typeface="Rockwell"/>
              </a:rPr>
              <a:t>w</a:t>
            </a:r>
            <a:r>
              <a:rPr sz="1600" spc="-10" dirty="0">
                <a:latin typeface="Rockwell"/>
                <a:cs typeface="Rockwell"/>
              </a:rPr>
              <a:t>hat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ts</a:t>
            </a:r>
            <a:r>
              <a:rPr sz="1600" spc="2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h</a:t>
            </a:r>
            <a:r>
              <a:rPr sz="1600" spc="-45" dirty="0">
                <a:latin typeface="Rockwell"/>
                <a:cs typeface="Rockwell"/>
              </a:rPr>
              <a:t>a</a:t>
            </a:r>
            <a:r>
              <a:rPr sz="1600" spc="-50" dirty="0">
                <a:latin typeface="Rockwell"/>
                <a:cs typeface="Rockwell"/>
              </a:rPr>
              <a:t>v</a:t>
            </a:r>
            <a:r>
              <a:rPr sz="1600" spc="-10" dirty="0">
                <a:latin typeface="Rockwell"/>
                <a:cs typeface="Rockwell"/>
              </a:rPr>
              <a:t>e been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del</a:t>
            </a:r>
            <a:r>
              <a:rPr sz="1600" spc="-45" dirty="0">
                <a:latin typeface="Rockwell"/>
                <a:cs typeface="Rockwell"/>
              </a:rPr>
              <a:t>i</a:t>
            </a:r>
            <a:r>
              <a:rPr sz="1600" spc="-50" dirty="0">
                <a:latin typeface="Rockwell"/>
                <a:cs typeface="Rockwell"/>
              </a:rPr>
              <a:t>v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spc="-10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ed.</a:t>
            </a:r>
            <a:endParaRPr sz="1600" dirty="0">
              <a:latin typeface="Rockwell"/>
              <a:cs typeface="Rockwell"/>
            </a:endParaRPr>
          </a:p>
          <a:p>
            <a:pPr algn="just">
              <a:spcBef>
                <a:spcPts val="22"/>
              </a:spcBef>
              <a:buFont typeface="Rockwell"/>
              <a:buChar char="•"/>
            </a:pPr>
            <a:endParaRPr sz="1650" dirty="0">
              <a:latin typeface="Times New Roman"/>
              <a:cs typeface="Times New Roman"/>
            </a:endParaRPr>
          </a:p>
          <a:p>
            <a:pPr marL="12700" marR="109220" algn="just">
              <a:buFont typeface="Rockwell"/>
              <a:buChar char="•"/>
              <a:tabLst>
                <a:tab pos="133350" algn="l"/>
              </a:tabLst>
            </a:pP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Status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Ac</a:t>
            </a:r>
            <a:r>
              <a:rPr sz="1600" spc="-15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ount</a:t>
            </a:r>
            <a:r>
              <a:rPr sz="1600" spc="-5" dirty="0">
                <a:latin typeface="Rockwell"/>
                <a:cs typeface="Rockwell"/>
              </a:rPr>
              <a:t>:</a:t>
            </a:r>
            <a:r>
              <a:rPr sz="1600" spc="-114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R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quest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f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om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Supp</a:t>
            </a:r>
            <a:r>
              <a:rPr sz="1600" spc="-1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do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ument</a:t>
            </a:r>
            <a:r>
              <a:rPr sz="1600" spc="2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called</a:t>
            </a:r>
            <a:r>
              <a:rPr sz="1600" spc="-14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“</a:t>
            </a:r>
            <a:r>
              <a:rPr sz="1600" spc="-2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2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Status Ac</a:t>
            </a:r>
            <a:r>
              <a:rPr sz="1600" spc="-15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ount</a:t>
            </a:r>
            <a:r>
              <a:rPr sz="1600" spc="-195" dirty="0">
                <a:latin typeface="Rockwell"/>
                <a:cs typeface="Rockwell"/>
              </a:rPr>
              <a:t>.</a:t>
            </a:r>
            <a:r>
              <a:rPr sz="1600" spc="-10" dirty="0">
                <a:latin typeface="Rockwell"/>
                <a:cs typeface="Rockwell"/>
              </a:rPr>
              <a:t>”</a:t>
            </a:r>
            <a:r>
              <a:rPr sz="1600" spc="-17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10" dirty="0">
                <a:latin typeface="Rockwell"/>
                <a:cs typeface="Rockwell"/>
              </a:rPr>
              <a:t>his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is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sho</a:t>
            </a:r>
            <a:r>
              <a:rPr sz="160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ep</a:t>
            </a:r>
            <a:r>
              <a:rPr sz="1600" spc="-20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on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status</a:t>
            </a:r>
            <a:r>
              <a:rPr sz="1600" spc="2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of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all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ts,</a:t>
            </a:r>
            <a:r>
              <a:rPr sz="1600" spc="-1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such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as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Identi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10" dirty="0">
                <a:latin typeface="Rockwell"/>
                <a:cs typeface="Rockwell"/>
              </a:rPr>
              <a:t>ie</a:t>
            </a:r>
            <a:r>
              <a:rPr sz="1600" spc="-114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, </a:t>
            </a:r>
            <a:r>
              <a:rPr sz="1600" spc="-10" dirty="0">
                <a:latin typeface="Rockwell"/>
                <a:cs typeface="Rockwell"/>
              </a:rPr>
              <a:t>St</a:t>
            </a:r>
            <a:r>
              <a:rPr sz="1600" spc="-5" dirty="0">
                <a:latin typeface="Rockwell"/>
                <a:cs typeface="Rockwell"/>
              </a:rPr>
              <a:t>a</a:t>
            </a:r>
            <a:r>
              <a:rPr sz="1600" spc="-10" dirty="0">
                <a:latin typeface="Rockwell"/>
                <a:cs typeface="Rockwell"/>
              </a:rPr>
              <a:t>tus:</a:t>
            </a:r>
            <a:r>
              <a:rPr sz="1600" spc="-12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Accepte</a:t>
            </a:r>
            <a:r>
              <a:rPr sz="1600" spc="-10" dirty="0">
                <a:latin typeface="Rockwell"/>
                <a:cs typeface="Rockwell"/>
              </a:rPr>
              <a:t>d</a:t>
            </a:r>
            <a:r>
              <a:rPr sz="1600" spc="2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and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so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o</a:t>
            </a:r>
            <a:r>
              <a:rPr sz="1600" spc="-20" dirty="0">
                <a:latin typeface="Rockwell"/>
                <a:cs typeface="Rockwell"/>
              </a:rPr>
              <a:t>n</a:t>
            </a:r>
            <a:r>
              <a:rPr sz="1600" spc="-5" dirty="0">
                <a:latin typeface="Rockwell"/>
                <a:cs typeface="Rockwell"/>
              </a:rPr>
              <a:t>.</a:t>
            </a:r>
            <a:endParaRPr sz="1600" dirty="0">
              <a:latin typeface="Rockwell"/>
              <a:cs typeface="Rockwell"/>
            </a:endParaRPr>
          </a:p>
          <a:p>
            <a:pPr algn="just">
              <a:spcBef>
                <a:spcPts val="24"/>
              </a:spcBef>
              <a:buFont typeface="Rockwell"/>
              <a:buChar char="•"/>
            </a:pPr>
            <a:endParaRPr sz="1650" dirty="0">
              <a:latin typeface="Times New Roman"/>
              <a:cs typeface="Times New Roman"/>
            </a:endParaRPr>
          </a:p>
          <a:p>
            <a:pPr marL="12700" marR="201930" algn="just">
              <a:buFont typeface="Rockwell"/>
              <a:buChar char="•"/>
              <a:tabLst>
                <a:tab pos="133350" algn="l"/>
              </a:tabLst>
            </a:pPr>
            <a:r>
              <a:rPr sz="1600" spc="-15" dirty="0">
                <a:latin typeface="Rockwell"/>
                <a:cs typeface="Rockwell"/>
              </a:rPr>
              <a:t>M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et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Ac</a:t>
            </a:r>
            <a:r>
              <a:rPr sz="1600" spc="-15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ep</a:t>
            </a:r>
            <a:r>
              <a:rPr sz="1600" spc="-15" dirty="0">
                <a:latin typeface="Rockwell"/>
                <a:cs typeface="Rockwell"/>
              </a:rPr>
              <a:t>t</a:t>
            </a:r>
            <a:r>
              <a:rPr sz="1600" spc="-10" dirty="0">
                <a:latin typeface="Rockwell"/>
                <a:cs typeface="Rockwell"/>
              </a:rPr>
              <a:t>ance</a:t>
            </a:r>
            <a:r>
              <a:rPr sz="1600" spc="2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C</a:t>
            </a:r>
            <a:r>
              <a:rPr sz="1600" spc="1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ite</a:t>
            </a:r>
            <a:r>
              <a:rPr sz="1600" spc="1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ia:</a:t>
            </a:r>
            <a:r>
              <a:rPr sz="1600" spc="-13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C</a:t>
            </a:r>
            <a:r>
              <a:rPr sz="1600" spc="-20" dirty="0">
                <a:latin typeface="Rockwell"/>
                <a:cs typeface="Rockwell"/>
              </a:rPr>
              <a:t>o</a:t>
            </a:r>
            <a:r>
              <a:rPr sz="1600" spc="-10" dirty="0">
                <a:latin typeface="Rockwell"/>
                <a:cs typeface="Rockwell"/>
              </a:rPr>
              <a:t>n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10" dirty="0">
                <a:latin typeface="Rockwell"/>
                <a:cs typeface="Rockwell"/>
              </a:rPr>
              <a:t>irm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that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has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del</a:t>
            </a:r>
            <a:r>
              <a:rPr sz="1600" spc="-45" dirty="0">
                <a:latin typeface="Rockwell"/>
                <a:cs typeface="Rockwell"/>
              </a:rPr>
              <a:t>i</a:t>
            </a:r>
            <a:r>
              <a:rPr sz="1600" spc="-50" dirty="0">
                <a:latin typeface="Rockwell"/>
                <a:cs typeface="Rockwell"/>
              </a:rPr>
              <a:t>v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spc="-10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ed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50" dirty="0">
                <a:latin typeface="Rockwell"/>
                <a:cs typeface="Rockwell"/>
              </a:rPr>
              <a:t>w</a:t>
            </a:r>
            <a:r>
              <a:rPr sz="1600" spc="-10" dirty="0">
                <a:latin typeface="Rockwell"/>
                <a:cs typeface="Rockwell"/>
              </a:rPr>
              <a:t>hat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is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de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10" dirty="0">
                <a:latin typeface="Rockwell"/>
                <a:cs typeface="Rockwell"/>
              </a:rPr>
              <a:t>ined in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the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Desc</a:t>
            </a:r>
            <a:r>
              <a:rPr sz="1600" spc="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iption,</a:t>
            </a:r>
            <a:r>
              <a:rPr sz="1600" spc="-12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and</a:t>
            </a:r>
            <a:r>
              <a:rPr sz="1600" spc="-5" dirty="0">
                <a:latin typeface="Rockwell"/>
                <a:cs typeface="Rockwell"/>
              </a:rPr>
              <a:t> t</a:t>
            </a:r>
            <a:r>
              <a:rPr sz="1600" spc="-20" dirty="0">
                <a:latin typeface="Rockwell"/>
                <a:cs typeface="Rockwell"/>
              </a:rPr>
              <a:t>h</a:t>
            </a:r>
            <a:r>
              <a:rPr sz="1600" spc="-10" dirty="0">
                <a:latin typeface="Rockwell"/>
                <a:cs typeface="Rockwell"/>
              </a:rPr>
              <a:t>at</a:t>
            </a:r>
            <a:r>
              <a:rPr sz="1600" spc="2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the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acc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ptan</a:t>
            </a:r>
            <a:r>
              <a:rPr sz="1600" spc="-15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spc="2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c</a:t>
            </a:r>
            <a:r>
              <a:rPr sz="1600" spc="1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ite</a:t>
            </a:r>
            <a:r>
              <a:rPr sz="1600" spc="1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ia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de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10" dirty="0">
                <a:latin typeface="Rockwell"/>
                <a:cs typeface="Rockwell"/>
              </a:rPr>
              <a:t>ined in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th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-10" dirty="0">
                <a:latin typeface="Rockwell"/>
                <a:cs typeface="Rockwell"/>
              </a:rPr>
              <a:t> Desc</a:t>
            </a:r>
            <a:r>
              <a:rPr sz="1600" spc="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iption </a:t>
            </a:r>
            <a:r>
              <a:rPr sz="1600" spc="-15" dirty="0">
                <a:latin typeface="Rockwell"/>
                <a:cs typeface="Rockwell"/>
              </a:rPr>
              <a:t>ha</a:t>
            </a:r>
            <a:r>
              <a:rPr sz="1600" spc="-10" dirty="0">
                <a:latin typeface="Rockwell"/>
                <a:cs typeface="Rockwell"/>
              </a:rPr>
              <a:t>s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been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met</a:t>
            </a:r>
            <a:r>
              <a:rPr sz="1600" spc="-5" dirty="0">
                <a:latin typeface="Rockwell"/>
                <a:cs typeface="Rockwell"/>
              </a:rPr>
              <a:t>.</a:t>
            </a:r>
            <a:r>
              <a:rPr sz="1600" spc="-18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15" dirty="0">
                <a:latin typeface="Rockwell"/>
                <a:cs typeface="Rockwell"/>
              </a:rPr>
              <a:t>h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B</a:t>
            </a:r>
            <a:r>
              <a:rPr sz="1600" spc="-15" dirty="0">
                <a:latin typeface="Rockwell"/>
                <a:cs typeface="Rockwell"/>
              </a:rPr>
              <a:t>oa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d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will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also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15" dirty="0">
                <a:latin typeface="Rockwell"/>
                <a:cs typeface="Rockwell"/>
              </a:rPr>
              <a:t>h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ck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that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all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ts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h</a:t>
            </a:r>
            <a:r>
              <a:rPr sz="1600" spc="-45" dirty="0">
                <a:latin typeface="Rockwell"/>
                <a:cs typeface="Rockwell"/>
              </a:rPr>
              <a:t>a</a:t>
            </a:r>
            <a:r>
              <a:rPr sz="1600" spc="-50" dirty="0">
                <a:latin typeface="Rockwell"/>
                <a:cs typeface="Rockwell"/>
              </a:rPr>
              <a:t>v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been acc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pt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d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and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signed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25" dirty="0">
                <a:latin typeface="Rockwell"/>
                <a:cs typeface="Rockwell"/>
              </a:rPr>
              <a:t>f</a:t>
            </a:r>
            <a:r>
              <a:rPr sz="1600" spc="-15" dirty="0">
                <a:latin typeface="Rockwell"/>
                <a:cs typeface="Rockwell"/>
              </a:rPr>
              <a:t>o</a:t>
            </a:r>
            <a:r>
              <a:rPr sz="1600" spc="-10" dirty="0">
                <a:latin typeface="Rockwell"/>
                <a:cs typeface="Rockwell"/>
              </a:rPr>
              <a:t>r and the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acc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ptan</a:t>
            </a:r>
            <a:r>
              <a:rPr sz="1600" spc="-15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spc="4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c</a:t>
            </a:r>
            <a:r>
              <a:rPr sz="1600" spc="1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ite</a:t>
            </a:r>
            <a:r>
              <a:rPr sz="1600" spc="1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ia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20" dirty="0">
                <a:latin typeface="Rockwell"/>
                <a:cs typeface="Rockwell"/>
              </a:rPr>
              <a:t>h</a:t>
            </a:r>
            <a:r>
              <a:rPr sz="1600" spc="-45" dirty="0">
                <a:latin typeface="Rockwell"/>
                <a:cs typeface="Rockwell"/>
              </a:rPr>
              <a:t>a</a:t>
            </a:r>
            <a:r>
              <a:rPr sz="1600" spc="-50" dirty="0">
                <a:latin typeface="Rockwell"/>
                <a:cs typeface="Rockwell"/>
              </a:rPr>
              <a:t>v</a:t>
            </a:r>
            <a:r>
              <a:rPr sz="1600" spc="-10" dirty="0">
                <a:latin typeface="Rockwell"/>
                <a:cs typeface="Rockwell"/>
              </a:rPr>
              <a:t>e been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met</a:t>
            </a:r>
            <a:r>
              <a:rPr sz="1600" spc="-5" dirty="0">
                <a:latin typeface="Rockwell"/>
                <a:cs typeface="Rockwell"/>
              </a:rPr>
              <a:t>;</a:t>
            </a:r>
            <a:r>
              <a:rPr sz="1600" spc="-114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and</a:t>
            </a:r>
            <a:endParaRPr sz="1600" dirty="0">
              <a:latin typeface="Rockwell"/>
              <a:cs typeface="Rockwell"/>
            </a:endParaRPr>
          </a:p>
          <a:p>
            <a:pPr algn="just">
              <a:spcBef>
                <a:spcPts val="22"/>
              </a:spcBef>
              <a:buFont typeface="Rockwell"/>
              <a:buChar char="•"/>
            </a:pPr>
            <a:endParaRPr sz="1650" dirty="0">
              <a:latin typeface="Times New Roman"/>
              <a:cs typeface="Times New Roman"/>
            </a:endParaRPr>
          </a:p>
          <a:p>
            <a:pPr marL="132715" indent="-120014" algn="just">
              <a:buFont typeface="Rockwell"/>
              <a:buChar char="•"/>
              <a:tabLst>
                <a:tab pos="133350" algn="l"/>
              </a:tabLst>
            </a:pPr>
            <a:r>
              <a:rPr sz="1600" spc="-10" dirty="0">
                <a:latin typeface="Rockwell"/>
                <a:cs typeface="Rockwell"/>
              </a:rPr>
              <a:t>Last</a:t>
            </a:r>
            <a:r>
              <a:rPr sz="1600" spc="-40" dirty="0">
                <a:latin typeface="Rockwell"/>
                <a:cs typeface="Rockwell"/>
              </a:rPr>
              <a:t>l</a:t>
            </a:r>
            <a:r>
              <a:rPr sz="1600" spc="-165" dirty="0">
                <a:latin typeface="Rockwell"/>
                <a:cs typeface="Rockwell"/>
              </a:rPr>
              <a:t>y</a:t>
            </a:r>
            <a:r>
              <a:rPr sz="1600" spc="-5" dirty="0">
                <a:latin typeface="Rockwell"/>
                <a:cs typeface="Rockwell"/>
              </a:rPr>
              <a:t>,</a:t>
            </a:r>
            <a:r>
              <a:rPr sz="1600" spc="-114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seek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app</a:t>
            </a:r>
            <a:r>
              <a:rPr sz="1600" spc="-75" dirty="0">
                <a:latin typeface="Rockwell"/>
                <a:cs typeface="Rockwell"/>
              </a:rPr>
              <a:t>ro</a:t>
            </a:r>
            <a:r>
              <a:rPr sz="1600" spc="-40" dirty="0">
                <a:latin typeface="Rockwell"/>
                <a:cs typeface="Rockwell"/>
              </a:rPr>
              <a:t>v</a:t>
            </a:r>
            <a:r>
              <a:rPr sz="1600" spc="-10" dirty="0">
                <a:latin typeface="Rockwell"/>
                <a:cs typeface="Rockwell"/>
              </a:rPr>
              <a:t>al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that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esou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c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s</a:t>
            </a:r>
            <a:r>
              <a:rPr sz="1600" spc="3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can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be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10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eleased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(</a:t>
            </a:r>
            <a:r>
              <a:rPr sz="1600" spc="-50" dirty="0">
                <a:latin typeface="Rockwell"/>
                <a:cs typeface="Rockwell"/>
              </a:rPr>
              <a:t>e</a:t>
            </a:r>
            <a:r>
              <a:rPr sz="1600" spc="-5" dirty="0">
                <a:latin typeface="Rockwell"/>
                <a:cs typeface="Rockwell"/>
              </a:rPr>
              <a:t>.</a:t>
            </a:r>
            <a:r>
              <a:rPr sz="1600" spc="-70" dirty="0">
                <a:latin typeface="Rockwell"/>
                <a:cs typeface="Rockwell"/>
              </a:rPr>
              <a:t>g</a:t>
            </a:r>
            <a:r>
              <a:rPr sz="1600" spc="-5" dirty="0">
                <a:latin typeface="Rockwell"/>
                <a:cs typeface="Rockwell"/>
              </a:rPr>
              <a:t>.,</a:t>
            </a:r>
            <a:r>
              <a:rPr sz="1600" spc="-130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quipme</a:t>
            </a:r>
            <a:r>
              <a:rPr sz="1600" spc="-20" dirty="0">
                <a:latin typeface="Rockwell"/>
                <a:cs typeface="Rockwell"/>
              </a:rPr>
              <a:t>n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used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25" dirty="0">
                <a:latin typeface="Rockwell"/>
                <a:cs typeface="Rockwell"/>
              </a:rPr>
              <a:t>f</a:t>
            </a:r>
            <a:r>
              <a:rPr sz="1600" spc="-10" dirty="0">
                <a:latin typeface="Rockwell"/>
                <a:cs typeface="Rockwell"/>
              </a:rPr>
              <a:t>or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the</a:t>
            </a:r>
            <a:endParaRPr sz="1600" dirty="0">
              <a:latin typeface="Rockwell"/>
              <a:cs typeface="Rockwell"/>
            </a:endParaRPr>
          </a:p>
          <a:p>
            <a:pPr marL="12700" algn="just"/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5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oj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c</a:t>
            </a:r>
            <a:r>
              <a:rPr sz="1600" spc="-15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,</a:t>
            </a:r>
            <a:r>
              <a:rPr sz="1600" spc="-135" dirty="0">
                <a:latin typeface="Rockwell"/>
                <a:cs typeface="Rockwell"/>
              </a:rPr>
              <a:t> 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15" dirty="0">
                <a:latin typeface="Rockwell"/>
                <a:cs typeface="Rockwell"/>
              </a:rPr>
              <a:t>o</a:t>
            </a:r>
            <a:r>
              <a:rPr sz="1600" spc="-20" dirty="0">
                <a:latin typeface="Rockwell"/>
                <a:cs typeface="Rockwell"/>
              </a:rPr>
              <a:t>n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-5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act</a:t>
            </a:r>
            <a:r>
              <a:rPr sz="1600" spc="-20" dirty="0">
                <a:latin typeface="Rockwell"/>
                <a:cs typeface="Rockwell"/>
              </a:rPr>
              <a:t>or</a:t>
            </a:r>
            <a:r>
              <a:rPr sz="1600" spc="-10" dirty="0">
                <a:latin typeface="Rockwell"/>
                <a:cs typeface="Rockwell"/>
              </a:rPr>
              <a:t>s</a:t>
            </a:r>
            <a:r>
              <a:rPr sz="1600" spc="4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and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</a:t>
            </a:r>
            <a:r>
              <a:rPr sz="1600" spc="-20" dirty="0">
                <a:latin typeface="Rockwell"/>
                <a:cs typeface="Rockwell"/>
              </a:rPr>
              <a:t>oms</a:t>
            </a:r>
            <a:r>
              <a:rPr sz="1600" spc="-10" dirty="0">
                <a:latin typeface="Rockwell"/>
                <a:cs typeface="Rockwell"/>
              </a:rPr>
              <a:t>)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so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that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-20" dirty="0">
                <a:latin typeface="Rockwell"/>
                <a:cs typeface="Rockwell"/>
              </a:rPr>
              <a:t>h</a:t>
            </a:r>
            <a:r>
              <a:rPr sz="1600" spc="-15" dirty="0">
                <a:latin typeface="Rockwell"/>
                <a:cs typeface="Rockwell"/>
              </a:rPr>
              <a:t>es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do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n</a:t>
            </a:r>
            <a:r>
              <a:rPr sz="1600" spc="-20" dirty="0">
                <a:latin typeface="Rockwell"/>
                <a:cs typeface="Rockwell"/>
              </a:rPr>
              <a:t>o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c</a:t>
            </a:r>
            <a:r>
              <a:rPr sz="1600" spc="-20" dirty="0">
                <a:latin typeface="Rockwell"/>
                <a:cs typeface="Rockwell"/>
              </a:rPr>
              <a:t>o</a:t>
            </a:r>
            <a:r>
              <a:rPr sz="1600" spc="-15" dirty="0">
                <a:latin typeface="Rockwell"/>
                <a:cs typeface="Rockwell"/>
              </a:rPr>
              <a:t>nt</a:t>
            </a:r>
            <a:r>
              <a:rPr sz="1600" spc="-5" dirty="0">
                <a:latin typeface="Rockwell"/>
                <a:cs typeface="Rockwell"/>
              </a:rPr>
              <a:t>i</a:t>
            </a:r>
            <a:r>
              <a:rPr sz="1600" spc="-25" dirty="0">
                <a:latin typeface="Rockwell"/>
                <a:cs typeface="Rockwell"/>
              </a:rPr>
              <a:t>n</a:t>
            </a:r>
            <a:r>
              <a:rPr sz="1600" spc="-10" dirty="0">
                <a:latin typeface="Rockwell"/>
                <a:cs typeface="Rockwell"/>
              </a:rPr>
              <a:t>ue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to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be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cha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0" dirty="0">
                <a:latin typeface="Rockwell"/>
                <a:cs typeface="Rockwell"/>
              </a:rPr>
              <a:t>g</a:t>
            </a:r>
            <a:r>
              <a:rPr sz="1600" spc="-15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d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to</a:t>
            </a:r>
            <a:r>
              <a:rPr sz="1600" spc="-5" dirty="0">
                <a:latin typeface="Rockwell"/>
                <a:cs typeface="Rockwell"/>
              </a:rPr>
              <a:t> t</a:t>
            </a:r>
            <a:r>
              <a:rPr sz="1600" spc="-20" dirty="0">
                <a:latin typeface="Rockwell"/>
                <a:cs typeface="Rockwell"/>
              </a:rPr>
              <a:t>h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oj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c</a:t>
            </a:r>
            <a:r>
              <a:rPr sz="1600" spc="-15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.</a:t>
            </a:r>
            <a:endParaRPr sz="1600" dirty="0">
              <a:latin typeface="Rockwell"/>
              <a:cs typeface="Rockwell"/>
            </a:endParaRPr>
          </a:p>
          <a:p>
            <a:pPr algn="just">
              <a:spcBef>
                <a:spcPts val="22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 marR="683895" algn="just"/>
            <a:r>
              <a:rPr sz="1600" spc="-10" dirty="0">
                <a:latin typeface="Rockwell"/>
                <a:cs typeface="Rockwell"/>
              </a:rPr>
              <a:t>Once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se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ste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10" dirty="0">
                <a:latin typeface="Rockwell"/>
                <a:cs typeface="Rockwell"/>
              </a:rPr>
              <a:t>s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</a:t>
            </a:r>
            <a:r>
              <a:rPr sz="1600" spc="-9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do</a:t>
            </a:r>
            <a:r>
              <a:rPr sz="1600" spc="-20" dirty="0">
                <a:latin typeface="Rockwell"/>
                <a:cs typeface="Rockwell"/>
              </a:rPr>
              <a:t>n</a:t>
            </a:r>
            <a:r>
              <a:rPr sz="1600" spc="-50" dirty="0">
                <a:latin typeface="Rockwell"/>
                <a:cs typeface="Rockwell"/>
              </a:rPr>
              <a:t>e</a:t>
            </a:r>
            <a:r>
              <a:rPr sz="1600" spc="-5" dirty="0">
                <a:latin typeface="Rockwell"/>
                <a:cs typeface="Rockwell"/>
              </a:rPr>
              <a:t>,</a:t>
            </a:r>
            <a:r>
              <a:rPr sz="1600" spc="-12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the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Mana</a:t>
            </a:r>
            <a:r>
              <a:rPr sz="1600" spc="-45" dirty="0">
                <a:latin typeface="Rockwell"/>
                <a:cs typeface="Rockwell"/>
              </a:rPr>
              <a:t>g</a:t>
            </a:r>
            <a:r>
              <a:rPr sz="1600" spc="-15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r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is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ea</a:t>
            </a:r>
            <a:r>
              <a:rPr sz="1600" spc="-45" dirty="0">
                <a:latin typeface="Rockwell"/>
                <a:cs typeface="Rockwell"/>
              </a:rPr>
              <a:t>d</a:t>
            </a:r>
            <a:r>
              <a:rPr sz="1600" spc="-10" dirty="0">
                <a:latin typeface="Rockwell"/>
                <a:cs typeface="Rockwell"/>
              </a:rPr>
              <a:t>y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to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h</a:t>
            </a:r>
            <a:r>
              <a:rPr sz="1600" spc="-5" dirty="0">
                <a:latin typeface="Rockwell"/>
                <a:cs typeface="Rockwell"/>
              </a:rPr>
              <a:t>a</a:t>
            </a:r>
            <a:r>
              <a:rPr sz="1600" spc="-15" dirty="0">
                <a:latin typeface="Rockwell"/>
                <a:cs typeface="Rockwell"/>
              </a:rPr>
              <a:t>n</a:t>
            </a:r>
            <a:r>
              <a:rPr sz="1600" spc="-10" dirty="0">
                <a:latin typeface="Rockwell"/>
                <a:cs typeface="Rockwell"/>
              </a:rPr>
              <a:t>d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75" dirty="0">
                <a:latin typeface="Rockwell"/>
                <a:cs typeface="Rockwell"/>
              </a:rPr>
              <a:t>o</a:t>
            </a:r>
            <a:r>
              <a:rPr sz="1600" spc="-50" dirty="0">
                <a:latin typeface="Rockwell"/>
                <a:cs typeface="Rockwell"/>
              </a:rPr>
              <a:t>v</a:t>
            </a:r>
            <a:r>
              <a:rPr sz="1600" spc="-15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r </a:t>
            </a:r>
            <a:r>
              <a:rPr sz="1600" spc="-15" dirty="0">
                <a:latin typeface="Rockwell"/>
                <a:cs typeface="Rockwell"/>
              </a:rPr>
              <a:t>th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ts, c</a:t>
            </a:r>
            <a:r>
              <a:rPr sz="1600" spc="-20" dirty="0">
                <a:latin typeface="Rockwell"/>
                <a:cs typeface="Rockwell"/>
              </a:rPr>
              <a:t>o</a:t>
            </a:r>
            <a:r>
              <a:rPr sz="1600" spc="-15" dirty="0">
                <a:latin typeface="Rockwell"/>
                <a:cs typeface="Rockwell"/>
              </a:rPr>
              <a:t>mplet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the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End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R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po</a:t>
            </a:r>
            <a:r>
              <a:rPr sz="160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and</a:t>
            </a:r>
            <a:r>
              <a:rPr sz="1600" spc="-5" dirty="0">
                <a:latin typeface="Rockwell"/>
                <a:cs typeface="Rockwell"/>
              </a:rPr>
              <a:t> t</a:t>
            </a:r>
            <a:r>
              <a:rPr sz="1600" spc="-20" dirty="0">
                <a:latin typeface="Rockwell"/>
                <a:cs typeface="Rockwell"/>
              </a:rPr>
              <a:t>h</a:t>
            </a:r>
            <a:r>
              <a:rPr sz="1600" spc="-15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n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e</a:t>
            </a:r>
            <a:r>
              <a:rPr sz="1600" spc="-20" dirty="0">
                <a:latin typeface="Rockwell"/>
                <a:cs typeface="Rockwell"/>
              </a:rPr>
              <a:t>comme</a:t>
            </a:r>
            <a:r>
              <a:rPr sz="1600" spc="-15" dirty="0">
                <a:latin typeface="Rockwell"/>
                <a:cs typeface="Rockwell"/>
              </a:rPr>
              <a:t>n</a:t>
            </a:r>
            <a:r>
              <a:rPr sz="1600" spc="-10" dirty="0">
                <a:latin typeface="Rockwell"/>
                <a:cs typeface="Rockwell"/>
              </a:rPr>
              <a:t>d</a:t>
            </a:r>
            <a:r>
              <a:rPr sz="1600" spc="3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closu</a:t>
            </a:r>
            <a:r>
              <a:rPr sz="1600" spc="-105" dirty="0">
                <a:latin typeface="Rockwell"/>
                <a:cs typeface="Rockwell"/>
              </a:rPr>
              <a:t>r</a:t>
            </a:r>
            <a:r>
              <a:rPr sz="1600" spc="-50" dirty="0">
                <a:latin typeface="Rockwell"/>
                <a:cs typeface="Rockwell"/>
              </a:rPr>
              <a:t>e</a:t>
            </a:r>
            <a:r>
              <a:rPr sz="1600" spc="-5" dirty="0">
                <a:latin typeface="Rockwell"/>
                <a:cs typeface="Rockwell"/>
              </a:rPr>
              <a:t>.</a:t>
            </a:r>
            <a:endParaRPr sz="1600"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Closing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499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4994" y="779836"/>
            <a:ext cx="10892462" cy="53388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Closing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10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52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7020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62200" y="689352"/>
            <a:ext cx="10515600" cy="67710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Closing a</a:t>
            </a:r>
            <a:r>
              <a:rPr spc="5" dirty="0"/>
              <a:t> </a:t>
            </a:r>
            <a:r>
              <a:rPr spc="-20" dirty="0"/>
              <a:t>P</a:t>
            </a:r>
            <a:r>
              <a:rPr spc="-25" dirty="0"/>
              <a:t>r</a:t>
            </a:r>
            <a:r>
              <a:rPr spc="-20" dirty="0"/>
              <a:t>oject</a:t>
            </a:r>
          </a:p>
        </p:txBody>
      </p:sp>
      <p:sp>
        <p:nvSpPr>
          <p:cNvPr id="5" name="object 5"/>
          <p:cNvSpPr/>
          <p:nvPr/>
        </p:nvSpPr>
        <p:spPr>
          <a:xfrm>
            <a:off x="1847850" y="765111"/>
            <a:ext cx="8820150" cy="5478780"/>
          </a:xfrm>
          <a:custGeom>
            <a:avLst/>
            <a:gdLst/>
            <a:ahLst/>
            <a:cxnLst/>
            <a:rect l="l" t="t" r="r" b="b"/>
            <a:pathLst>
              <a:path w="8820150" h="5478780">
                <a:moveTo>
                  <a:pt x="0" y="5478526"/>
                </a:moveTo>
                <a:lnTo>
                  <a:pt x="8820150" y="5478526"/>
                </a:lnTo>
                <a:lnTo>
                  <a:pt x="8820150" y="0"/>
                </a:lnTo>
                <a:lnTo>
                  <a:pt x="0" y="0"/>
                </a:lnTo>
                <a:lnTo>
                  <a:pt x="0" y="54785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7606" y="765111"/>
            <a:ext cx="11324563" cy="501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b="1" dirty="0">
                <a:latin typeface="Arial"/>
                <a:cs typeface="Arial"/>
              </a:rPr>
              <a:t>Pre</a:t>
            </a:r>
            <a:r>
              <a:rPr sz="1400" b="1" spc="-10" dirty="0">
                <a:latin typeface="Arial"/>
                <a:cs typeface="Arial"/>
              </a:rPr>
              <a:t>p</a:t>
            </a:r>
            <a:r>
              <a:rPr sz="1400" b="1" dirty="0">
                <a:latin typeface="Arial"/>
                <a:cs typeface="Arial"/>
              </a:rPr>
              <a:t>are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</a:t>
            </a:r>
            <a:r>
              <a:rPr sz="1400" b="1" dirty="0">
                <a:latin typeface="Arial"/>
                <a:cs typeface="Arial"/>
              </a:rPr>
              <a:t>remat</a:t>
            </a:r>
            <a:r>
              <a:rPr sz="1400" b="1" spc="-10" dirty="0">
                <a:latin typeface="Arial"/>
                <a:cs typeface="Arial"/>
              </a:rPr>
              <a:t>u</a:t>
            </a:r>
            <a:r>
              <a:rPr sz="1400" b="1" dirty="0">
                <a:latin typeface="Arial"/>
                <a:cs typeface="Arial"/>
              </a:rPr>
              <a:t>re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cl</a:t>
            </a:r>
            <a:r>
              <a:rPr sz="1400" b="1" spc="-10" dirty="0">
                <a:latin typeface="Arial"/>
                <a:cs typeface="Arial"/>
              </a:rPr>
              <a:t>o</a:t>
            </a:r>
            <a:r>
              <a:rPr sz="1400" b="1" dirty="0">
                <a:latin typeface="Arial"/>
                <a:cs typeface="Arial"/>
              </a:rPr>
              <a:t>s</a:t>
            </a:r>
            <a:r>
              <a:rPr sz="1400" b="1" spc="-10" dirty="0">
                <a:latin typeface="Arial"/>
                <a:cs typeface="Arial"/>
              </a:rPr>
              <a:t>u</a:t>
            </a:r>
            <a:r>
              <a:rPr sz="1400" b="1" dirty="0">
                <a:latin typeface="Arial"/>
                <a:cs typeface="Arial"/>
              </a:rPr>
              <a:t>re</a:t>
            </a:r>
            <a:endParaRPr sz="1400">
              <a:latin typeface="Arial"/>
              <a:cs typeface="Arial"/>
            </a:endParaRPr>
          </a:p>
          <a:p>
            <a:pPr>
              <a:spcBef>
                <a:spcPts val="12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 marR="170815"/>
            <a:r>
              <a:rPr sz="1400" dirty="0">
                <a:latin typeface="Rockwell"/>
                <a:cs typeface="Rockwell"/>
              </a:rPr>
              <a:t>So</a:t>
            </a:r>
            <a:r>
              <a:rPr sz="1400" spc="-10" dirty="0">
                <a:latin typeface="Rockwell"/>
                <a:cs typeface="Rockwell"/>
              </a:rPr>
              <a:t>m</a:t>
            </a:r>
            <a:r>
              <a:rPr sz="1400" spc="-5" dirty="0">
                <a:latin typeface="Rockwell"/>
                <a:cs typeface="Rockwell"/>
              </a:rPr>
              <a:t>et</a:t>
            </a:r>
            <a:r>
              <a:rPr sz="1400" dirty="0">
                <a:latin typeface="Rockwell"/>
                <a:cs typeface="Rockwell"/>
              </a:rPr>
              <a:t>i</a:t>
            </a:r>
            <a:r>
              <a:rPr sz="1400" spc="-5" dirty="0">
                <a:latin typeface="Rockwell"/>
                <a:cs typeface="Rockwell"/>
              </a:rPr>
              <a:t>me</a:t>
            </a:r>
            <a:r>
              <a:rPr sz="1400" dirty="0">
                <a:latin typeface="Rockwell"/>
                <a:cs typeface="Rockwell"/>
              </a:rPr>
              <a:t>s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 </a:t>
            </a:r>
            <a:r>
              <a:rPr sz="1400" spc="-5" dirty="0">
                <a:latin typeface="Rockwell"/>
                <a:cs typeface="Rockwell"/>
              </a:rPr>
              <a:t>P</a:t>
            </a:r>
            <a:r>
              <a:rPr sz="1400" spc="-65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ojec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Bo</a:t>
            </a:r>
            <a:r>
              <a:rPr sz="1400" spc="-5" dirty="0">
                <a:latin typeface="Rockwell"/>
                <a:cs typeface="Rockwell"/>
              </a:rPr>
              <a:t>a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w</a:t>
            </a:r>
            <a:r>
              <a:rPr sz="1400" spc="-5" dirty="0">
                <a:latin typeface="Rockwell"/>
                <a:cs typeface="Rockwell"/>
              </a:rPr>
              <a:t>i</a:t>
            </a:r>
            <a:r>
              <a:rPr sz="1400" dirty="0">
                <a:latin typeface="Rockwell"/>
                <a:cs typeface="Rockwell"/>
              </a:rPr>
              <a:t>ll</a:t>
            </a:r>
            <a:r>
              <a:rPr sz="1400" spc="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inst</a:t>
            </a:r>
            <a:r>
              <a:rPr sz="1400" spc="2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uct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 </a:t>
            </a:r>
            <a:r>
              <a:rPr sz="1400" spc="-5" dirty="0">
                <a:latin typeface="Rockwell"/>
                <a:cs typeface="Rockwell"/>
              </a:rPr>
              <a:t>P</a:t>
            </a:r>
            <a:r>
              <a:rPr sz="1400" spc="-65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ojec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spc="-10" dirty="0">
                <a:latin typeface="Rockwell"/>
                <a:cs typeface="Rockwell"/>
              </a:rPr>
              <a:t>M</a:t>
            </a:r>
            <a:r>
              <a:rPr sz="1400" dirty="0">
                <a:latin typeface="Rockwell"/>
                <a:cs typeface="Rockwell"/>
              </a:rPr>
              <a:t>ana</a:t>
            </a:r>
            <a:r>
              <a:rPr sz="1400" spc="-35" dirty="0">
                <a:latin typeface="Rockwell"/>
                <a:cs typeface="Rockwell"/>
              </a:rPr>
              <a:t>g</a:t>
            </a:r>
            <a:r>
              <a:rPr sz="1400" spc="-5" dirty="0">
                <a:latin typeface="Rockwell"/>
                <a:cs typeface="Rockwell"/>
              </a:rPr>
              <a:t>e</a:t>
            </a:r>
            <a:r>
              <a:rPr sz="1400" dirty="0">
                <a:latin typeface="Rockwell"/>
                <a:cs typeface="Rockwell"/>
              </a:rPr>
              <a:t>r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to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c</a:t>
            </a:r>
            <a:r>
              <a:rPr sz="1400" spc="-5" dirty="0">
                <a:latin typeface="Rockwell"/>
                <a:cs typeface="Rockwell"/>
              </a:rPr>
              <a:t>lo</a:t>
            </a:r>
            <a:r>
              <a:rPr sz="1400" dirty="0">
                <a:latin typeface="Rockwell"/>
                <a:cs typeface="Rockwell"/>
              </a:rPr>
              <a:t>se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ojec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.</a:t>
            </a:r>
            <a:r>
              <a:rPr sz="1400" spc="-160" dirty="0">
                <a:latin typeface="Rockwell"/>
                <a:cs typeface="Rockwell"/>
              </a:rPr>
              <a:t> </a:t>
            </a:r>
            <a:r>
              <a:rPr sz="1400" spc="2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spc="-5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ojec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spc="-5" dirty="0">
                <a:latin typeface="Rockwell"/>
                <a:cs typeface="Rockwell"/>
              </a:rPr>
              <a:t>M</a:t>
            </a:r>
            <a:r>
              <a:rPr sz="1400" dirty="0">
                <a:latin typeface="Rockwell"/>
                <a:cs typeface="Rockwell"/>
              </a:rPr>
              <a:t>ana</a:t>
            </a:r>
            <a:r>
              <a:rPr sz="1400" spc="-35" dirty="0">
                <a:latin typeface="Rockwell"/>
                <a:cs typeface="Rockwell"/>
              </a:rPr>
              <a:t>g</a:t>
            </a:r>
            <a:r>
              <a:rPr sz="1400" spc="-5" dirty="0">
                <a:latin typeface="Rockwell"/>
                <a:cs typeface="Rockwell"/>
              </a:rPr>
              <a:t>er </a:t>
            </a:r>
            <a:r>
              <a:rPr sz="1400" dirty="0">
                <a:latin typeface="Rockwell"/>
                <a:cs typeface="Rockwell"/>
              </a:rPr>
              <a:t>w</a:t>
            </a:r>
            <a:r>
              <a:rPr sz="1400" spc="-5" dirty="0">
                <a:latin typeface="Rockwell"/>
                <a:cs typeface="Rockwell"/>
              </a:rPr>
              <a:t>i</a:t>
            </a:r>
            <a:r>
              <a:rPr sz="1400" dirty="0">
                <a:latin typeface="Rockwell"/>
                <a:cs typeface="Rockwell"/>
              </a:rPr>
              <a:t>ll</a:t>
            </a:r>
            <a:r>
              <a:rPr sz="1400" spc="-10" dirty="0">
                <a:latin typeface="Rockwell"/>
                <a:cs typeface="Rockwell"/>
              </a:rPr>
              <a:t> </a:t>
            </a:r>
            <a:r>
              <a:rPr sz="1400" spc="-5" dirty="0">
                <a:latin typeface="Rockwell"/>
                <a:cs typeface="Rockwell"/>
              </a:rPr>
              <a:t>no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spc="-10" dirty="0">
                <a:latin typeface="Rockwell"/>
                <a:cs typeface="Rockwell"/>
              </a:rPr>
              <a:t>j</a:t>
            </a:r>
            <a:r>
              <a:rPr sz="1400" dirty="0">
                <a:latin typeface="Rockwell"/>
                <a:cs typeface="Rockwell"/>
              </a:rPr>
              <a:t>u</a:t>
            </a:r>
            <a:r>
              <a:rPr sz="1400" spc="5" dirty="0">
                <a:latin typeface="Rockwell"/>
                <a:cs typeface="Rockwell"/>
              </a:rPr>
              <a:t>s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abandon</a:t>
            </a:r>
            <a:r>
              <a:rPr sz="1400" spc="-3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ojec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spc="-10" dirty="0">
                <a:latin typeface="Rockwell"/>
                <a:cs typeface="Rockwell"/>
              </a:rPr>
              <a:t>b</a:t>
            </a:r>
            <a:r>
              <a:rPr sz="1400" dirty="0">
                <a:latin typeface="Rockwell"/>
                <a:cs typeface="Rockwell"/>
              </a:rPr>
              <a:t>ut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s</a:t>
            </a:r>
            <a:r>
              <a:rPr sz="1400" spc="-5" dirty="0">
                <a:latin typeface="Rockwell"/>
                <a:cs typeface="Rockwell"/>
              </a:rPr>
              <a:t>houl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2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y 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o sal</a:t>
            </a:r>
            <a:r>
              <a:rPr sz="1400" spc="-35" dirty="0">
                <a:latin typeface="Rockwell"/>
                <a:cs typeface="Rockwell"/>
              </a:rPr>
              <a:t>v</a:t>
            </a:r>
            <a:r>
              <a:rPr sz="1400" dirty="0">
                <a:latin typeface="Rockwell"/>
                <a:cs typeface="Rockwell"/>
              </a:rPr>
              <a:t>a</a:t>
            </a:r>
            <a:r>
              <a:rPr sz="1400" spc="-30" dirty="0">
                <a:latin typeface="Rockwell"/>
                <a:cs typeface="Rockwell"/>
              </a:rPr>
              <a:t>g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</a:t>
            </a:r>
            <a:r>
              <a:rPr sz="1400" spc="-40" dirty="0">
                <a:latin typeface="Rockwell"/>
                <a:cs typeface="Rockwell"/>
              </a:rPr>
              <a:t>n</a:t>
            </a:r>
            <a:r>
              <a:rPr sz="1400" dirty="0">
                <a:latin typeface="Rockwell"/>
                <a:cs typeface="Rockwell"/>
              </a:rPr>
              <a:t>yth</a:t>
            </a:r>
            <a:r>
              <a:rPr sz="1400" spc="-10" dirty="0">
                <a:latin typeface="Rockwell"/>
                <a:cs typeface="Rockwell"/>
              </a:rPr>
              <a:t>i</a:t>
            </a:r>
            <a:r>
              <a:rPr sz="1400" spc="-5" dirty="0">
                <a:latin typeface="Rockwell"/>
                <a:cs typeface="Rockwell"/>
              </a:rPr>
              <a:t>n</a:t>
            </a:r>
            <a:r>
              <a:rPr sz="1400" dirty="0">
                <a:latin typeface="Rockwell"/>
                <a:cs typeface="Rockwell"/>
              </a:rPr>
              <a:t>g</a:t>
            </a:r>
            <a:r>
              <a:rPr sz="1400" spc="-30" dirty="0">
                <a:latin typeface="Rockwell"/>
                <a:cs typeface="Rockwell"/>
              </a:rPr>
              <a:t> </a:t>
            </a:r>
            <a:r>
              <a:rPr sz="1400" spc="-5" dirty="0">
                <a:latin typeface="Rockwell"/>
                <a:cs typeface="Rockwell"/>
              </a:rPr>
              <a:t>o</a:t>
            </a:r>
            <a:r>
              <a:rPr sz="1400" dirty="0">
                <a:latin typeface="Rockwell"/>
                <a:cs typeface="Rockwell"/>
              </a:rPr>
              <a:t>f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spc="-30" dirty="0">
                <a:latin typeface="Rockwell"/>
                <a:cs typeface="Rockwell"/>
              </a:rPr>
              <a:t>v</a:t>
            </a:r>
            <a:r>
              <a:rPr sz="1400" dirty="0">
                <a:latin typeface="Rockwell"/>
                <a:cs typeface="Rockwell"/>
              </a:rPr>
              <a:t>alue so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it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can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be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u</a:t>
            </a:r>
            <a:r>
              <a:rPr sz="1400" spc="5" dirty="0">
                <a:latin typeface="Rockwell"/>
                <a:cs typeface="Rockwell"/>
              </a:rPr>
              <a:t>s</a:t>
            </a:r>
            <a:r>
              <a:rPr sz="1400" spc="-5" dirty="0">
                <a:latin typeface="Rockwell"/>
                <a:cs typeface="Rockwell"/>
              </a:rPr>
              <a:t>e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</a:t>
            </a:r>
            <a:r>
              <a:rPr sz="1400" spc="-30" dirty="0">
                <a:latin typeface="Rockwell"/>
                <a:cs typeface="Rockwell"/>
              </a:rPr>
              <a:t>g</a:t>
            </a:r>
            <a:r>
              <a:rPr sz="1400" dirty="0">
                <a:latin typeface="Rockwell"/>
                <a:cs typeface="Rockwell"/>
              </a:rPr>
              <a:t>ain.</a:t>
            </a:r>
          </a:p>
          <a:p>
            <a:pPr>
              <a:spcBef>
                <a:spcPts val="1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/>
            <a:r>
              <a:rPr sz="1400" spc="-5" dirty="0">
                <a:latin typeface="Rockwell"/>
                <a:cs typeface="Rockwell"/>
              </a:rPr>
              <a:t>PR</a:t>
            </a:r>
            <a:r>
              <a:rPr sz="1400" spc="5" dirty="0">
                <a:latin typeface="Rockwell"/>
                <a:cs typeface="Rockwell"/>
              </a:rPr>
              <a:t>I</a:t>
            </a:r>
            <a:r>
              <a:rPr sz="1400" spc="-5" dirty="0">
                <a:latin typeface="Rockwell"/>
                <a:cs typeface="Rockwell"/>
              </a:rPr>
              <a:t>NCE</a:t>
            </a:r>
            <a:r>
              <a:rPr sz="1400" dirty="0">
                <a:latin typeface="Rockwell"/>
                <a:cs typeface="Rockwell"/>
              </a:rPr>
              <a:t>2</a:t>
            </a:r>
            <a:r>
              <a:rPr sz="1400" spc="-35" dirty="0">
                <a:latin typeface="Rockwell"/>
                <a:cs typeface="Rockwell"/>
              </a:rPr>
              <a:t> </a:t>
            </a:r>
            <a:r>
              <a:rPr sz="1400" spc="-7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ecom</a:t>
            </a:r>
            <a:r>
              <a:rPr sz="1400" spc="-10" dirty="0">
                <a:latin typeface="Rockwell"/>
                <a:cs typeface="Rockwell"/>
              </a:rPr>
              <a:t>m</a:t>
            </a:r>
            <a:r>
              <a:rPr sz="1400" spc="-5" dirty="0">
                <a:latin typeface="Rockwell"/>
                <a:cs typeface="Rockwell"/>
              </a:rPr>
              <a:t>end</a:t>
            </a:r>
            <a:r>
              <a:rPr sz="1400" dirty="0">
                <a:latin typeface="Rockwell"/>
                <a:cs typeface="Rockwell"/>
              </a:rPr>
              <a:t>s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 </a:t>
            </a:r>
            <a:r>
              <a:rPr sz="1400" spc="15" dirty="0">
                <a:latin typeface="Rockwell"/>
                <a:cs typeface="Rockwell"/>
              </a:rPr>
              <a:t>f</a:t>
            </a:r>
            <a:r>
              <a:rPr sz="1400" spc="-5" dirty="0">
                <a:latin typeface="Rockwell"/>
                <a:cs typeface="Rockwell"/>
              </a:rPr>
              <a:t>oll</a:t>
            </a:r>
            <a:r>
              <a:rPr sz="1400" spc="-65" dirty="0">
                <a:latin typeface="Rockwell"/>
                <a:cs typeface="Rockwell"/>
              </a:rPr>
              <a:t>o</a:t>
            </a:r>
            <a:r>
              <a:rPr sz="1400" dirty="0">
                <a:latin typeface="Rockwell"/>
                <a:cs typeface="Rockwell"/>
              </a:rPr>
              <a:t>w</a:t>
            </a:r>
            <a:r>
              <a:rPr sz="1400" spc="-5" dirty="0">
                <a:latin typeface="Rockwell"/>
                <a:cs typeface="Rockwell"/>
              </a:rPr>
              <a:t>in</a:t>
            </a:r>
            <a:r>
              <a:rPr sz="1400" dirty="0">
                <a:latin typeface="Rockwell"/>
                <a:cs typeface="Rockwell"/>
              </a:rPr>
              <a:t>g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ac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ions:</a:t>
            </a:r>
          </a:p>
          <a:p>
            <a:pPr>
              <a:spcBef>
                <a:spcPts val="12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>
              <a:buFont typeface="Rockwell"/>
              <a:buChar char="•"/>
              <a:tabLst>
                <a:tab pos="163830" algn="l"/>
              </a:tabLst>
            </a:pPr>
            <a:r>
              <a:rPr sz="1400" dirty="0">
                <a:latin typeface="Rockwell"/>
                <a:cs typeface="Rockwell"/>
              </a:rPr>
              <a:t>Reco</a:t>
            </a:r>
            <a:r>
              <a:rPr sz="1400" spc="-55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</a:t>
            </a:r>
            <a:r>
              <a:rPr sz="1400" spc="-75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em</a:t>
            </a:r>
            <a:r>
              <a:rPr sz="1400" spc="-5" dirty="0">
                <a:latin typeface="Rockwell"/>
                <a:cs typeface="Rockwell"/>
              </a:rPr>
              <a:t>a</a:t>
            </a:r>
            <a:r>
              <a:rPr sz="1400" dirty="0">
                <a:latin typeface="Rockwell"/>
                <a:cs typeface="Rockwell"/>
              </a:rPr>
              <a:t>tu</a:t>
            </a:r>
            <a:r>
              <a:rPr sz="1400" spc="-75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Close:</a:t>
            </a:r>
            <a:r>
              <a:rPr sz="1400" spc="-1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Reco</a:t>
            </a:r>
            <a:r>
              <a:rPr sz="1400" spc="-55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</a:t>
            </a:r>
            <a:r>
              <a:rPr sz="1400" spc="-75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em</a:t>
            </a:r>
            <a:r>
              <a:rPr sz="1400" spc="-5" dirty="0">
                <a:latin typeface="Rockwell"/>
                <a:cs typeface="Rockwell"/>
              </a:rPr>
              <a:t>a</a:t>
            </a:r>
            <a:r>
              <a:rPr sz="1400" dirty="0">
                <a:latin typeface="Rockwell"/>
                <a:cs typeface="Rockwell"/>
              </a:rPr>
              <a:t>tu</a:t>
            </a:r>
            <a:r>
              <a:rPr sz="1400" spc="-75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 C</a:t>
            </a:r>
            <a:r>
              <a:rPr sz="1400" spc="-5" dirty="0">
                <a:latin typeface="Rockwell"/>
                <a:cs typeface="Rockwell"/>
              </a:rPr>
              <a:t>l</a:t>
            </a:r>
            <a:r>
              <a:rPr sz="1400" dirty="0">
                <a:latin typeface="Rockwell"/>
                <a:cs typeface="Rockwell"/>
              </a:rPr>
              <a:t>ose</a:t>
            </a:r>
            <a:r>
              <a:rPr sz="1400" spc="-3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Request</a:t>
            </a:r>
            <a:r>
              <a:rPr sz="1400" spc="-3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in</a:t>
            </a:r>
            <a:r>
              <a:rPr sz="1400" spc="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 Issues</a:t>
            </a:r>
            <a:r>
              <a:rPr sz="1400" spc="-5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Regist</a:t>
            </a:r>
            <a:r>
              <a:rPr sz="1400" spc="-5" dirty="0">
                <a:latin typeface="Rockwell"/>
                <a:cs typeface="Rockwell"/>
              </a:rPr>
              <a:t>e</a:t>
            </a:r>
            <a:r>
              <a:rPr sz="1400" spc="-85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.</a:t>
            </a:r>
          </a:p>
          <a:p>
            <a:pPr>
              <a:spcBef>
                <a:spcPts val="12"/>
              </a:spcBef>
              <a:buFont typeface="Rockwell"/>
              <a:buChar char="•"/>
            </a:pPr>
            <a:endParaRPr sz="1450" dirty="0">
              <a:latin typeface="Times New Roman"/>
              <a:cs typeface="Times New Roman"/>
            </a:endParaRPr>
          </a:p>
          <a:p>
            <a:pPr marL="12700" marR="5080">
              <a:buFont typeface="Rockwell"/>
              <a:buChar char="•"/>
              <a:tabLst>
                <a:tab pos="163830" algn="l"/>
              </a:tabLst>
            </a:pPr>
            <a:r>
              <a:rPr sz="140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oject</a:t>
            </a:r>
            <a:r>
              <a:rPr sz="1400" spc="-1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</a:t>
            </a:r>
            <a:r>
              <a:rPr sz="1400" spc="-10" dirty="0">
                <a:latin typeface="Rockwell"/>
                <a:cs typeface="Rockwell"/>
              </a:rPr>
              <a:t>l</a:t>
            </a:r>
            <a:r>
              <a:rPr sz="1400" dirty="0">
                <a:latin typeface="Rockwell"/>
                <a:cs typeface="Rockwell"/>
              </a:rPr>
              <a:t>an:</a:t>
            </a:r>
            <a:r>
              <a:rPr sz="1400" spc="-13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Up</a:t>
            </a:r>
            <a:r>
              <a:rPr sz="1400" spc="-10" dirty="0">
                <a:latin typeface="Rockwell"/>
                <a:cs typeface="Rockwell"/>
              </a:rPr>
              <a:t>d</a:t>
            </a:r>
            <a:r>
              <a:rPr sz="1400" dirty="0">
                <a:latin typeface="Rockwell"/>
                <a:cs typeface="Rockwell"/>
              </a:rPr>
              <a:t>a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e 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he </a:t>
            </a:r>
            <a:r>
              <a:rPr sz="1400" spc="-5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oject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Plan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spc="-10" dirty="0">
                <a:latin typeface="Rockwell"/>
                <a:cs typeface="Rockwell"/>
              </a:rPr>
              <a:t>w</a:t>
            </a:r>
            <a:r>
              <a:rPr sz="1400" dirty="0">
                <a:latin typeface="Rockwell"/>
                <a:cs typeface="Rockwell"/>
              </a:rPr>
              <a:t>i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h </a:t>
            </a:r>
            <a:r>
              <a:rPr sz="1400" spc="-10" dirty="0">
                <a:latin typeface="Rockwell"/>
                <a:cs typeface="Rockwell"/>
              </a:rPr>
              <a:t>a</a:t>
            </a:r>
            <a:r>
              <a:rPr sz="1400" dirty="0">
                <a:latin typeface="Rockwell"/>
                <a:cs typeface="Rockwell"/>
              </a:rPr>
              <a:t>ctua</a:t>
            </a:r>
            <a:r>
              <a:rPr sz="1400" spc="-10" dirty="0">
                <a:latin typeface="Rockwell"/>
                <a:cs typeface="Rockwell"/>
              </a:rPr>
              <a:t>l</a:t>
            </a:r>
            <a:r>
              <a:rPr sz="1400" dirty="0">
                <a:latin typeface="Rockwell"/>
                <a:cs typeface="Rockwell"/>
              </a:rPr>
              <a:t>s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f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om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 cu</a:t>
            </a:r>
            <a:r>
              <a:rPr sz="1400" spc="20" dirty="0">
                <a:latin typeface="Rockwell"/>
                <a:cs typeface="Rockwell"/>
              </a:rPr>
              <a:t>r</a:t>
            </a:r>
            <a:r>
              <a:rPr sz="1400" spc="-7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ent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st</a:t>
            </a:r>
            <a:r>
              <a:rPr sz="1400" spc="-10" dirty="0">
                <a:latin typeface="Rockwell"/>
                <a:cs typeface="Rockwell"/>
              </a:rPr>
              <a:t>a</a:t>
            </a:r>
            <a:r>
              <a:rPr sz="1400" spc="-30" dirty="0">
                <a:latin typeface="Rockwell"/>
                <a:cs typeface="Rockwell"/>
              </a:rPr>
              <a:t>g</a:t>
            </a:r>
            <a:r>
              <a:rPr sz="1400" spc="-25" dirty="0">
                <a:latin typeface="Rockwell"/>
                <a:cs typeface="Rockwell"/>
              </a:rPr>
              <a:t>e</a:t>
            </a:r>
            <a:r>
              <a:rPr sz="1400" dirty="0">
                <a:latin typeface="Rockwell"/>
                <a:cs typeface="Rockwell"/>
              </a:rPr>
              <a:t>.</a:t>
            </a:r>
            <a:r>
              <a:rPr sz="1400" spc="-185" dirty="0">
                <a:latin typeface="Rockwell"/>
                <a:cs typeface="Rockwell"/>
              </a:rPr>
              <a:t> </a:t>
            </a:r>
            <a:r>
              <a:rPr sz="1400" spc="2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he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oject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Plan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spc="-10" dirty="0">
                <a:latin typeface="Rockwell"/>
                <a:cs typeface="Rockwell"/>
              </a:rPr>
              <a:t>w</a:t>
            </a:r>
            <a:r>
              <a:rPr sz="1400" dirty="0">
                <a:latin typeface="Rockwell"/>
                <a:cs typeface="Rockwell"/>
              </a:rPr>
              <a:t>ill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sh</a:t>
            </a:r>
            <a:r>
              <a:rPr sz="1400" spc="-60" dirty="0">
                <a:latin typeface="Rockwell"/>
                <a:cs typeface="Rockwell"/>
              </a:rPr>
              <a:t>o</a:t>
            </a:r>
            <a:r>
              <a:rPr sz="1400" dirty="0">
                <a:latin typeface="Rockwell"/>
                <a:cs typeface="Rockwell"/>
              </a:rPr>
              <a:t>w</a:t>
            </a:r>
            <a:r>
              <a:rPr sz="1400" spc="-30" dirty="0">
                <a:latin typeface="Rockwell"/>
                <a:cs typeface="Rockwell"/>
              </a:rPr>
              <a:t> w</a:t>
            </a:r>
            <a:r>
              <a:rPr sz="1400" dirty="0">
                <a:latin typeface="Rockwell"/>
                <a:cs typeface="Rockwell"/>
              </a:rPr>
              <a:t>hat </a:t>
            </a:r>
            <a:r>
              <a:rPr sz="1400" spc="-30" dirty="0">
                <a:latin typeface="Rockwell"/>
                <a:cs typeface="Rockwell"/>
              </a:rPr>
              <a:t>w</a:t>
            </a:r>
            <a:r>
              <a:rPr sz="1400" dirty="0">
                <a:latin typeface="Rockwell"/>
                <a:cs typeface="Rockwell"/>
              </a:rPr>
              <a:t>as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comp</a:t>
            </a:r>
            <a:r>
              <a:rPr sz="1400" spc="-10" dirty="0">
                <a:latin typeface="Rockwell"/>
                <a:cs typeface="Rockwell"/>
              </a:rPr>
              <a:t>l</a:t>
            </a:r>
            <a:r>
              <a:rPr sz="1400" spc="-5" dirty="0">
                <a:latin typeface="Rockwell"/>
                <a:cs typeface="Rockwell"/>
              </a:rPr>
              <a:t>ete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spc="-30" dirty="0">
                <a:latin typeface="Rockwell"/>
                <a:cs typeface="Rockwell"/>
              </a:rPr>
              <a:t>w</a:t>
            </a:r>
            <a:r>
              <a:rPr sz="1400" spc="-5" dirty="0">
                <a:latin typeface="Rockwell"/>
                <a:cs typeface="Rockwell"/>
              </a:rPr>
              <a:t>he</a:t>
            </a:r>
            <a:r>
              <a:rPr sz="1400" dirty="0">
                <a:latin typeface="Rockwell"/>
                <a:cs typeface="Rockwell"/>
              </a:rPr>
              <a:t>n</a:t>
            </a:r>
            <a:r>
              <a:rPr sz="1400" spc="-3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 </a:t>
            </a:r>
            <a:r>
              <a:rPr sz="1400" spc="-1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ojec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spc="-30" dirty="0">
                <a:latin typeface="Rockwell"/>
                <a:cs typeface="Rockwell"/>
              </a:rPr>
              <a:t>w</a:t>
            </a:r>
            <a:r>
              <a:rPr sz="1400" dirty="0">
                <a:latin typeface="Rockwell"/>
                <a:cs typeface="Rockwell"/>
              </a:rPr>
              <a:t>as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closed.</a:t>
            </a:r>
          </a:p>
          <a:p>
            <a:pPr>
              <a:spcBef>
                <a:spcPts val="14"/>
              </a:spcBef>
              <a:buFont typeface="Rockwell"/>
              <a:buChar char="•"/>
            </a:pPr>
            <a:endParaRPr sz="1450" dirty="0">
              <a:latin typeface="Times New Roman"/>
              <a:cs typeface="Times New Roman"/>
            </a:endParaRPr>
          </a:p>
          <a:p>
            <a:pPr marL="12700" marR="130175" algn="just">
              <a:buFont typeface="Rockwell"/>
              <a:buChar char="•"/>
              <a:tabLst>
                <a:tab pos="163830" algn="l"/>
              </a:tabLst>
            </a:pPr>
            <a:r>
              <a:rPr sz="140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oduct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S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a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us</a:t>
            </a:r>
            <a:r>
              <a:rPr sz="1400" spc="-1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Account:</a:t>
            </a:r>
            <a:r>
              <a:rPr sz="1400" spc="-14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Request</a:t>
            </a:r>
            <a:r>
              <a:rPr sz="1400" spc="-3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f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om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oject</a:t>
            </a:r>
            <a:r>
              <a:rPr sz="1400" spc="-10" dirty="0">
                <a:latin typeface="Rockwell"/>
                <a:cs typeface="Rockwell"/>
              </a:rPr>
              <a:t> </a:t>
            </a:r>
            <a:r>
              <a:rPr sz="1400" spc="-5" dirty="0">
                <a:latin typeface="Rockwell"/>
                <a:cs typeface="Rockwell"/>
              </a:rPr>
              <a:t>S</a:t>
            </a:r>
            <a:r>
              <a:rPr sz="1400" dirty="0">
                <a:latin typeface="Rockwell"/>
                <a:cs typeface="Rockwell"/>
              </a:rPr>
              <a:t>uppo</a:t>
            </a:r>
            <a:r>
              <a:rPr sz="1400" spc="2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oduct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S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a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us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Account</a:t>
            </a:r>
            <a:r>
              <a:rPr sz="1400" spc="-3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so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at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spc="-75" dirty="0">
                <a:latin typeface="Rockwell"/>
                <a:cs typeface="Rockwell"/>
              </a:rPr>
              <a:t>y</a:t>
            </a:r>
            <a:r>
              <a:rPr sz="1400" dirty="0">
                <a:latin typeface="Rockwell"/>
                <a:cs typeface="Rockwell"/>
              </a:rPr>
              <a:t>ou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can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ide</a:t>
            </a:r>
            <a:r>
              <a:rPr sz="1400" spc="-5" dirty="0">
                <a:latin typeface="Rockwell"/>
                <a:cs typeface="Rockwell"/>
              </a:rPr>
              <a:t>n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10" dirty="0">
                <a:latin typeface="Rockwell"/>
                <a:cs typeface="Rockwell"/>
              </a:rPr>
              <a:t>i</a:t>
            </a:r>
            <a:r>
              <a:rPr sz="1400" dirty="0">
                <a:latin typeface="Rockwell"/>
                <a:cs typeface="Rockwell"/>
              </a:rPr>
              <a:t>fy </a:t>
            </a:r>
            <a:r>
              <a:rPr sz="1400" spc="-5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oduct</a:t>
            </a:r>
            <a:r>
              <a:rPr sz="1400" dirty="0">
                <a:latin typeface="Rockwell"/>
                <a:cs typeface="Rockwell"/>
              </a:rPr>
              <a:t>s</a:t>
            </a:r>
            <a:r>
              <a:rPr sz="1400" spc="-3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55" dirty="0">
                <a:latin typeface="Rockwell"/>
                <a:cs typeface="Rockwell"/>
              </a:rPr>
              <a:t>e</a:t>
            </a:r>
            <a:r>
              <a:rPr sz="1400" spc="-45" dirty="0">
                <a:latin typeface="Rockwell"/>
                <a:cs typeface="Rockwell"/>
              </a:rPr>
              <a:t>v</a:t>
            </a:r>
            <a:r>
              <a:rPr sz="1400" spc="-5" dirty="0">
                <a:latin typeface="Rockwell"/>
                <a:cs typeface="Rockwell"/>
              </a:rPr>
              <a:t>eloped</a:t>
            </a:r>
            <a:r>
              <a:rPr sz="1400" dirty="0">
                <a:latin typeface="Rockwell"/>
                <a:cs typeface="Rockwell"/>
              </a:rPr>
              <a:t>,</a:t>
            </a:r>
            <a:r>
              <a:rPr sz="1400" spc="-114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cu</a:t>
            </a:r>
            <a:r>
              <a:rPr sz="1400" spc="20" dirty="0">
                <a:latin typeface="Rockwell"/>
                <a:cs typeface="Rockwell"/>
              </a:rPr>
              <a:t>r</a:t>
            </a:r>
            <a:r>
              <a:rPr sz="1400" spc="-7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en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spc="-30" dirty="0">
                <a:latin typeface="Rockwell"/>
                <a:cs typeface="Rockwell"/>
              </a:rPr>
              <a:t>l</a:t>
            </a:r>
            <a:r>
              <a:rPr sz="1400" dirty="0">
                <a:latin typeface="Rockwell"/>
                <a:cs typeface="Rockwell"/>
              </a:rPr>
              <a:t>y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under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55" dirty="0">
                <a:latin typeface="Rockwell"/>
                <a:cs typeface="Rockwell"/>
              </a:rPr>
              <a:t>e</a:t>
            </a:r>
            <a:r>
              <a:rPr sz="1400" spc="-45" dirty="0">
                <a:latin typeface="Rockwell"/>
                <a:cs typeface="Rockwell"/>
              </a:rPr>
              <a:t>v</a:t>
            </a:r>
            <a:r>
              <a:rPr sz="1400" spc="-5" dirty="0">
                <a:latin typeface="Rockwell"/>
                <a:cs typeface="Rockwell"/>
              </a:rPr>
              <a:t>elopmen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,</a:t>
            </a:r>
            <a:r>
              <a:rPr sz="1400" spc="-110" dirty="0">
                <a:latin typeface="Rockwell"/>
                <a:cs typeface="Rockwell"/>
              </a:rPr>
              <a:t> 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o sta</a:t>
            </a:r>
            <a:r>
              <a:rPr sz="1400" spc="2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t,</a:t>
            </a:r>
            <a:r>
              <a:rPr sz="1400" spc="-114" dirty="0">
                <a:latin typeface="Rockwell"/>
                <a:cs typeface="Rockwell"/>
              </a:rPr>
              <a:t> </a:t>
            </a:r>
            <a:r>
              <a:rPr sz="1400" spc="-5" dirty="0">
                <a:latin typeface="Rockwell"/>
                <a:cs typeface="Rockwell"/>
              </a:rPr>
              <a:t>e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c.</a:t>
            </a:r>
            <a:r>
              <a:rPr sz="1400" spc="-125" dirty="0">
                <a:latin typeface="Rockwell"/>
                <a:cs typeface="Rockwell"/>
              </a:rPr>
              <a:t> </a:t>
            </a:r>
            <a:r>
              <a:rPr sz="1400" spc="-5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oduct</a:t>
            </a:r>
            <a:r>
              <a:rPr sz="1400" dirty="0">
                <a:latin typeface="Rockwell"/>
                <a:cs typeface="Rockwell"/>
              </a:rPr>
              <a:t>s</a:t>
            </a:r>
            <a:r>
              <a:rPr sz="1400" spc="-1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at</a:t>
            </a:r>
            <a:r>
              <a:rPr sz="1400" spc="-5" dirty="0">
                <a:latin typeface="Rockwell"/>
                <a:cs typeface="Rockwell"/>
              </a:rPr>
              <a:t> nee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to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be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spc="-5" dirty="0">
                <a:latin typeface="Rockwell"/>
                <a:cs typeface="Rockwell"/>
              </a:rPr>
              <a:t>mad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sa</a:t>
            </a:r>
            <a:r>
              <a:rPr sz="1400" spc="30" dirty="0">
                <a:latin typeface="Rockwell"/>
                <a:cs typeface="Rockwell"/>
              </a:rPr>
              <a:t>f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and </a:t>
            </a:r>
            <a:r>
              <a:rPr sz="1400" spc="-5" dirty="0">
                <a:latin typeface="Rockwell"/>
                <a:cs typeface="Rockwell"/>
              </a:rPr>
              <a:t>m</a:t>
            </a:r>
            <a:r>
              <a:rPr sz="1400" spc="-30" dirty="0">
                <a:latin typeface="Rockwell"/>
                <a:cs typeface="Rockwell"/>
              </a:rPr>
              <a:t>a</a:t>
            </a:r>
            <a:r>
              <a:rPr sz="1400" dirty="0">
                <a:latin typeface="Rockwell"/>
                <a:cs typeface="Rockwell"/>
              </a:rPr>
              <a:t>y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be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u</a:t>
            </a:r>
            <a:r>
              <a:rPr sz="1400" spc="5" dirty="0">
                <a:latin typeface="Rockwell"/>
                <a:cs typeface="Rockwell"/>
              </a:rPr>
              <a:t>s</a:t>
            </a:r>
            <a:r>
              <a:rPr sz="1400" spc="-5" dirty="0">
                <a:latin typeface="Rockwell"/>
                <a:cs typeface="Rockwell"/>
              </a:rPr>
              <a:t>efu</a:t>
            </a:r>
            <a:r>
              <a:rPr sz="1400" dirty="0">
                <a:latin typeface="Rockwell"/>
                <a:cs typeface="Rockwell"/>
              </a:rPr>
              <a:t>l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to</a:t>
            </a:r>
            <a:r>
              <a:rPr sz="1400" spc="-5" dirty="0">
                <a:latin typeface="Rockwell"/>
                <a:cs typeface="Rockwell"/>
              </a:rPr>
              <a:t> o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he</a:t>
            </a:r>
            <a:r>
              <a:rPr sz="1400" dirty="0">
                <a:latin typeface="Rockwell"/>
                <a:cs typeface="Rockwell"/>
              </a:rPr>
              <a:t>r p</a:t>
            </a:r>
            <a:r>
              <a:rPr sz="1400" spc="-65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ojec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s.</a:t>
            </a:r>
          </a:p>
          <a:p>
            <a:pPr>
              <a:spcBef>
                <a:spcPts val="12"/>
              </a:spcBef>
              <a:buFont typeface="Rockwell"/>
              <a:buChar char="•"/>
            </a:pPr>
            <a:endParaRPr sz="1450" dirty="0">
              <a:latin typeface="Times New Roman"/>
              <a:cs typeface="Times New Roman"/>
            </a:endParaRPr>
          </a:p>
          <a:p>
            <a:pPr marL="12700" marR="201295">
              <a:buFont typeface="Rockwell"/>
              <a:buChar char="•"/>
              <a:tabLst>
                <a:tab pos="120014" algn="l"/>
              </a:tabLst>
            </a:pPr>
            <a:r>
              <a:rPr sz="1400" dirty="0">
                <a:latin typeface="Rockwell"/>
                <a:cs typeface="Rockwell"/>
              </a:rPr>
              <a:t>P</a:t>
            </a:r>
            <a:r>
              <a:rPr sz="1400" spc="-65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oducts:</a:t>
            </a:r>
            <a:r>
              <a:rPr sz="1400" spc="-14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Ag</a:t>
            </a:r>
            <a:r>
              <a:rPr sz="1400" spc="-7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spc="-30" dirty="0">
                <a:latin typeface="Rockwell"/>
                <a:cs typeface="Rockwell"/>
              </a:rPr>
              <a:t>w</a:t>
            </a:r>
            <a:r>
              <a:rPr sz="1400" dirty="0">
                <a:latin typeface="Rockwell"/>
                <a:cs typeface="Rockwell"/>
              </a:rPr>
              <a:t>hat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to</a:t>
            </a:r>
            <a:r>
              <a:rPr sz="1400" spc="-5" dirty="0">
                <a:latin typeface="Rockwell"/>
                <a:cs typeface="Rockwell"/>
              </a:rPr>
              <a:t> d</a:t>
            </a:r>
            <a:r>
              <a:rPr sz="1400" dirty="0">
                <a:latin typeface="Rockwell"/>
                <a:cs typeface="Rockwell"/>
              </a:rPr>
              <a:t>o </a:t>
            </a:r>
            <a:r>
              <a:rPr sz="1400" spc="-10" dirty="0">
                <a:latin typeface="Rockwell"/>
                <a:cs typeface="Rockwell"/>
              </a:rPr>
              <a:t>w</a:t>
            </a:r>
            <a:r>
              <a:rPr sz="1400" dirty="0">
                <a:latin typeface="Rockwell"/>
                <a:cs typeface="Rockwell"/>
              </a:rPr>
              <a:t>i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h 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he co</a:t>
            </a:r>
            <a:r>
              <a:rPr sz="1400" spc="-10" dirty="0">
                <a:latin typeface="Rockwell"/>
                <a:cs typeface="Rockwell"/>
              </a:rPr>
              <a:t>m</a:t>
            </a:r>
            <a:r>
              <a:rPr sz="1400" dirty="0">
                <a:latin typeface="Rockwell"/>
                <a:cs typeface="Rockwell"/>
              </a:rPr>
              <a:t>ple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ed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oducts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and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oducts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at</a:t>
            </a:r>
            <a:r>
              <a:rPr sz="1400" spc="-5" dirty="0">
                <a:latin typeface="Rockwell"/>
                <a:cs typeface="Rockwell"/>
              </a:rPr>
              <a:t> a</a:t>
            </a:r>
            <a:r>
              <a:rPr sz="1400" spc="-7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cu</a:t>
            </a:r>
            <a:r>
              <a:rPr sz="1400" spc="25" dirty="0">
                <a:latin typeface="Rockwell"/>
                <a:cs typeface="Rockwell"/>
              </a:rPr>
              <a:t>r</a:t>
            </a:r>
            <a:r>
              <a:rPr sz="1400" spc="-7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en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spc="-30" dirty="0">
                <a:latin typeface="Rockwell"/>
                <a:cs typeface="Rockwell"/>
              </a:rPr>
              <a:t>l</a:t>
            </a:r>
            <a:r>
              <a:rPr sz="1400" dirty="0">
                <a:latin typeface="Rockwell"/>
                <a:cs typeface="Rockwell"/>
              </a:rPr>
              <a:t>y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under d</a:t>
            </a:r>
            <a:r>
              <a:rPr sz="1400" spc="-55" dirty="0">
                <a:latin typeface="Rockwell"/>
                <a:cs typeface="Rockwell"/>
              </a:rPr>
              <a:t>e</a:t>
            </a:r>
            <a:r>
              <a:rPr sz="1400" spc="-45" dirty="0">
                <a:latin typeface="Rockwell"/>
                <a:cs typeface="Rockwell"/>
              </a:rPr>
              <a:t>v</a:t>
            </a:r>
            <a:r>
              <a:rPr sz="1400" spc="-5" dirty="0">
                <a:latin typeface="Rockwell"/>
                <a:cs typeface="Rockwell"/>
              </a:rPr>
              <a:t>elopmen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.</a:t>
            </a:r>
            <a:r>
              <a:rPr sz="1400" spc="-185" dirty="0">
                <a:latin typeface="Rockwell"/>
                <a:cs typeface="Rockwell"/>
              </a:rPr>
              <a:t> </a:t>
            </a:r>
            <a:r>
              <a:rPr sz="1400" spc="2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hi</a:t>
            </a:r>
            <a:r>
              <a:rPr sz="1400" dirty="0">
                <a:latin typeface="Rockwell"/>
                <a:cs typeface="Rockwell"/>
              </a:rPr>
              <a:t>s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spc="-5" dirty="0">
                <a:latin typeface="Rockwell"/>
                <a:cs typeface="Rockwell"/>
              </a:rPr>
              <a:t>mi</a:t>
            </a:r>
            <a:r>
              <a:rPr sz="1400" dirty="0">
                <a:latin typeface="Rockwell"/>
                <a:cs typeface="Rockwell"/>
              </a:rPr>
              <a:t>ght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spc="-75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equi</a:t>
            </a:r>
            <a:r>
              <a:rPr sz="1400" spc="-7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 </a:t>
            </a:r>
            <a:r>
              <a:rPr sz="1400" spc="-20" dirty="0">
                <a:latin typeface="Rockwell"/>
                <a:cs typeface="Rockwell"/>
              </a:rPr>
              <a:t>e</a:t>
            </a:r>
            <a:r>
              <a:rPr sz="1400" dirty="0">
                <a:latin typeface="Rockwell"/>
                <a:cs typeface="Rockwell"/>
              </a:rPr>
              <a:t>xt</a:t>
            </a:r>
            <a:r>
              <a:rPr sz="1400" spc="-4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a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spc="-55" dirty="0">
                <a:latin typeface="Rockwell"/>
                <a:cs typeface="Rockwell"/>
              </a:rPr>
              <a:t>w</a:t>
            </a:r>
            <a:r>
              <a:rPr sz="1400" spc="-5" dirty="0">
                <a:latin typeface="Rockwell"/>
                <a:cs typeface="Rockwell"/>
              </a:rPr>
              <a:t>o</a:t>
            </a:r>
            <a:r>
              <a:rPr sz="1400" spc="-25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k</a:t>
            </a:r>
            <a:r>
              <a:rPr sz="1400" dirty="0">
                <a:latin typeface="Rockwell"/>
                <a:cs typeface="Rockwell"/>
              </a:rPr>
              <a:t>,</a:t>
            </a:r>
            <a:r>
              <a:rPr sz="1400" spc="-13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as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he</a:t>
            </a:r>
            <a:r>
              <a:rPr sz="1400" spc="-75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 </a:t>
            </a:r>
            <a:r>
              <a:rPr sz="1400" spc="-10" dirty="0">
                <a:latin typeface="Rockwell"/>
                <a:cs typeface="Rockwell"/>
              </a:rPr>
              <a:t>m</a:t>
            </a:r>
            <a:r>
              <a:rPr sz="1400" spc="-25" dirty="0">
                <a:latin typeface="Rockwell"/>
                <a:cs typeface="Rockwell"/>
              </a:rPr>
              <a:t>a</a:t>
            </a:r>
            <a:r>
              <a:rPr sz="1400" dirty="0">
                <a:latin typeface="Rockwell"/>
                <a:cs typeface="Rockwell"/>
              </a:rPr>
              <a:t>y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be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spc="-7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eque</a:t>
            </a:r>
            <a:r>
              <a:rPr sz="1400" dirty="0">
                <a:latin typeface="Rockwell"/>
                <a:cs typeface="Rockwell"/>
              </a:rPr>
              <a:t>st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to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co</a:t>
            </a:r>
            <a:r>
              <a:rPr sz="1400" spc="-10" dirty="0">
                <a:latin typeface="Rockwell"/>
                <a:cs typeface="Rockwell"/>
              </a:rPr>
              <a:t>m</a:t>
            </a:r>
            <a:r>
              <a:rPr sz="1400" dirty="0">
                <a:latin typeface="Rockwell"/>
                <a:cs typeface="Rockwell"/>
              </a:rPr>
              <a:t>ple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spc="-5" dirty="0">
                <a:latin typeface="Rockwell"/>
                <a:cs typeface="Rockwell"/>
              </a:rPr>
              <a:t>on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spc="-5" dirty="0">
                <a:latin typeface="Rockwell"/>
                <a:cs typeface="Rockwell"/>
              </a:rPr>
              <a:t>o</a:t>
            </a:r>
            <a:r>
              <a:rPr sz="1400" dirty="0">
                <a:latin typeface="Rockwell"/>
                <a:cs typeface="Rockwell"/>
              </a:rPr>
              <a:t>f</a:t>
            </a:r>
            <a:r>
              <a:rPr sz="1400" spc="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 </a:t>
            </a:r>
            <a:r>
              <a:rPr sz="1400" spc="-1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oducts </a:t>
            </a:r>
            <a:r>
              <a:rPr sz="1400" spc="5" dirty="0">
                <a:latin typeface="Rockwell"/>
                <a:cs typeface="Rockwell"/>
              </a:rPr>
              <a:t>f</a:t>
            </a:r>
            <a:r>
              <a:rPr sz="1400" dirty="0">
                <a:latin typeface="Rockwell"/>
                <a:cs typeface="Rockwell"/>
              </a:rPr>
              <a:t>irst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be</a:t>
            </a:r>
            <a:r>
              <a:rPr sz="1400" spc="20" dirty="0">
                <a:latin typeface="Rockwell"/>
                <a:cs typeface="Rockwell"/>
              </a:rPr>
              <a:t>f</a:t>
            </a:r>
            <a:r>
              <a:rPr sz="1400" spc="-5" dirty="0">
                <a:latin typeface="Rockwell"/>
                <a:cs typeface="Rockwell"/>
              </a:rPr>
              <a:t>o</a:t>
            </a:r>
            <a:r>
              <a:rPr sz="1400" spc="-75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shut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i</a:t>
            </a:r>
            <a:r>
              <a:rPr sz="1400" spc="-5" dirty="0">
                <a:latin typeface="Rockwell"/>
                <a:cs typeface="Rockwell"/>
              </a:rPr>
              <a:t>n</a:t>
            </a:r>
            <a:r>
              <a:rPr sz="1400" dirty="0">
                <a:latin typeface="Rockwell"/>
                <a:cs typeface="Rockwell"/>
              </a:rPr>
              <a:t>g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65" dirty="0">
                <a:latin typeface="Rockwell"/>
                <a:cs typeface="Rockwell"/>
              </a:rPr>
              <a:t>o</a:t>
            </a:r>
            <a:r>
              <a:rPr sz="1400" spc="-5" dirty="0">
                <a:latin typeface="Rockwell"/>
                <a:cs typeface="Rockwell"/>
              </a:rPr>
              <a:t>wn.</a:t>
            </a:r>
            <a:endParaRPr sz="1400" dirty="0">
              <a:latin typeface="Rockwell"/>
              <a:cs typeface="Rockwell"/>
            </a:endParaRPr>
          </a:p>
          <a:p>
            <a:pPr>
              <a:spcBef>
                <a:spcPts val="12"/>
              </a:spcBef>
              <a:buFont typeface="Rockwell"/>
              <a:buChar char="•"/>
            </a:pPr>
            <a:endParaRPr sz="1450" dirty="0">
              <a:latin typeface="Times New Roman"/>
              <a:cs typeface="Times New Roman"/>
            </a:endParaRPr>
          </a:p>
          <a:p>
            <a:pPr marL="12700" marR="218440">
              <a:buFont typeface="Rockwell"/>
              <a:buChar char="•"/>
              <a:tabLst>
                <a:tab pos="120014" algn="l"/>
              </a:tabLst>
            </a:pPr>
            <a:r>
              <a:rPr sz="1400" dirty="0">
                <a:latin typeface="Rockwell"/>
                <a:cs typeface="Rockwell"/>
              </a:rPr>
              <a:t>Last</a:t>
            </a:r>
            <a:r>
              <a:rPr sz="1400" spc="-30" dirty="0">
                <a:latin typeface="Rockwell"/>
                <a:cs typeface="Rockwell"/>
              </a:rPr>
              <a:t>l</a:t>
            </a:r>
            <a:r>
              <a:rPr sz="1400" spc="-145" dirty="0">
                <a:latin typeface="Rockwell"/>
                <a:cs typeface="Rockwell"/>
              </a:rPr>
              <a:t>y</a:t>
            </a:r>
            <a:r>
              <a:rPr sz="1400" dirty="0">
                <a:latin typeface="Rockwell"/>
                <a:cs typeface="Rockwell"/>
              </a:rPr>
              <a:t>,</a:t>
            </a:r>
            <a:r>
              <a:rPr sz="1400" spc="-14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seek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ap</a:t>
            </a:r>
            <a:r>
              <a:rPr sz="1400" spc="-5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spc="-65" dirty="0">
                <a:latin typeface="Rockwell"/>
                <a:cs typeface="Rockwell"/>
              </a:rPr>
              <a:t>o</a:t>
            </a:r>
            <a:r>
              <a:rPr sz="1400" spc="-30" dirty="0">
                <a:latin typeface="Rockwell"/>
                <a:cs typeface="Rockwell"/>
              </a:rPr>
              <a:t>v</a:t>
            </a:r>
            <a:r>
              <a:rPr sz="1400" dirty="0">
                <a:latin typeface="Rockwell"/>
                <a:cs typeface="Rockwell"/>
              </a:rPr>
              <a:t>al</a:t>
            </a:r>
            <a:r>
              <a:rPr sz="1400" spc="-1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f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om</a:t>
            </a:r>
            <a:r>
              <a:rPr sz="1400" spc="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 P</a:t>
            </a:r>
            <a:r>
              <a:rPr sz="1400" spc="-65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oject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Bo</a:t>
            </a:r>
            <a:r>
              <a:rPr sz="1400" spc="-5" dirty="0">
                <a:latin typeface="Rockwell"/>
                <a:cs typeface="Rockwell"/>
              </a:rPr>
              <a:t>a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at 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oject</a:t>
            </a:r>
            <a:r>
              <a:rPr sz="1400" spc="-10" dirty="0">
                <a:latin typeface="Rockwell"/>
                <a:cs typeface="Rockwell"/>
              </a:rPr>
              <a:t> </a:t>
            </a:r>
            <a:r>
              <a:rPr sz="1400" spc="-75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esou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ces</a:t>
            </a:r>
            <a:r>
              <a:rPr sz="1400" spc="-5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can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be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spc="-7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ele</a:t>
            </a:r>
            <a:r>
              <a:rPr sz="1400" spc="-5" dirty="0">
                <a:latin typeface="Rockwell"/>
                <a:cs typeface="Rockwell"/>
              </a:rPr>
              <a:t>a</a:t>
            </a:r>
            <a:r>
              <a:rPr sz="1400" dirty="0">
                <a:latin typeface="Rockwell"/>
                <a:cs typeface="Rockwell"/>
              </a:rPr>
              <a:t>sed,</a:t>
            </a:r>
            <a:r>
              <a:rPr sz="1400" spc="-14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so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at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he </a:t>
            </a:r>
            <a:r>
              <a:rPr sz="1400" spc="-1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oject can</a:t>
            </a:r>
            <a:r>
              <a:rPr sz="1400" spc="-3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st</a:t>
            </a:r>
            <a:r>
              <a:rPr sz="1400" spc="-5" dirty="0">
                <a:latin typeface="Rockwell"/>
                <a:cs typeface="Rockwell"/>
              </a:rPr>
              <a:t>o</a:t>
            </a:r>
            <a:r>
              <a:rPr sz="1400" dirty="0">
                <a:latin typeface="Rockwell"/>
                <a:cs typeface="Rockwell"/>
              </a:rPr>
              <a:t>p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b</a:t>
            </a:r>
            <a:r>
              <a:rPr sz="1400" spc="-5" dirty="0">
                <a:latin typeface="Rockwell"/>
                <a:cs typeface="Rockwell"/>
              </a:rPr>
              <a:t>ein</a:t>
            </a:r>
            <a:r>
              <a:rPr sz="1400" dirty="0">
                <a:latin typeface="Rockwell"/>
                <a:cs typeface="Rockwell"/>
              </a:rPr>
              <a:t>g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cha</a:t>
            </a:r>
            <a:r>
              <a:rPr sz="1400" spc="-40" dirty="0">
                <a:latin typeface="Rockwell"/>
                <a:cs typeface="Rockwell"/>
              </a:rPr>
              <a:t>r</a:t>
            </a:r>
            <a:r>
              <a:rPr sz="1400" spc="-30" dirty="0">
                <a:latin typeface="Rockwell"/>
                <a:cs typeface="Rockwell"/>
              </a:rPr>
              <a:t>g</a:t>
            </a:r>
            <a:r>
              <a:rPr sz="1400" spc="-5" dirty="0">
                <a:latin typeface="Rockwell"/>
                <a:cs typeface="Rockwell"/>
              </a:rPr>
              <a:t>e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40" dirty="0">
                <a:latin typeface="Rockwell"/>
                <a:cs typeface="Rockwell"/>
              </a:rPr>
              <a:t> </a:t>
            </a:r>
            <a:r>
              <a:rPr sz="1400" spc="20" dirty="0">
                <a:latin typeface="Rockwell"/>
                <a:cs typeface="Rockwell"/>
              </a:rPr>
              <a:t>f</a:t>
            </a:r>
            <a:r>
              <a:rPr sz="1400" spc="-5" dirty="0">
                <a:latin typeface="Rockwell"/>
                <a:cs typeface="Rockwell"/>
              </a:rPr>
              <a:t>o</a:t>
            </a:r>
            <a:r>
              <a:rPr sz="1400" dirty="0">
                <a:latin typeface="Rockwell"/>
                <a:cs typeface="Rockwell"/>
              </a:rPr>
              <a:t>r</a:t>
            </a:r>
            <a:r>
              <a:rPr sz="1400" spc="1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he</a:t>
            </a:r>
            <a:r>
              <a:rPr sz="1400" dirty="0">
                <a:latin typeface="Rockwell"/>
                <a:cs typeface="Rockwell"/>
              </a:rPr>
              <a:t>se</a:t>
            </a:r>
            <a:r>
              <a:rPr sz="1400" spc="-30" dirty="0">
                <a:latin typeface="Rockwell"/>
                <a:cs typeface="Rockwell"/>
              </a:rPr>
              <a:t> </a:t>
            </a:r>
            <a:r>
              <a:rPr sz="1400" spc="-7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e</a:t>
            </a:r>
            <a:r>
              <a:rPr sz="1400" dirty="0">
                <a:latin typeface="Rockwell"/>
                <a:cs typeface="Rockwell"/>
              </a:rPr>
              <a:t>s</a:t>
            </a:r>
            <a:r>
              <a:rPr sz="1400" spc="-5" dirty="0">
                <a:latin typeface="Rockwell"/>
                <a:cs typeface="Rockwell"/>
              </a:rPr>
              <a:t>ou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ces.</a:t>
            </a:r>
          </a:p>
          <a:p>
            <a:pPr>
              <a:spcBef>
                <a:spcPts val="13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 marR="71120"/>
            <a:r>
              <a:rPr sz="1400" dirty="0">
                <a:latin typeface="Rockwell"/>
                <a:cs typeface="Rockwell"/>
              </a:rPr>
              <a:t>Once</a:t>
            </a:r>
            <a:r>
              <a:rPr sz="1400" spc="-3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is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is don</a:t>
            </a:r>
            <a:r>
              <a:rPr sz="1400" spc="-30" dirty="0">
                <a:latin typeface="Rockwell"/>
                <a:cs typeface="Rockwell"/>
              </a:rPr>
              <a:t>e</a:t>
            </a:r>
            <a:r>
              <a:rPr sz="1400" dirty="0">
                <a:latin typeface="Rockwell"/>
                <a:cs typeface="Rockwell"/>
              </a:rPr>
              <a:t>,</a:t>
            </a:r>
            <a:r>
              <a:rPr sz="1400" spc="-12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 </a:t>
            </a:r>
            <a:r>
              <a:rPr sz="1400" spc="-5" dirty="0">
                <a:latin typeface="Rockwell"/>
                <a:cs typeface="Rockwell"/>
              </a:rPr>
              <a:t>P</a:t>
            </a:r>
            <a:r>
              <a:rPr sz="1400" spc="-65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ojec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25" dirty="0">
                <a:latin typeface="Rockwell"/>
                <a:cs typeface="Rockwell"/>
              </a:rPr>
              <a:t> </a:t>
            </a:r>
            <a:r>
              <a:rPr sz="1400" spc="-5" dirty="0">
                <a:latin typeface="Rockwell"/>
                <a:cs typeface="Rockwell"/>
              </a:rPr>
              <a:t>M</a:t>
            </a:r>
            <a:r>
              <a:rPr sz="1400" dirty="0">
                <a:latin typeface="Rockwell"/>
                <a:cs typeface="Rockwell"/>
              </a:rPr>
              <a:t>ana</a:t>
            </a:r>
            <a:r>
              <a:rPr sz="1400" spc="-35" dirty="0">
                <a:latin typeface="Rockwell"/>
                <a:cs typeface="Rockwell"/>
              </a:rPr>
              <a:t>g</a:t>
            </a:r>
            <a:r>
              <a:rPr sz="1400" spc="-5" dirty="0">
                <a:latin typeface="Rockwell"/>
                <a:cs typeface="Rockwell"/>
              </a:rPr>
              <a:t>e</a:t>
            </a:r>
            <a:r>
              <a:rPr sz="1400" dirty="0">
                <a:latin typeface="Rockwell"/>
                <a:cs typeface="Rockwell"/>
              </a:rPr>
              <a:t>r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w</a:t>
            </a:r>
            <a:r>
              <a:rPr sz="1400" spc="-5" dirty="0">
                <a:latin typeface="Rockwell"/>
                <a:cs typeface="Rockwell"/>
              </a:rPr>
              <a:t>i</a:t>
            </a:r>
            <a:r>
              <a:rPr sz="1400" dirty="0">
                <a:latin typeface="Rockwell"/>
                <a:cs typeface="Rockwell"/>
              </a:rPr>
              <a:t>ll</a:t>
            </a:r>
            <a:r>
              <a:rPr sz="1400" spc="-10" dirty="0">
                <a:latin typeface="Rockwell"/>
                <a:cs typeface="Rockwell"/>
              </a:rPr>
              <a:t> </a:t>
            </a:r>
            <a:r>
              <a:rPr sz="1400" spc="20" dirty="0">
                <a:latin typeface="Rockwell"/>
                <a:cs typeface="Rockwell"/>
              </a:rPr>
              <a:t>f</a:t>
            </a:r>
            <a:r>
              <a:rPr sz="1400" spc="-5" dirty="0">
                <a:latin typeface="Rockwell"/>
                <a:cs typeface="Rockwell"/>
              </a:rPr>
              <a:t>oll</a:t>
            </a:r>
            <a:r>
              <a:rPr sz="1400" spc="-65" dirty="0">
                <a:latin typeface="Rockwell"/>
                <a:cs typeface="Rockwell"/>
              </a:rPr>
              <a:t>o</a:t>
            </a:r>
            <a:r>
              <a:rPr sz="1400" dirty="0">
                <a:latin typeface="Rockwell"/>
                <a:cs typeface="Rockwell"/>
              </a:rPr>
              <a:t>w</a:t>
            </a:r>
            <a:r>
              <a:rPr sz="1400" spc="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 </a:t>
            </a:r>
            <a:r>
              <a:rPr sz="1400" spc="-5" dirty="0">
                <a:latin typeface="Rockwell"/>
                <a:cs typeface="Rockwell"/>
              </a:rPr>
              <a:t>n</a:t>
            </a:r>
            <a:r>
              <a:rPr sz="1400" spc="-20" dirty="0">
                <a:latin typeface="Rockwell"/>
                <a:cs typeface="Rockwell"/>
              </a:rPr>
              <a:t>e</a:t>
            </a:r>
            <a:r>
              <a:rPr sz="1400" dirty="0">
                <a:latin typeface="Rockwell"/>
                <a:cs typeface="Rockwell"/>
              </a:rPr>
              <a:t>xt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ac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spc="-30" dirty="0">
                <a:latin typeface="Rockwell"/>
                <a:cs typeface="Rockwell"/>
              </a:rPr>
              <a:t>i</a:t>
            </a:r>
            <a:r>
              <a:rPr sz="1400" spc="-10" dirty="0">
                <a:latin typeface="Rockwell"/>
                <a:cs typeface="Rockwell"/>
              </a:rPr>
              <a:t>v</a:t>
            </a:r>
            <a:r>
              <a:rPr sz="1400" dirty="0">
                <a:latin typeface="Rockwell"/>
                <a:cs typeface="Rockwell"/>
              </a:rPr>
              <a:t>i</a:t>
            </a:r>
            <a:r>
              <a:rPr sz="1400" spc="-10" dirty="0">
                <a:latin typeface="Rockwell"/>
                <a:cs typeface="Rockwell"/>
              </a:rPr>
              <a:t>t</a:t>
            </a:r>
            <a:r>
              <a:rPr sz="1400" dirty="0">
                <a:latin typeface="Rockwell"/>
                <a:cs typeface="Rockwell"/>
              </a:rPr>
              <a:t>ies </a:t>
            </a:r>
            <a:r>
              <a:rPr sz="1400" spc="-30" dirty="0">
                <a:latin typeface="Rockwell"/>
                <a:cs typeface="Rockwell"/>
              </a:rPr>
              <a:t>w</a:t>
            </a:r>
            <a:r>
              <a:rPr sz="1400" spc="-5" dirty="0">
                <a:latin typeface="Rockwell"/>
                <a:cs typeface="Rockwell"/>
              </a:rPr>
              <a:t>hic</a:t>
            </a:r>
            <a:r>
              <a:rPr sz="1400" dirty="0">
                <a:latin typeface="Rockwell"/>
                <a:cs typeface="Rockwell"/>
              </a:rPr>
              <a:t>h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</a:t>
            </a:r>
            <a:r>
              <a:rPr sz="1400" spc="-75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to</a:t>
            </a:r>
            <a:r>
              <a:rPr sz="1400" spc="-5" dirty="0">
                <a:latin typeface="Rockwell"/>
                <a:cs typeface="Rockwell"/>
              </a:rPr>
              <a:t> h</a:t>
            </a:r>
            <a:r>
              <a:rPr sz="1400" spc="-10" dirty="0">
                <a:latin typeface="Rockwell"/>
                <a:cs typeface="Rockwell"/>
              </a:rPr>
              <a:t>a</a:t>
            </a:r>
            <a:r>
              <a:rPr sz="1400" spc="-5" dirty="0">
                <a:latin typeface="Rockwell"/>
                <a:cs typeface="Rockwell"/>
              </a:rPr>
              <a:t>n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spc="-65" dirty="0">
                <a:latin typeface="Rockwell"/>
                <a:cs typeface="Rockwell"/>
              </a:rPr>
              <a:t>o</a:t>
            </a:r>
            <a:r>
              <a:rPr sz="1400" spc="-45" dirty="0">
                <a:latin typeface="Rockwell"/>
                <a:cs typeface="Rockwell"/>
              </a:rPr>
              <a:t>v</a:t>
            </a:r>
            <a:r>
              <a:rPr sz="1400" spc="-5" dirty="0">
                <a:latin typeface="Rockwell"/>
                <a:cs typeface="Rockwell"/>
              </a:rPr>
              <a:t>e</a:t>
            </a:r>
            <a:r>
              <a:rPr sz="1400" dirty="0">
                <a:latin typeface="Rockwell"/>
                <a:cs typeface="Rockwell"/>
              </a:rPr>
              <a:t>r</a:t>
            </a:r>
            <a:r>
              <a:rPr sz="1400" spc="1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1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oducts, </a:t>
            </a:r>
            <a:r>
              <a:rPr sz="1400" dirty="0">
                <a:latin typeface="Rockwell"/>
                <a:cs typeface="Rockwell"/>
              </a:rPr>
              <a:t>comp</a:t>
            </a:r>
            <a:r>
              <a:rPr sz="1400" spc="-10" dirty="0">
                <a:latin typeface="Rockwell"/>
                <a:cs typeface="Rockwell"/>
              </a:rPr>
              <a:t>l</a:t>
            </a:r>
            <a:r>
              <a:rPr sz="1400" spc="-5" dirty="0">
                <a:latin typeface="Rockwell"/>
                <a:cs typeface="Rockwell"/>
              </a:rPr>
              <a:t>et</a:t>
            </a:r>
            <a:r>
              <a:rPr sz="1400" dirty="0">
                <a:latin typeface="Rockwell"/>
                <a:cs typeface="Rockwell"/>
              </a:rPr>
              <a:t>e</a:t>
            </a:r>
            <a:r>
              <a:rPr sz="1400" spc="-3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h</a:t>
            </a:r>
            <a:r>
              <a:rPr sz="1400" dirty="0">
                <a:latin typeface="Rockwell"/>
                <a:cs typeface="Rockwell"/>
              </a:rPr>
              <a:t>e </a:t>
            </a:r>
            <a:r>
              <a:rPr sz="1400" spc="-10" dirty="0">
                <a:latin typeface="Rockwell"/>
                <a:cs typeface="Rockwell"/>
              </a:rPr>
              <a:t>E</a:t>
            </a:r>
            <a:r>
              <a:rPr sz="1400" spc="-5" dirty="0">
                <a:latin typeface="Rockwell"/>
                <a:cs typeface="Rockwell"/>
              </a:rPr>
              <a:t>n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5" dirty="0">
                <a:latin typeface="Rockwell"/>
                <a:cs typeface="Rockwell"/>
              </a:rPr>
              <a:t> 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ojec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Repo</a:t>
            </a:r>
            <a:r>
              <a:rPr sz="1400" spc="20" dirty="0">
                <a:latin typeface="Rockwell"/>
                <a:cs typeface="Rockwell"/>
              </a:rPr>
              <a:t>r</a:t>
            </a:r>
            <a:r>
              <a:rPr sz="1400" dirty="0">
                <a:latin typeface="Rockwell"/>
                <a:cs typeface="Rockwell"/>
              </a:rPr>
              <a:t>t,</a:t>
            </a:r>
            <a:r>
              <a:rPr sz="1400" spc="-13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and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spc="-7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ecom</a:t>
            </a:r>
            <a:r>
              <a:rPr sz="1400" spc="-10" dirty="0">
                <a:latin typeface="Rockwell"/>
                <a:cs typeface="Rockwell"/>
              </a:rPr>
              <a:t>m</a:t>
            </a:r>
            <a:r>
              <a:rPr sz="1400" spc="-5" dirty="0">
                <a:latin typeface="Rockwell"/>
                <a:cs typeface="Rockwell"/>
              </a:rPr>
              <a:t>en</a:t>
            </a:r>
            <a:r>
              <a:rPr sz="1400" dirty="0">
                <a:latin typeface="Rockwell"/>
                <a:cs typeface="Rockwell"/>
              </a:rPr>
              <a:t>d</a:t>
            </a:r>
            <a:r>
              <a:rPr sz="1400" spc="-20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p</a:t>
            </a:r>
            <a:r>
              <a:rPr sz="1400" spc="-60" dirty="0">
                <a:latin typeface="Rockwell"/>
                <a:cs typeface="Rockwell"/>
              </a:rPr>
              <a:t>r</a:t>
            </a:r>
            <a:r>
              <a:rPr sz="1400" spc="-5" dirty="0">
                <a:latin typeface="Rockwell"/>
                <a:cs typeface="Rockwell"/>
              </a:rPr>
              <a:t>ojec</a:t>
            </a:r>
            <a:r>
              <a:rPr sz="1400" dirty="0">
                <a:latin typeface="Rockwell"/>
                <a:cs typeface="Rockwell"/>
              </a:rPr>
              <a:t>t</a:t>
            </a:r>
            <a:r>
              <a:rPr sz="1400" spc="-5" dirty="0">
                <a:latin typeface="Rockwell"/>
                <a:cs typeface="Rockwell"/>
              </a:rPr>
              <a:t> </a:t>
            </a:r>
            <a:r>
              <a:rPr sz="1400" dirty="0">
                <a:latin typeface="Rockwell"/>
                <a:cs typeface="Rockwell"/>
              </a:rPr>
              <a:t>c</a:t>
            </a:r>
            <a:r>
              <a:rPr sz="1400" spc="-5" dirty="0">
                <a:latin typeface="Rockwell"/>
                <a:cs typeface="Rockwell"/>
              </a:rPr>
              <a:t>lo</a:t>
            </a:r>
            <a:r>
              <a:rPr sz="1400" dirty="0">
                <a:latin typeface="Rockwell"/>
                <a:cs typeface="Rockwell"/>
              </a:rPr>
              <a:t>su</a:t>
            </a:r>
            <a:r>
              <a:rPr sz="1400" spc="-70" dirty="0">
                <a:latin typeface="Rockwell"/>
                <a:cs typeface="Rockwell"/>
              </a:rPr>
              <a:t>r</a:t>
            </a:r>
            <a:r>
              <a:rPr sz="1400" spc="-25" dirty="0">
                <a:latin typeface="Rockwell"/>
                <a:cs typeface="Rockwell"/>
              </a:rPr>
              <a:t>e</a:t>
            </a:r>
            <a:r>
              <a:rPr sz="1400" dirty="0">
                <a:latin typeface="Rockwell"/>
                <a:cs typeface="Rockwell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Closing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174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2871" y="932594"/>
            <a:ext cx="10874427" cy="51861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Closing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909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548955"/>
            <a:ext cx="419725" cy="5906481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5437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2830" y="744856"/>
            <a:ext cx="10986339" cy="5416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00" spc="-5" dirty="0">
                <a:latin typeface="Rockwell"/>
                <a:cs typeface="Rockwell"/>
              </a:rPr>
              <a:t>PR</a:t>
            </a:r>
            <a:r>
              <a:rPr sz="1600" spc="5" dirty="0">
                <a:latin typeface="Rockwell"/>
                <a:cs typeface="Rockwell"/>
              </a:rPr>
              <a:t>I</a:t>
            </a:r>
            <a:r>
              <a:rPr sz="1600" spc="-5" dirty="0">
                <a:latin typeface="Rockwell"/>
                <a:cs typeface="Rockwell"/>
              </a:rPr>
              <a:t>NCE</a:t>
            </a:r>
            <a:r>
              <a:rPr sz="1600" dirty="0">
                <a:latin typeface="Rockwell"/>
                <a:cs typeface="Rockwell"/>
              </a:rPr>
              <a:t>2</a:t>
            </a:r>
            <a:r>
              <a:rPr sz="1600" spc="-35" dirty="0">
                <a:latin typeface="Rockwell"/>
                <a:cs typeface="Rockwell"/>
              </a:rPr>
              <a:t> 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ecom</a:t>
            </a:r>
            <a:r>
              <a:rPr sz="1600" spc="-10" dirty="0">
                <a:latin typeface="Rockwell"/>
                <a:cs typeface="Rockwell"/>
              </a:rPr>
              <a:t>m</a:t>
            </a:r>
            <a:r>
              <a:rPr sz="1600" spc="-5" dirty="0">
                <a:latin typeface="Rockwell"/>
                <a:cs typeface="Rockwell"/>
              </a:rPr>
              <a:t>end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15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oll</a:t>
            </a:r>
            <a:r>
              <a:rPr sz="1600" spc="-6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in</a:t>
            </a:r>
            <a:r>
              <a:rPr sz="1600" dirty="0">
                <a:latin typeface="Rockwell"/>
                <a:cs typeface="Rockwell"/>
              </a:rPr>
              <a:t>g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in </a:t>
            </a:r>
            <a:r>
              <a:rPr sz="1600" b="1" dirty="0">
                <a:latin typeface="Rockwell"/>
                <a:cs typeface="Rockwell"/>
              </a:rPr>
              <a:t>Han</a:t>
            </a:r>
            <a:r>
              <a:rPr sz="1600" b="1" spc="-5" dirty="0">
                <a:latin typeface="Rockwell"/>
                <a:cs typeface="Rockwell"/>
              </a:rPr>
              <a:t>d</a:t>
            </a:r>
            <a:r>
              <a:rPr sz="1600" b="1" spc="-25" dirty="0">
                <a:latin typeface="Rockwell"/>
                <a:cs typeface="Rockwell"/>
              </a:rPr>
              <a:t>o</a:t>
            </a:r>
            <a:r>
              <a:rPr sz="1600" b="1" spc="-40" dirty="0">
                <a:latin typeface="Rockwell"/>
                <a:cs typeface="Rockwell"/>
              </a:rPr>
              <a:t>v</a:t>
            </a:r>
            <a:r>
              <a:rPr sz="1600" b="1" spc="-5" dirty="0">
                <a:latin typeface="Rockwell"/>
                <a:cs typeface="Rockwell"/>
              </a:rPr>
              <a:t>e</a:t>
            </a:r>
            <a:r>
              <a:rPr sz="1600" b="1" dirty="0">
                <a:latin typeface="Rockwell"/>
                <a:cs typeface="Rockwell"/>
              </a:rPr>
              <a:t>r</a:t>
            </a:r>
            <a:r>
              <a:rPr sz="1600" b="1" spc="-25" dirty="0">
                <a:latin typeface="Rockwell"/>
                <a:cs typeface="Rockwell"/>
              </a:rPr>
              <a:t> </a:t>
            </a:r>
            <a:r>
              <a:rPr sz="1600" b="1" dirty="0">
                <a:latin typeface="Rockwell"/>
                <a:cs typeface="Rockwell"/>
              </a:rPr>
              <a:t>p</a:t>
            </a:r>
            <a:r>
              <a:rPr sz="1600" b="1" spc="-10" dirty="0">
                <a:latin typeface="Rockwell"/>
                <a:cs typeface="Rockwell"/>
              </a:rPr>
              <a:t>r</a:t>
            </a:r>
            <a:r>
              <a:rPr sz="1600" b="1" spc="-5" dirty="0">
                <a:latin typeface="Rockwell"/>
                <a:cs typeface="Rockwell"/>
              </a:rPr>
              <a:t>oduct</a:t>
            </a:r>
            <a:r>
              <a:rPr sz="1600" b="1" dirty="0">
                <a:latin typeface="Rockwell"/>
                <a:cs typeface="Rockwell"/>
              </a:rPr>
              <a:t>s</a:t>
            </a:r>
            <a:r>
              <a:rPr sz="1600" b="1" spc="-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ac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spc="-30" dirty="0">
                <a:latin typeface="Rockwell"/>
                <a:cs typeface="Rockwell"/>
              </a:rPr>
              <a:t>i</a:t>
            </a:r>
            <a:r>
              <a:rPr sz="1600" spc="-10" dirty="0">
                <a:latin typeface="Rockwell"/>
                <a:cs typeface="Rockwell"/>
              </a:rPr>
              <a:t>v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ies:</a:t>
            </a:r>
          </a:p>
          <a:p>
            <a:pPr>
              <a:spcBef>
                <a:spcPts val="1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/>
            <a:r>
              <a:rPr sz="1600" b="1" spc="-140" dirty="0">
                <a:latin typeface="Rockwell"/>
                <a:cs typeface="Rockwell"/>
              </a:rPr>
              <a:t>F</a:t>
            </a:r>
            <a:r>
              <a:rPr sz="1600" b="1" spc="-5" dirty="0">
                <a:latin typeface="Rockwell"/>
                <a:cs typeface="Rockwell"/>
              </a:rPr>
              <a:t>o</a:t>
            </a:r>
            <a:r>
              <a:rPr sz="1600" b="1" spc="-10" dirty="0">
                <a:latin typeface="Rockwell"/>
                <a:cs typeface="Rockwell"/>
              </a:rPr>
              <a:t>ll</a:t>
            </a:r>
            <a:r>
              <a:rPr sz="1600" b="1" spc="-25" dirty="0">
                <a:latin typeface="Rockwell"/>
                <a:cs typeface="Rockwell"/>
              </a:rPr>
              <a:t>o</a:t>
            </a:r>
            <a:r>
              <a:rPr sz="1600" b="1" dirty="0">
                <a:latin typeface="Rockwell"/>
                <a:cs typeface="Rockwell"/>
              </a:rPr>
              <a:t>w</a:t>
            </a:r>
            <a:r>
              <a:rPr sz="1600" b="1" spc="-20" dirty="0">
                <a:latin typeface="Rockwell"/>
                <a:cs typeface="Rockwell"/>
              </a:rPr>
              <a:t> </a:t>
            </a:r>
            <a:r>
              <a:rPr sz="1600" b="1" spc="-5" dirty="0">
                <a:latin typeface="Rockwell"/>
                <a:cs typeface="Rockwell"/>
              </a:rPr>
              <a:t>o</a:t>
            </a:r>
            <a:r>
              <a:rPr sz="1600" b="1" dirty="0">
                <a:latin typeface="Rockwell"/>
                <a:cs typeface="Rockwell"/>
              </a:rPr>
              <a:t>n</a:t>
            </a:r>
            <a:r>
              <a:rPr sz="1600" b="1" spc="-5" dirty="0">
                <a:latin typeface="Rockwell"/>
                <a:cs typeface="Rockwell"/>
              </a:rPr>
              <a:t> A</a:t>
            </a:r>
            <a:r>
              <a:rPr sz="1600" b="1" dirty="0">
                <a:latin typeface="Rockwell"/>
                <a:cs typeface="Rockwell"/>
              </a:rPr>
              <a:t>c</a:t>
            </a:r>
            <a:r>
              <a:rPr sz="1600" b="1" spc="-5" dirty="0">
                <a:latin typeface="Rockwell"/>
                <a:cs typeface="Rockwell"/>
              </a:rPr>
              <a:t>t</a:t>
            </a:r>
            <a:r>
              <a:rPr sz="1600" b="1" spc="-10" dirty="0">
                <a:latin typeface="Rockwell"/>
                <a:cs typeface="Rockwell"/>
              </a:rPr>
              <a:t>i</a:t>
            </a:r>
            <a:r>
              <a:rPr sz="1600" b="1" spc="-5" dirty="0">
                <a:latin typeface="Rockwell"/>
                <a:cs typeface="Rockwell"/>
              </a:rPr>
              <a:t>o</a:t>
            </a:r>
            <a:r>
              <a:rPr sz="1600" b="1" dirty="0">
                <a:latin typeface="Rockwell"/>
                <a:cs typeface="Rockwell"/>
              </a:rPr>
              <a:t>n</a:t>
            </a:r>
            <a:r>
              <a:rPr sz="1600" b="1" spc="-5" dirty="0">
                <a:latin typeface="Rockwell"/>
                <a:cs typeface="Rockwell"/>
              </a:rPr>
              <a:t> </a:t>
            </a:r>
            <a:r>
              <a:rPr sz="1600" b="1" dirty="0">
                <a:latin typeface="Rockwell"/>
                <a:cs typeface="Rockwell"/>
              </a:rPr>
              <a:t>Recommend</a:t>
            </a:r>
            <a:r>
              <a:rPr sz="1600" b="1" spc="-10" dirty="0">
                <a:latin typeface="Rockwell"/>
                <a:cs typeface="Rockwell"/>
              </a:rPr>
              <a:t>a</a:t>
            </a:r>
            <a:r>
              <a:rPr sz="1600" b="1" spc="-5" dirty="0">
                <a:latin typeface="Rockwell"/>
                <a:cs typeface="Rockwell"/>
              </a:rPr>
              <a:t>t</a:t>
            </a:r>
            <a:r>
              <a:rPr sz="1600" b="1" spc="-10" dirty="0">
                <a:latin typeface="Rockwell"/>
                <a:cs typeface="Rockwell"/>
              </a:rPr>
              <a:t>i</a:t>
            </a:r>
            <a:r>
              <a:rPr sz="1600" b="1" spc="-5" dirty="0">
                <a:latin typeface="Rockwell"/>
                <a:cs typeface="Rockwell"/>
              </a:rPr>
              <a:t>ons</a:t>
            </a:r>
            <a:endParaRPr sz="1600" dirty="0">
              <a:latin typeface="Rockwell"/>
              <a:cs typeface="Rockwell"/>
            </a:endParaRPr>
          </a:p>
          <a:p>
            <a:pPr>
              <a:spcBef>
                <a:spcPts val="12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163830">
              <a:buFont typeface="Rockwell"/>
              <a:buChar char="•"/>
              <a:tabLst>
                <a:tab pos="120014" algn="l"/>
              </a:tabLst>
            </a:pPr>
            <a:r>
              <a:rPr sz="1600" dirty="0">
                <a:latin typeface="Rockwell"/>
                <a:cs typeface="Rockwell"/>
              </a:rPr>
              <a:t>P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epa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15" dirty="0">
                <a:latin typeface="Rockwell"/>
                <a:cs typeface="Rockwell"/>
              </a:rPr>
              <a:t>f</a:t>
            </a:r>
            <a:r>
              <a:rPr sz="1600" dirty="0">
                <a:latin typeface="Rockwell"/>
                <a:cs typeface="Rockwell"/>
              </a:rPr>
              <a:t>ol</a:t>
            </a:r>
            <a:r>
              <a:rPr sz="1600" spc="-5" dirty="0">
                <a:latin typeface="Rockwell"/>
                <a:cs typeface="Rockwell"/>
              </a:rPr>
              <a:t>l</a:t>
            </a:r>
            <a:r>
              <a:rPr sz="1600" spc="-6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-</a:t>
            </a:r>
            <a:r>
              <a:rPr sz="1600" dirty="0">
                <a:latin typeface="Rockwell"/>
                <a:cs typeface="Rockwell"/>
              </a:rPr>
              <a:t>up 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n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ac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ion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ecom</a:t>
            </a:r>
            <a:r>
              <a:rPr sz="1600" spc="-10" dirty="0">
                <a:latin typeface="Rockwell"/>
                <a:cs typeface="Rockwell"/>
              </a:rPr>
              <a:t>m</a:t>
            </a:r>
            <a:r>
              <a:rPr sz="1600" spc="-5" dirty="0">
                <a:latin typeface="Rockwell"/>
                <a:cs typeface="Rockwell"/>
              </a:rPr>
              <a:t>enda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ions</a:t>
            </a:r>
            <a:r>
              <a:rPr sz="1600" spc="-40" dirty="0">
                <a:latin typeface="Rockwell"/>
                <a:cs typeface="Rockwell"/>
              </a:rPr>
              <a:t> </a:t>
            </a:r>
            <a:r>
              <a:rPr sz="1600" spc="2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r 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oducts</a:t>
            </a:r>
            <a:r>
              <a:rPr sz="1600" dirty="0">
                <a:latin typeface="Rockwell"/>
                <a:cs typeface="Rockwell"/>
              </a:rPr>
              <a:t>.</a:t>
            </a:r>
            <a:r>
              <a:rPr sz="1600" spc="-185" dirty="0">
                <a:latin typeface="Rockwell"/>
                <a:cs typeface="Rockwell"/>
              </a:rPr>
              <a:t> </a:t>
            </a:r>
            <a:r>
              <a:rPr sz="1600" spc="2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hes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most</a:t>
            </a:r>
            <a:r>
              <a:rPr sz="1600" spc="-30" dirty="0">
                <a:latin typeface="Rockwell"/>
                <a:cs typeface="Rockwell"/>
              </a:rPr>
              <a:t>l</a:t>
            </a:r>
            <a:r>
              <a:rPr sz="1600" dirty="0">
                <a:latin typeface="Rockwell"/>
                <a:cs typeface="Rockwell"/>
              </a:rPr>
              <a:t>y 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40" dirty="0">
                <a:latin typeface="Rockwell"/>
                <a:cs typeface="Rockwell"/>
              </a:rPr>
              <a:t>k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n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m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Issues</a:t>
            </a:r>
            <a:r>
              <a:rPr sz="1600" spc="-6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and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Ri</a:t>
            </a:r>
            <a:r>
              <a:rPr sz="1600" spc="5" dirty="0">
                <a:latin typeface="Rockwell"/>
                <a:cs typeface="Rockwell"/>
              </a:rPr>
              <a:t>s</a:t>
            </a:r>
            <a:r>
              <a:rPr sz="1600" dirty="0">
                <a:latin typeface="Rockwell"/>
                <a:cs typeface="Rockwell"/>
              </a:rPr>
              <a:t>k Registers.</a:t>
            </a:r>
          </a:p>
          <a:p>
            <a:pPr>
              <a:spcBef>
                <a:spcPts val="12"/>
              </a:spcBef>
              <a:buFont typeface="Rockwell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119380" indent="-106680">
              <a:buFont typeface="Rockwell"/>
              <a:buChar char="•"/>
              <a:tabLst>
                <a:tab pos="120014" algn="l"/>
              </a:tabLst>
            </a:pPr>
            <a:r>
              <a:rPr sz="1600" dirty="0">
                <a:latin typeface="Rockwell"/>
                <a:cs typeface="Rockwell"/>
              </a:rPr>
              <a:t>Check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at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he </a:t>
            </a:r>
            <a:r>
              <a:rPr sz="1600" spc="-10" dirty="0">
                <a:latin typeface="Rockwell"/>
                <a:cs typeface="Rockwell"/>
              </a:rPr>
              <a:t>B</a:t>
            </a:r>
            <a:r>
              <a:rPr sz="1600" dirty="0">
                <a:latin typeface="Rockwell"/>
                <a:cs typeface="Rockwell"/>
              </a:rPr>
              <a:t>ene</a:t>
            </a:r>
            <a:r>
              <a:rPr sz="1600" spc="5" dirty="0">
                <a:latin typeface="Rockwell"/>
                <a:cs typeface="Rockwell"/>
              </a:rPr>
              <a:t>f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R</a:t>
            </a:r>
            <a:r>
              <a:rPr sz="1600" spc="-45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v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3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Plan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includ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pos</a:t>
            </a:r>
            <a:r>
              <a:rPr sz="1600" spc="5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-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ojec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 a</a:t>
            </a:r>
            <a:r>
              <a:rPr sz="1600" dirty="0">
                <a:latin typeface="Rockwell"/>
                <a:cs typeface="Rockwell"/>
              </a:rPr>
              <a:t>ct</a:t>
            </a:r>
            <a:r>
              <a:rPr sz="1600" spc="-30" dirty="0">
                <a:latin typeface="Rockwell"/>
                <a:cs typeface="Rockwell"/>
              </a:rPr>
              <a:t>i</a:t>
            </a:r>
            <a:r>
              <a:rPr sz="1600" spc="-10" dirty="0">
                <a:latin typeface="Rockwell"/>
                <a:cs typeface="Rockwell"/>
              </a:rPr>
              <a:t>v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ies 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o confirm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b</a:t>
            </a:r>
            <a:r>
              <a:rPr sz="1600" spc="-5" dirty="0">
                <a:latin typeface="Rockwell"/>
                <a:cs typeface="Rockwell"/>
              </a:rPr>
              <a:t>ene</a:t>
            </a:r>
            <a:r>
              <a:rPr sz="1600" spc="5" dirty="0">
                <a:latin typeface="Rockwell"/>
                <a:cs typeface="Rockwell"/>
              </a:rPr>
              <a:t>f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at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ca</a:t>
            </a:r>
            <a:r>
              <a:rPr sz="1600" spc="-5" dirty="0">
                <a:latin typeface="Rockwell"/>
                <a:cs typeface="Rockwell"/>
              </a:rPr>
              <a:t>nno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3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be</a:t>
            </a:r>
          </a:p>
          <a:p>
            <a:pPr marL="12700"/>
            <a:r>
              <a:rPr sz="1600" spc="-5" dirty="0">
                <a:latin typeface="Rockwell"/>
                <a:cs typeface="Rockwell"/>
              </a:rPr>
              <a:t>mea</a:t>
            </a:r>
            <a:r>
              <a:rPr sz="1600" dirty="0">
                <a:latin typeface="Rockwell"/>
                <a:cs typeface="Rockwell"/>
              </a:rPr>
              <a:t>su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4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un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il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r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th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5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od</a:t>
            </a:r>
            <a:r>
              <a:rPr sz="1600" dirty="0">
                <a:latin typeface="Rockwell"/>
                <a:cs typeface="Rockwell"/>
              </a:rPr>
              <a:t>uc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spc="-30" dirty="0">
                <a:latin typeface="Rockwell"/>
                <a:cs typeface="Rockwell"/>
              </a:rPr>
              <a:t>a</a:t>
            </a:r>
            <a:r>
              <a:rPr sz="1600" spc="-45" dirty="0">
                <a:latin typeface="Rockwell"/>
                <a:cs typeface="Rockwell"/>
              </a:rPr>
              <a:t>v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been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in </a:t>
            </a:r>
            <a:r>
              <a:rPr sz="1600" spc="-5" dirty="0">
                <a:latin typeface="Rockwell"/>
                <a:cs typeface="Rockwell"/>
              </a:rPr>
              <a:t>ope</a:t>
            </a:r>
            <a:r>
              <a:rPr sz="1600" spc="-4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n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15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r so</a:t>
            </a:r>
            <a:r>
              <a:rPr sz="1600" spc="-10" dirty="0">
                <a:latin typeface="Rockwell"/>
                <a:cs typeface="Rockwell"/>
              </a:rPr>
              <a:t>m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10" dirty="0">
                <a:latin typeface="Rockwell"/>
                <a:cs typeface="Rockwell"/>
              </a:rPr>
              <a:t>m</a:t>
            </a:r>
            <a:r>
              <a:rPr sz="1600" spc="-3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.</a:t>
            </a:r>
          </a:p>
          <a:p>
            <a:pPr>
              <a:spcBef>
                <a:spcPts val="12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/>
            <a:r>
              <a:rPr sz="1600" b="1" spc="-5" dirty="0">
                <a:latin typeface="Rockwell"/>
                <a:cs typeface="Rockwell"/>
              </a:rPr>
              <a:t>Con</a:t>
            </a:r>
            <a:r>
              <a:rPr sz="1600" b="1" spc="-10" dirty="0">
                <a:latin typeface="Rockwell"/>
                <a:cs typeface="Rockwell"/>
              </a:rPr>
              <a:t>fi</a:t>
            </a:r>
            <a:r>
              <a:rPr sz="1600" b="1" dirty="0">
                <a:latin typeface="Rockwell"/>
                <a:cs typeface="Rockwell"/>
              </a:rPr>
              <a:t>gu</a:t>
            </a:r>
            <a:r>
              <a:rPr sz="1600" b="1" spc="-10" dirty="0">
                <a:latin typeface="Rockwell"/>
                <a:cs typeface="Rockwell"/>
              </a:rPr>
              <a:t>r</a:t>
            </a:r>
            <a:r>
              <a:rPr sz="1600" b="1" dirty="0">
                <a:latin typeface="Rockwell"/>
                <a:cs typeface="Rockwell"/>
              </a:rPr>
              <a:t>a</a:t>
            </a:r>
            <a:r>
              <a:rPr sz="1600" b="1" spc="-10" dirty="0">
                <a:latin typeface="Rockwell"/>
                <a:cs typeface="Rockwell"/>
              </a:rPr>
              <a:t>ti</a:t>
            </a:r>
            <a:r>
              <a:rPr sz="1600" b="1" spc="-5" dirty="0">
                <a:latin typeface="Rockwell"/>
                <a:cs typeface="Rockwell"/>
              </a:rPr>
              <a:t>o</a:t>
            </a:r>
            <a:r>
              <a:rPr sz="1600" b="1" dirty="0">
                <a:latin typeface="Rockwell"/>
                <a:cs typeface="Rockwell"/>
              </a:rPr>
              <a:t>n</a:t>
            </a:r>
            <a:r>
              <a:rPr sz="1600" b="1" spc="-5" dirty="0">
                <a:latin typeface="Rockwell"/>
                <a:cs typeface="Rockwell"/>
              </a:rPr>
              <a:t> </a:t>
            </a:r>
            <a:r>
              <a:rPr sz="1600" b="1" dirty="0">
                <a:latin typeface="Rockwell"/>
                <a:cs typeface="Rockwell"/>
              </a:rPr>
              <a:t>Man</a:t>
            </a:r>
            <a:r>
              <a:rPr sz="1600" b="1" spc="-10" dirty="0">
                <a:latin typeface="Rockwell"/>
                <a:cs typeface="Rockwell"/>
              </a:rPr>
              <a:t>a</a:t>
            </a:r>
            <a:r>
              <a:rPr sz="1600" b="1" spc="-30" dirty="0">
                <a:latin typeface="Rockwell"/>
                <a:cs typeface="Rockwell"/>
              </a:rPr>
              <a:t>g</a:t>
            </a:r>
            <a:r>
              <a:rPr sz="1600" b="1" spc="-5" dirty="0">
                <a:latin typeface="Rockwell"/>
                <a:cs typeface="Rockwell"/>
              </a:rPr>
              <a:t>ement</a:t>
            </a:r>
            <a:endParaRPr sz="1600" dirty="0">
              <a:latin typeface="Rockwell"/>
              <a:cs typeface="Rockwell"/>
            </a:endParaRPr>
          </a:p>
          <a:p>
            <a:pPr>
              <a:spcBef>
                <a:spcPts val="12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92075"/>
            <a:r>
              <a:rPr sz="1600" spc="2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Con</a:t>
            </a:r>
            <a:r>
              <a:rPr sz="1600" spc="5" dirty="0">
                <a:latin typeface="Rockwell"/>
                <a:cs typeface="Rockwell"/>
              </a:rPr>
              <a:t>f</a:t>
            </a:r>
            <a:r>
              <a:rPr sz="1600" dirty="0">
                <a:latin typeface="Rockwell"/>
                <a:cs typeface="Rockwell"/>
              </a:rPr>
              <a:t>igu</a:t>
            </a:r>
            <a:r>
              <a:rPr sz="1600" spc="-3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ion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M</a:t>
            </a:r>
            <a:r>
              <a:rPr sz="1600" dirty="0">
                <a:latin typeface="Rockwell"/>
                <a:cs typeface="Rockwell"/>
              </a:rPr>
              <a:t>ana</a:t>
            </a:r>
            <a:r>
              <a:rPr sz="1600" spc="-35" dirty="0">
                <a:latin typeface="Rockwell"/>
                <a:cs typeface="Rockwell"/>
              </a:rPr>
              <a:t>g</a:t>
            </a:r>
            <a:r>
              <a:rPr sz="1600" spc="-5" dirty="0">
                <a:latin typeface="Rockwell"/>
                <a:cs typeface="Rockwell"/>
              </a:rPr>
              <a:t>emen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3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spc="-3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spc="-40" dirty="0">
                <a:latin typeface="Rockwell"/>
                <a:cs typeface="Rockwell"/>
              </a:rPr>
              <a:t>g</a:t>
            </a:r>
            <a:r>
              <a:rPr sz="1600" dirty="0">
                <a:latin typeface="Rockwell"/>
                <a:cs typeface="Rockwell"/>
              </a:rPr>
              <a:t>y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document</a:t>
            </a:r>
            <a:r>
              <a:rPr sz="1600" spc="-3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i</a:t>
            </a:r>
            <a:r>
              <a:rPr sz="1600" dirty="0">
                <a:latin typeface="Rockwell"/>
                <a:cs typeface="Rockwell"/>
              </a:rPr>
              <a:t>ll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desc</a:t>
            </a:r>
            <a:r>
              <a:rPr sz="1600" spc="2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ibe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spc="-6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oduct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5" dirty="0">
                <a:latin typeface="Rockwell"/>
                <a:cs typeface="Rockwell"/>
              </a:rPr>
              <a:t>houl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be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hande</a:t>
            </a:r>
            <a:r>
              <a:rPr sz="1600" dirty="0">
                <a:latin typeface="Rockwell"/>
                <a:cs typeface="Rockwell"/>
              </a:rPr>
              <a:t>d </a:t>
            </a:r>
            <a:r>
              <a:rPr sz="1600" spc="-65" dirty="0">
                <a:latin typeface="Rockwell"/>
                <a:cs typeface="Rockwell"/>
              </a:rPr>
              <a:t>o</a:t>
            </a:r>
            <a:r>
              <a:rPr sz="1600" spc="-45" dirty="0">
                <a:latin typeface="Rockwell"/>
                <a:cs typeface="Rockwell"/>
              </a:rPr>
              <a:t>v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spc="-8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.</a:t>
            </a:r>
            <a:r>
              <a:rPr sz="1600" spc="-1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So</a:t>
            </a:r>
            <a:r>
              <a:rPr sz="1600" spc="-10" dirty="0">
                <a:latin typeface="Rockwell"/>
                <a:cs typeface="Rockwell"/>
              </a:rPr>
              <a:t>m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com</a:t>
            </a:r>
            <a:r>
              <a:rPr sz="1600" spc="-10" dirty="0">
                <a:latin typeface="Rockwell"/>
                <a:cs typeface="Rockwell"/>
              </a:rPr>
              <a:t>m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n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st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ps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he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e:</a:t>
            </a:r>
            <a:endParaRPr sz="1600" dirty="0">
              <a:latin typeface="Rockwell"/>
              <a:cs typeface="Rockwell"/>
            </a:endParaRPr>
          </a:p>
          <a:p>
            <a:pPr>
              <a:spcBef>
                <a:spcPts val="12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buFont typeface="Rockwell"/>
              <a:buAutoNum type="alphaLcParenR"/>
              <a:tabLst>
                <a:tab pos="215900" algn="l"/>
              </a:tabLst>
            </a:pPr>
            <a:r>
              <a:rPr sz="1600" dirty="0">
                <a:latin typeface="Rockwell"/>
                <a:cs typeface="Rockwell"/>
              </a:rPr>
              <a:t>Con</a:t>
            </a:r>
            <a:r>
              <a:rPr sz="1600" spc="5" dirty="0">
                <a:latin typeface="Rockwell"/>
                <a:cs typeface="Rockwell"/>
              </a:rPr>
              <a:t>f</a:t>
            </a:r>
            <a:r>
              <a:rPr sz="1600" dirty="0">
                <a:latin typeface="Rockwell"/>
                <a:cs typeface="Rockwell"/>
              </a:rPr>
              <a:t>irm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at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co</a:t>
            </a:r>
            <a:r>
              <a:rPr sz="1600" spc="20" dirty="0">
                <a:latin typeface="Rockwell"/>
                <a:cs typeface="Rockwell"/>
              </a:rPr>
              <a:t>r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ec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ope</a:t>
            </a:r>
            <a:r>
              <a:rPr sz="1600" spc="-4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ion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and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maintenanc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spc="-40" dirty="0">
                <a:latin typeface="Rockwell"/>
                <a:cs typeface="Rockwell"/>
              </a:rPr>
              <a:t>n</a:t>
            </a:r>
            <a:r>
              <a:rPr sz="1600" spc="-10" dirty="0">
                <a:latin typeface="Rockwell"/>
                <a:cs typeface="Rockwell"/>
              </a:rPr>
              <a:t>v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onmen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is in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pl</a:t>
            </a:r>
            <a:r>
              <a:rPr sz="1600" spc="-10" dirty="0">
                <a:latin typeface="Rockwell"/>
                <a:cs typeface="Rockwell"/>
              </a:rPr>
              <a:t>a</a:t>
            </a:r>
            <a:r>
              <a:rPr sz="1600" dirty="0">
                <a:latin typeface="Rockwell"/>
                <a:cs typeface="Rockwell"/>
              </a:rPr>
              <a:t>c</a:t>
            </a:r>
            <a:r>
              <a:rPr sz="1600" spc="-2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.</a:t>
            </a:r>
          </a:p>
          <a:p>
            <a:pPr marL="12700" marR="121920">
              <a:buFont typeface="Rockwell"/>
              <a:buAutoNum type="alphaLcParenR"/>
              <a:tabLst>
                <a:tab pos="236854" algn="l"/>
              </a:tabLst>
            </a:pPr>
            <a:r>
              <a:rPr sz="1600" dirty="0">
                <a:latin typeface="Rockwell"/>
                <a:cs typeface="Rockwell"/>
              </a:rPr>
              <a:t>Consider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a</a:t>
            </a:r>
            <a:r>
              <a:rPr sz="1600" spc="-25" dirty="0">
                <a:latin typeface="Rockwell"/>
                <a:cs typeface="Rockwell"/>
              </a:rPr>
              <a:t>r</a:t>
            </a:r>
            <a:r>
              <a:rPr sz="1600" spc="-30" dirty="0">
                <a:latin typeface="Rockwell"/>
                <a:cs typeface="Rockwell"/>
              </a:rPr>
              <a:t>l</a:t>
            </a:r>
            <a:r>
              <a:rPr sz="1600" dirty="0">
                <a:latin typeface="Rockwell"/>
                <a:cs typeface="Rockwell"/>
              </a:rPr>
              <a:t>y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li</a:t>
            </a:r>
            <a:r>
              <a:rPr sz="1600" spc="25" dirty="0">
                <a:latin typeface="Rockwell"/>
                <a:cs typeface="Rockwell"/>
              </a:rPr>
              <a:t>f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5" dirty="0">
                <a:latin typeface="Rockwell"/>
                <a:cs typeface="Rockwell"/>
              </a:rPr>
              <a:t>-</a:t>
            </a:r>
            <a:r>
              <a:rPr sz="1600" dirty="0">
                <a:latin typeface="Rockwell"/>
                <a:cs typeface="Rockwell"/>
              </a:rPr>
              <a:t>suppo</a:t>
            </a:r>
            <a:r>
              <a:rPr sz="1600" spc="2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equi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emen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oducts</a:t>
            </a:r>
            <a:r>
              <a:rPr sz="1600" dirty="0">
                <a:latin typeface="Rockwell"/>
                <a:cs typeface="Rockwell"/>
              </a:rPr>
              <a:t>,</a:t>
            </a:r>
            <a:r>
              <a:rPr sz="1600" spc="-1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is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is </a:t>
            </a:r>
            <a:r>
              <a:rPr sz="1600" spc="-5" dirty="0">
                <a:latin typeface="Rockwell"/>
                <a:cs typeface="Rockwell"/>
              </a:rPr>
              <a:t>of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n </a:t>
            </a:r>
            <a:r>
              <a:rPr sz="1600" spc="-35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he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mos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suppo</a:t>
            </a:r>
            <a:r>
              <a:rPr sz="1600" spc="2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is </a:t>
            </a:r>
            <a:r>
              <a:rPr sz="1600" spc="-5" dirty="0">
                <a:latin typeface="Rockwell"/>
                <a:cs typeface="Rockwell"/>
              </a:rPr>
              <a:t>neede</a:t>
            </a:r>
            <a:r>
              <a:rPr sz="1600" spc="-10" dirty="0">
                <a:latin typeface="Rockwell"/>
                <a:cs typeface="Rockwell"/>
              </a:rPr>
              <a:t>d</a:t>
            </a:r>
            <a:r>
              <a:rPr sz="1600" dirty="0">
                <a:latin typeface="Rockwell"/>
                <a:cs typeface="Rockwell"/>
              </a:rPr>
              <a:t>.</a:t>
            </a:r>
          </a:p>
          <a:p>
            <a:pPr marL="213360" indent="-200660">
              <a:buFont typeface="Rockwell"/>
              <a:buAutoNum type="alphaLcParenR"/>
              <a:tabLst>
                <a:tab pos="213995" algn="l"/>
              </a:tabLst>
            </a:pPr>
            <a:r>
              <a:rPr sz="1600" dirty="0">
                <a:latin typeface="Rockwell"/>
                <a:cs typeface="Rockwell"/>
              </a:rPr>
              <a:t>Check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if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suppo</a:t>
            </a:r>
            <a:r>
              <a:rPr sz="1600" spc="2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con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-3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act</a:t>
            </a:r>
            <a:r>
              <a:rPr sz="1600" spc="-3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is 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equi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and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30" dirty="0">
                <a:latin typeface="Rockwell"/>
                <a:cs typeface="Rockwell"/>
              </a:rPr>
              <a:t>g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i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35" dirty="0">
                <a:latin typeface="Rockwell"/>
                <a:cs typeface="Rockwell"/>
              </a:rPr>
              <a:t>r</a:t>
            </a:r>
            <a:r>
              <a:rPr sz="1600" spc="-25" dirty="0">
                <a:latin typeface="Rockwell"/>
                <a:cs typeface="Rockwell"/>
              </a:rPr>
              <a:t>a</a:t>
            </a:r>
            <a:r>
              <a:rPr sz="1600" dirty="0">
                <a:latin typeface="Rockwell"/>
                <a:cs typeface="Rockwell"/>
              </a:rPr>
              <a:t>wn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up </a:t>
            </a:r>
            <a:r>
              <a:rPr sz="1600" spc="-10" dirty="0">
                <a:latin typeface="Rockwell"/>
                <a:cs typeface="Rockwell"/>
              </a:rPr>
              <a:t>i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neces</a:t>
            </a:r>
            <a:r>
              <a:rPr sz="1600" spc="5" dirty="0">
                <a:latin typeface="Rockwell"/>
                <a:cs typeface="Rockwell"/>
              </a:rPr>
              <a:t>s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10" dirty="0">
                <a:latin typeface="Rockwell"/>
                <a:cs typeface="Rockwell"/>
              </a:rPr>
              <a:t>r</a:t>
            </a:r>
            <a:r>
              <a:rPr sz="1600" spc="-145" dirty="0">
                <a:latin typeface="Rockwell"/>
                <a:cs typeface="Rockwell"/>
              </a:rPr>
              <a:t>y</a:t>
            </a:r>
            <a:r>
              <a:rPr sz="1600" dirty="0">
                <a:latin typeface="Rockwell"/>
                <a:cs typeface="Rockwell"/>
              </a:rPr>
              <a:t>.</a:t>
            </a:r>
          </a:p>
          <a:p>
            <a:pPr marL="12700" marR="186690">
              <a:buFont typeface="Rockwell"/>
              <a:buAutoNum type="alphaLcParenR"/>
              <a:tabLst>
                <a:tab pos="233679" algn="l"/>
              </a:tabLst>
            </a:pPr>
            <a:r>
              <a:rPr sz="1600" dirty="0">
                <a:latin typeface="Rockwell"/>
                <a:cs typeface="Rockwell"/>
              </a:rPr>
              <a:t>Con</a:t>
            </a:r>
            <a:r>
              <a:rPr sz="1600" spc="5" dirty="0">
                <a:latin typeface="Rockwell"/>
                <a:cs typeface="Rockwell"/>
              </a:rPr>
              <a:t>f</a:t>
            </a:r>
            <a:r>
              <a:rPr sz="1600" dirty="0">
                <a:latin typeface="Rockwell"/>
                <a:cs typeface="Rockwell"/>
              </a:rPr>
              <a:t>irm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accep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ance</a:t>
            </a:r>
            <a:r>
              <a:rPr sz="1600" spc="-5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m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spc="-3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ions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spc="2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r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oduct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and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bt</a:t>
            </a:r>
            <a:r>
              <a:rPr sz="1600" spc="-10" dirty="0">
                <a:latin typeface="Rockwell"/>
                <a:cs typeface="Rockwell"/>
              </a:rPr>
              <a:t>a</a:t>
            </a:r>
            <a:r>
              <a:rPr sz="1600" dirty="0">
                <a:latin typeface="Rockwell"/>
                <a:cs typeface="Rockwell"/>
              </a:rPr>
              <a:t>in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accep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ance</a:t>
            </a:r>
            <a:r>
              <a:rPr sz="1600" spc="-45" dirty="0">
                <a:latin typeface="Rockwell"/>
                <a:cs typeface="Rockwell"/>
              </a:rPr>
              <a:t> 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eco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ds,</a:t>
            </a:r>
            <a:r>
              <a:rPr sz="1600" spc="-13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he</a:t>
            </a:r>
            <a:r>
              <a:rPr sz="1600" dirty="0">
                <a:latin typeface="Rockwell"/>
                <a:cs typeface="Rockwell"/>
              </a:rPr>
              <a:t>se a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equi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55" dirty="0">
                <a:latin typeface="Rockwell"/>
                <a:cs typeface="Rockwell"/>
              </a:rPr>
              <a:t>b</a:t>
            </a:r>
            <a:r>
              <a:rPr sz="1600" dirty="0">
                <a:latin typeface="Rockwell"/>
                <a:cs typeface="Rockwell"/>
              </a:rPr>
              <a:t>y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5" dirty="0">
                <a:latin typeface="Rockwell"/>
                <a:cs typeface="Rockwell"/>
              </a:rPr>
              <a:t>P</a:t>
            </a:r>
            <a:r>
              <a:rPr sz="1600" spc="-65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ojec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B</a:t>
            </a:r>
            <a:r>
              <a:rPr sz="1600" spc="-5" dirty="0">
                <a:latin typeface="Rockwell"/>
                <a:cs typeface="Rockwell"/>
              </a:rPr>
              <a:t>oa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d.</a:t>
            </a:r>
          </a:p>
          <a:p>
            <a:pPr marL="12700" marR="288290">
              <a:buFont typeface="Rockwell"/>
              <a:buAutoNum type="alphaLcParenR"/>
              <a:tabLst>
                <a:tab pos="224790" algn="l"/>
              </a:tabLst>
            </a:pPr>
            <a:r>
              <a:rPr sz="1600" dirty="0">
                <a:latin typeface="Rockwell"/>
                <a:cs typeface="Rockwell"/>
              </a:rPr>
              <a:t>Last</a:t>
            </a:r>
            <a:r>
              <a:rPr sz="1600" spc="-30" dirty="0">
                <a:latin typeface="Rockwell"/>
                <a:cs typeface="Rockwell"/>
              </a:rPr>
              <a:t>l</a:t>
            </a:r>
            <a:r>
              <a:rPr sz="1600" spc="-145" dirty="0">
                <a:latin typeface="Rockwell"/>
                <a:cs typeface="Rockwell"/>
              </a:rPr>
              <a:t>y</a:t>
            </a:r>
            <a:r>
              <a:rPr sz="1600" dirty="0">
                <a:latin typeface="Rockwell"/>
                <a:cs typeface="Rockwell"/>
              </a:rPr>
              <a:t>,</a:t>
            </a:r>
            <a:r>
              <a:rPr sz="1600" spc="-14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4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ans</a:t>
            </a:r>
            <a:r>
              <a:rPr sz="1600" spc="3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sponsibil</a:t>
            </a:r>
            <a:r>
              <a:rPr sz="1600" spc="-10" dirty="0">
                <a:latin typeface="Rockwell"/>
                <a:cs typeface="Rockwell"/>
              </a:rPr>
              <a:t>i</a:t>
            </a:r>
            <a:r>
              <a:rPr sz="1600" dirty="0">
                <a:latin typeface="Rockwell"/>
                <a:cs typeface="Rockwell"/>
              </a:rPr>
              <a:t>ty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to</a:t>
            </a:r>
            <a:r>
              <a:rPr sz="1600" spc="-5" dirty="0">
                <a:latin typeface="Rockwell"/>
                <a:cs typeface="Rockwell"/>
              </a:rPr>
              <a:t> o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spc="-3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ions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spc="2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r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oduct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and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egiste</a:t>
            </a:r>
            <a:r>
              <a:rPr sz="160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is in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Configu</a:t>
            </a:r>
            <a:r>
              <a:rPr sz="1600" spc="-3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ion It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m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Reco</a:t>
            </a:r>
            <a:r>
              <a:rPr sz="1600" spc="-5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ds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to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sh</a:t>
            </a:r>
            <a:r>
              <a:rPr sz="1600" spc="-60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30" dirty="0">
                <a:latin typeface="Rockwell"/>
                <a:cs typeface="Rockwell"/>
              </a:rPr>
              <a:t> w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o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cu</a:t>
            </a:r>
            <a:r>
              <a:rPr sz="1600" spc="20" dirty="0">
                <a:latin typeface="Rockwell"/>
                <a:cs typeface="Rockwell"/>
              </a:rPr>
              <a:t>r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en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6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wner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oduct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Closing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568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57463" y="1633474"/>
            <a:ext cx="7077075" cy="3590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Closing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516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20022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0462" y="578788"/>
            <a:ext cx="11402513" cy="5447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spc="-15" dirty="0">
                <a:latin typeface="Rockwell"/>
                <a:cs typeface="Rockwell"/>
              </a:rPr>
              <a:t>E</a:t>
            </a:r>
            <a:r>
              <a:rPr b="1" spc="-35" dirty="0">
                <a:latin typeface="Rockwell"/>
                <a:cs typeface="Rockwell"/>
              </a:rPr>
              <a:t>v</a:t>
            </a:r>
            <a:r>
              <a:rPr b="1" spc="-10" dirty="0">
                <a:latin typeface="Rockwell"/>
                <a:cs typeface="Rockwell"/>
              </a:rPr>
              <a:t>aluate</a:t>
            </a:r>
            <a:r>
              <a:rPr b="1" spc="-20" dirty="0">
                <a:latin typeface="Rockwell"/>
                <a:cs typeface="Rockwell"/>
              </a:rPr>
              <a:t> </a:t>
            </a:r>
            <a:r>
              <a:rPr b="1" spc="-15" dirty="0">
                <a:latin typeface="Rockwell"/>
                <a:cs typeface="Rockwell"/>
              </a:rPr>
              <a:t>th</a:t>
            </a:r>
            <a:r>
              <a:rPr b="1" spc="-10" dirty="0">
                <a:latin typeface="Rockwell"/>
                <a:cs typeface="Rockwell"/>
              </a:rPr>
              <a:t>e</a:t>
            </a:r>
            <a:r>
              <a:rPr b="1" spc="5" dirty="0">
                <a:latin typeface="Rockwell"/>
                <a:cs typeface="Rockwell"/>
              </a:rPr>
              <a:t> </a:t>
            </a:r>
            <a:r>
              <a:rPr b="1" spc="-15" dirty="0">
                <a:latin typeface="Rockwell"/>
                <a:cs typeface="Rockwell"/>
              </a:rPr>
              <a:t>P</a:t>
            </a:r>
            <a:r>
              <a:rPr b="1" spc="-5" dirty="0">
                <a:latin typeface="Rockwell"/>
                <a:cs typeface="Rockwell"/>
              </a:rPr>
              <a:t>r</a:t>
            </a:r>
            <a:r>
              <a:rPr b="1" spc="-15" dirty="0">
                <a:latin typeface="Rockwell"/>
                <a:cs typeface="Rockwell"/>
              </a:rPr>
              <a:t>oj</a:t>
            </a:r>
            <a:r>
              <a:rPr b="1" spc="-20" dirty="0">
                <a:latin typeface="Rockwell"/>
                <a:cs typeface="Rockwell"/>
              </a:rPr>
              <a:t>e</a:t>
            </a:r>
            <a:r>
              <a:rPr b="1" spc="-10" dirty="0">
                <a:latin typeface="Rockwell"/>
                <a:cs typeface="Rockwell"/>
              </a:rPr>
              <a:t>ct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2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372110"/>
            <a:r>
              <a:rPr sz="1600" spc="2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bjec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spc="-30" dirty="0">
                <a:latin typeface="Rockwell"/>
                <a:cs typeface="Rockwell"/>
              </a:rPr>
              <a:t>i</a:t>
            </a:r>
            <a:r>
              <a:rPr sz="1600" spc="-45" dirty="0">
                <a:latin typeface="Rockwell"/>
                <a:cs typeface="Rockwell"/>
              </a:rPr>
              <a:t>v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is ac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spc="-30" dirty="0">
                <a:latin typeface="Rockwell"/>
                <a:cs typeface="Rockwell"/>
              </a:rPr>
              <a:t>i</a:t>
            </a:r>
            <a:r>
              <a:rPr sz="1600" spc="-10" dirty="0">
                <a:latin typeface="Rockwell"/>
                <a:cs typeface="Rockwell"/>
              </a:rPr>
              <a:t>v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y is 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o </a:t>
            </a:r>
            <a:r>
              <a:rPr sz="1600" spc="-10" dirty="0">
                <a:latin typeface="Rockwell"/>
                <a:cs typeface="Rockwell"/>
              </a:rPr>
              <a:t>a</a:t>
            </a:r>
            <a:r>
              <a:rPr sz="1600" dirty="0">
                <a:latin typeface="Rockwell"/>
                <a:cs typeface="Rockwell"/>
              </a:rPr>
              <a:t>ss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ss</a:t>
            </a:r>
            <a:r>
              <a:rPr sz="1600" spc="-5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spc="-6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succe</a:t>
            </a:r>
            <a:r>
              <a:rPr sz="1600" spc="5" dirty="0">
                <a:latin typeface="Rockwell"/>
                <a:cs typeface="Rockwell"/>
              </a:rPr>
              <a:t>s</a:t>
            </a:r>
            <a:r>
              <a:rPr sz="1600" spc="-10" dirty="0">
                <a:latin typeface="Rockwell"/>
                <a:cs typeface="Rockwell"/>
              </a:rPr>
              <a:t>s</a:t>
            </a:r>
            <a:r>
              <a:rPr sz="1600" dirty="0">
                <a:latin typeface="Rockwell"/>
                <a:cs typeface="Rockwell"/>
              </a:rPr>
              <a:t>ful</a:t>
            </a:r>
            <a:r>
              <a:rPr sz="1600" spc="-4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r unsucce</a:t>
            </a:r>
            <a:r>
              <a:rPr sz="1600" spc="-10" dirty="0">
                <a:latin typeface="Rockwell"/>
                <a:cs typeface="Rockwell"/>
              </a:rPr>
              <a:t>s</a:t>
            </a:r>
            <a:r>
              <a:rPr sz="1600" dirty="0">
                <a:latin typeface="Rockwell"/>
                <a:cs typeface="Rockwell"/>
              </a:rPr>
              <a:t>sful</a:t>
            </a:r>
            <a:r>
              <a:rPr sz="1600" spc="-5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ojec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30" dirty="0">
                <a:latin typeface="Rockwell"/>
                <a:cs typeface="Rockwell"/>
              </a:rPr>
              <a:t>w</a:t>
            </a:r>
            <a:r>
              <a:rPr sz="1600" dirty="0">
                <a:latin typeface="Rockwell"/>
                <a:cs typeface="Rockwell"/>
              </a:rPr>
              <a:t>as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and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to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l</a:t>
            </a:r>
            <a:r>
              <a:rPr sz="1600" spc="-5" dirty="0">
                <a:latin typeface="Rockwell"/>
                <a:cs typeface="Rockwell"/>
              </a:rPr>
              <a:t>ea</a:t>
            </a:r>
            <a:r>
              <a:rPr sz="1600" spc="3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n f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m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is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ojec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.</a:t>
            </a:r>
          </a:p>
          <a:p>
            <a:pPr>
              <a:spcBef>
                <a:spcPts val="1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/>
            <a:r>
              <a:rPr sz="1600" b="1" dirty="0">
                <a:latin typeface="Rockwell"/>
                <a:cs typeface="Rockwell"/>
              </a:rPr>
              <a:t>End</a:t>
            </a:r>
            <a:r>
              <a:rPr sz="1600" b="1" spc="-20" dirty="0">
                <a:latin typeface="Rockwell"/>
                <a:cs typeface="Rockwell"/>
              </a:rPr>
              <a:t> </a:t>
            </a:r>
            <a:r>
              <a:rPr sz="1600" b="1" dirty="0">
                <a:latin typeface="Rockwell"/>
                <a:cs typeface="Rockwell"/>
              </a:rPr>
              <a:t>P</a:t>
            </a:r>
            <a:r>
              <a:rPr sz="1600" b="1" spc="-10" dirty="0">
                <a:latin typeface="Rockwell"/>
                <a:cs typeface="Rockwell"/>
              </a:rPr>
              <a:t>r</a:t>
            </a:r>
            <a:r>
              <a:rPr sz="1600" b="1" spc="-5" dirty="0">
                <a:latin typeface="Rockwell"/>
                <a:cs typeface="Rockwell"/>
              </a:rPr>
              <a:t>o</a:t>
            </a:r>
            <a:r>
              <a:rPr sz="1600" b="1" spc="-10" dirty="0">
                <a:latin typeface="Rockwell"/>
                <a:cs typeface="Rockwell"/>
              </a:rPr>
              <a:t>j</a:t>
            </a:r>
            <a:r>
              <a:rPr sz="1600" b="1" spc="-5" dirty="0">
                <a:latin typeface="Rockwell"/>
                <a:cs typeface="Rockwell"/>
              </a:rPr>
              <a:t>ec</a:t>
            </a:r>
            <a:r>
              <a:rPr sz="1600" b="1" dirty="0">
                <a:latin typeface="Rockwell"/>
                <a:cs typeface="Rockwell"/>
              </a:rPr>
              <a:t>t</a:t>
            </a:r>
            <a:r>
              <a:rPr sz="1600" b="1" spc="5" dirty="0">
                <a:latin typeface="Rockwell"/>
                <a:cs typeface="Rockwell"/>
              </a:rPr>
              <a:t> </a:t>
            </a:r>
            <a:r>
              <a:rPr sz="1600" b="1" dirty="0">
                <a:latin typeface="Rockwell"/>
                <a:cs typeface="Rockwell"/>
              </a:rPr>
              <a:t>R</a:t>
            </a:r>
            <a:r>
              <a:rPr sz="1600" b="1" spc="-30" dirty="0">
                <a:latin typeface="Rockwell"/>
                <a:cs typeface="Rockwell"/>
              </a:rPr>
              <a:t>e</a:t>
            </a:r>
            <a:r>
              <a:rPr sz="1600" b="1" dirty="0">
                <a:latin typeface="Rockwell"/>
                <a:cs typeface="Rockwell"/>
              </a:rPr>
              <a:t>po</a:t>
            </a:r>
            <a:r>
              <a:rPr sz="1600" b="1" spc="50" dirty="0">
                <a:latin typeface="Rockwell"/>
                <a:cs typeface="Rockwell"/>
              </a:rPr>
              <a:t>r</a:t>
            </a:r>
            <a:r>
              <a:rPr sz="1600" b="1" spc="-5" dirty="0">
                <a:latin typeface="Rockwell"/>
                <a:cs typeface="Rockwell"/>
              </a:rPr>
              <a:t>t:</a:t>
            </a:r>
            <a:endParaRPr sz="1600" dirty="0">
              <a:latin typeface="Rockwell"/>
              <a:cs typeface="Rockwell"/>
            </a:endParaRPr>
          </a:p>
          <a:p>
            <a:pPr>
              <a:spcBef>
                <a:spcPts val="12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128270">
              <a:buFont typeface="Rockwell"/>
              <a:buChar char="•"/>
              <a:tabLst>
                <a:tab pos="111760" algn="l"/>
              </a:tabLst>
            </a:pPr>
            <a:r>
              <a:rPr sz="1600" spc="2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he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oject</a:t>
            </a:r>
            <a:r>
              <a:rPr sz="1600" spc="-10" dirty="0">
                <a:latin typeface="Rockwell"/>
                <a:cs typeface="Rockwell"/>
              </a:rPr>
              <a:t> M</a:t>
            </a:r>
            <a:r>
              <a:rPr sz="1600" dirty="0">
                <a:latin typeface="Rockwell"/>
                <a:cs typeface="Rockwell"/>
              </a:rPr>
              <a:t>ana</a:t>
            </a:r>
            <a:r>
              <a:rPr sz="1600" spc="-30" dirty="0">
                <a:latin typeface="Rockwell"/>
                <a:cs typeface="Rockwell"/>
              </a:rPr>
              <a:t>g</a:t>
            </a:r>
            <a:r>
              <a:rPr sz="1600" dirty="0">
                <a:latin typeface="Rockwell"/>
                <a:cs typeface="Rockwell"/>
              </a:rPr>
              <a:t>er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i</a:t>
            </a:r>
            <a:r>
              <a:rPr sz="1600" dirty="0">
                <a:latin typeface="Rockwell"/>
                <a:cs typeface="Rockwell"/>
              </a:rPr>
              <a:t>ll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comp</a:t>
            </a:r>
            <a:r>
              <a:rPr sz="1600" spc="-10" dirty="0">
                <a:latin typeface="Rockwell"/>
                <a:cs typeface="Rockwell"/>
              </a:rPr>
              <a:t>a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cu</a:t>
            </a:r>
            <a:r>
              <a:rPr sz="1600" spc="20" dirty="0">
                <a:latin typeface="Rockwell"/>
                <a:cs typeface="Rockwell"/>
              </a:rPr>
              <a:t>r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ent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documen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in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C</a:t>
            </a:r>
            <a:r>
              <a:rPr sz="1600" spc="-5" dirty="0">
                <a:latin typeface="Rockwell"/>
                <a:cs typeface="Rockwell"/>
              </a:rPr>
              <a:t>l</a:t>
            </a:r>
            <a:r>
              <a:rPr sz="1600" dirty="0">
                <a:latin typeface="Rockwell"/>
                <a:cs typeface="Rockwell"/>
              </a:rPr>
              <a:t>osing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oject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ocess</a:t>
            </a:r>
            <a:r>
              <a:rPr sz="1600" spc="-3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such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5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ojec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Pla</a:t>
            </a:r>
            <a:r>
              <a:rPr sz="1600" dirty="0">
                <a:latin typeface="Rockwell"/>
                <a:cs typeface="Rockwell"/>
              </a:rPr>
              <a:t>n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and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10" dirty="0">
                <a:latin typeface="Rockwell"/>
                <a:cs typeface="Rockwell"/>
              </a:rPr>
              <a:t>B</a:t>
            </a:r>
            <a:r>
              <a:rPr sz="1600" dirty="0">
                <a:latin typeface="Rockwell"/>
                <a:cs typeface="Rockwell"/>
              </a:rPr>
              <a:t>u</a:t>
            </a:r>
            <a:r>
              <a:rPr sz="1600" spc="5" dirty="0">
                <a:latin typeface="Rockwell"/>
                <a:cs typeface="Rockwell"/>
              </a:rPr>
              <a:t>s</a:t>
            </a:r>
            <a:r>
              <a:rPr sz="1600" dirty="0">
                <a:latin typeface="Rockwell"/>
                <a:cs typeface="Rockwell"/>
              </a:rPr>
              <a:t>iness</a:t>
            </a:r>
            <a:r>
              <a:rPr sz="1600" spc="-3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Case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i</a:t>
            </a:r>
            <a:r>
              <a:rPr sz="1600" dirty="0">
                <a:latin typeface="Rockwell"/>
                <a:cs typeface="Rockwell"/>
              </a:rPr>
              <a:t>th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bas</a:t>
            </a:r>
            <a:r>
              <a:rPr sz="1600" spc="-5" dirty="0">
                <a:latin typeface="Rockwell"/>
                <a:cs typeface="Rockwell"/>
              </a:rPr>
              <a:t>eline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4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documen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dirty="0" smtClean="0">
                <a:latin typeface="Rockwell"/>
                <a:cs typeface="Rockwell"/>
              </a:rPr>
              <a:t>.</a:t>
            </a:r>
            <a:endParaRPr sz="1600" dirty="0">
              <a:latin typeface="Times New Roman"/>
              <a:cs typeface="Times New Roman"/>
            </a:endParaRPr>
          </a:p>
          <a:p>
            <a:pPr marL="12700" marR="2265045">
              <a:buFont typeface="Rockwell"/>
              <a:buChar char="•"/>
              <a:tabLst>
                <a:tab pos="111760" algn="l"/>
              </a:tabLst>
            </a:pPr>
            <a:r>
              <a:rPr sz="1600" spc="2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he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oject</a:t>
            </a:r>
            <a:r>
              <a:rPr sz="1600" spc="-10" dirty="0">
                <a:latin typeface="Rockwell"/>
                <a:cs typeface="Rockwell"/>
              </a:rPr>
              <a:t> M</a:t>
            </a:r>
            <a:r>
              <a:rPr sz="1600" dirty="0">
                <a:latin typeface="Rockwell"/>
                <a:cs typeface="Rockwell"/>
              </a:rPr>
              <a:t>ana</a:t>
            </a:r>
            <a:r>
              <a:rPr sz="1600" spc="-30" dirty="0">
                <a:latin typeface="Rockwell"/>
                <a:cs typeface="Rockwell"/>
              </a:rPr>
              <a:t>g</a:t>
            </a:r>
            <a:r>
              <a:rPr sz="1600" dirty="0">
                <a:latin typeface="Rockwell"/>
                <a:cs typeface="Rockwell"/>
              </a:rPr>
              <a:t>er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i</a:t>
            </a:r>
            <a:r>
              <a:rPr sz="1600" dirty="0">
                <a:latin typeface="Rockwell"/>
                <a:cs typeface="Rockwell"/>
              </a:rPr>
              <a:t>ll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do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15" dirty="0">
                <a:latin typeface="Rockwell"/>
                <a:cs typeface="Rockwell"/>
              </a:rPr>
              <a:t>f</a:t>
            </a:r>
            <a:r>
              <a:rPr sz="1600" dirty="0">
                <a:latin typeface="Rockwell"/>
                <a:cs typeface="Rockwell"/>
              </a:rPr>
              <a:t>ol</a:t>
            </a:r>
            <a:r>
              <a:rPr sz="1600" spc="-5" dirty="0">
                <a:latin typeface="Rockwell"/>
                <a:cs typeface="Rockwell"/>
              </a:rPr>
              <a:t>l</a:t>
            </a:r>
            <a:r>
              <a:rPr sz="1600" spc="-6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i</a:t>
            </a:r>
            <a:r>
              <a:rPr sz="1600" dirty="0">
                <a:latin typeface="Rockwell"/>
                <a:cs typeface="Rockwell"/>
              </a:rPr>
              <a:t>ng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to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c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ea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nd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oject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Repo</a:t>
            </a:r>
            <a:r>
              <a:rPr sz="1600" spc="2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t: o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P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epa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summ</a:t>
            </a:r>
            <a:r>
              <a:rPr sz="1600" spc="-5" dirty="0">
                <a:latin typeface="Rockwell"/>
                <a:cs typeface="Rockwell"/>
              </a:rPr>
              <a:t>a</a:t>
            </a:r>
            <a:r>
              <a:rPr sz="1600" spc="2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y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 h</a:t>
            </a:r>
            <a:r>
              <a:rPr sz="1600" spc="-6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ojec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 per</a:t>
            </a:r>
            <a:r>
              <a:rPr sz="1600" spc="2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ormed.</a:t>
            </a:r>
            <a:endParaRPr sz="1600" dirty="0">
              <a:latin typeface="Rockwell"/>
              <a:cs typeface="Rockwell"/>
            </a:endParaRPr>
          </a:p>
          <a:p>
            <a:pPr marL="12700" marR="1807210">
              <a:buFont typeface="Rockwell"/>
              <a:buChar char="o"/>
              <a:tabLst>
                <a:tab pos="157480" algn="l"/>
              </a:tabLst>
            </a:pPr>
            <a:r>
              <a:rPr sz="1600" dirty="0">
                <a:latin typeface="Rockwell"/>
                <a:cs typeface="Rockwell"/>
              </a:rPr>
              <a:t>R</a:t>
            </a:r>
            <a:r>
              <a:rPr sz="1600" spc="-5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v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3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ojec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bene</a:t>
            </a:r>
            <a:r>
              <a:rPr sz="1600" spc="5" dirty="0">
                <a:latin typeface="Rockwell"/>
                <a:cs typeface="Rockwell"/>
              </a:rPr>
              <a:t>f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del</a:t>
            </a:r>
            <a:r>
              <a:rPr sz="1600" spc="-30" dirty="0">
                <a:latin typeface="Rockwell"/>
                <a:cs typeface="Rockwell"/>
              </a:rPr>
              <a:t>i</a:t>
            </a:r>
            <a:r>
              <a:rPr sz="1600" spc="-45" dirty="0">
                <a:latin typeface="Rockwell"/>
                <a:cs typeface="Rockwell"/>
              </a:rPr>
              <a:t>v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so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30" dirty="0">
                <a:latin typeface="Rockwell"/>
                <a:cs typeface="Rockwell"/>
              </a:rPr>
              <a:t>f</a:t>
            </a:r>
            <a:r>
              <a:rPr sz="1600" dirty="0">
                <a:latin typeface="Rockwell"/>
                <a:cs typeface="Rockwell"/>
              </a:rPr>
              <a:t>ar co</a:t>
            </a:r>
            <a:r>
              <a:rPr sz="1600" spc="-5" dirty="0">
                <a:latin typeface="Rockwell"/>
                <a:cs typeface="Rockwell"/>
              </a:rPr>
              <a:t>m</a:t>
            </a:r>
            <a:r>
              <a:rPr sz="1600" dirty="0">
                <a:latin typeface="Rockwell"/>
                <a:cs typeface="Rockwell"/>
              </a:rPr>
              <a:t>pa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to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xpec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b</a:t>
            </a:r>
            <a:r>
              <a:rPr sz="1600" spc="-5" dirty="0">
                <a:latin typeface="Rockwell"/>
                <a:cs typeface="Rockwell"/>
              </a:rPr>
              <a:t>ene</a:t>
            </a:r>
            <a:r>
              <a:rPr sz="1600" spc="5" dirty="0">
                <a:latin typeface="Rockwell"/>
                <a:cs typeface="Rockwell"/>
              </a:rPr>
              <a:t>f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s. o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R</a:t>
            </a:r>
            <a:r>
              <a:rPr sz="1600" spc="-5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v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3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spc="-6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ojec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 per</a:t>
            </a:r>
            <a:r>
              <a:rPr sz="1600" spc="2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orme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30" dirty="0">
                <a:latin typeface="Rockwell"/>
                <a:cs typeface="Rockwell"/>
              </a:rPr>
              <a:t>g</a:t>
            </a:r>
            <a:r>
              <a:rPr sz="1600" dirty="0">
                <a:latin typeface="Rockwell"/>
                <a:cs typeface="Rockwell"/>
              </a:rPr>
              <a:t>ainst</a:t>
            </a:r>
            <a:r>
              <a:rPr sz="1600" spc="-3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pl</a:t>
            </a:r>
            <a:r>
              <a:rPr sz="1600" spc="-10" dirty="0">
                <a:latin typeface="Rockwell"/>
                <a:cs typeface="Rockwell"/>
              </a:rPr>
              <a:t>a</a:t>
            </a:r>
            <a:r>
              <a:rPr sz="1600" spc="-5" dirty="0">
                <a:latin typeface="Rockwell"/>
                <a:cs typeface="Rockwell"/>
              </a:rPr>
              <a:t>nne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10" dirty="0">
                <a:latin typeface="Rockwell"/>
                <a:cs typeface="Rockwell"/>
              </a:rPr>
              <a:t>a</a:t>
            </a:r>
            <a:r>
              <a:rPr sz="1600" spc="-35" dirty="0">
                <a:latin typeface="Rockwell"/>
                <a:cs typeface="Rockwell"/>
              </a:rPr>
              <a:t>r</a:t>
            </a:r>
            <a:r>
              <a:rPr sz="1600" spc="-30" dirty="0">
                <a:latin typeface="Rockwell"/>
                <a:cs typeface="Rockwell"/>
              </a:rPr>
              <a:t>g</a:t>
            </a:r>
            <a:r>
              <a:rPr sz="1600" spc="-5" dirty="0">
                <a:latin typeface="Rockwell"/>
                <a:cs typeface="Rockwell"/>
              </a:rPr>
              <a:t>et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and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le</a:t>
            </a:r>
            <a:r>
              <a:rPr sz="1600" spc="-4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ances.</a:t>
            </a:r>
          </a:p>
          <a:p>
            <a:pPr marL="157480" indent="-144780">
              <a:buFont typeface="Rockwell"/>
              <a:buChar char="o"/>
              <a:tabLst>
                <a:tab pos="157480" algn="l"/>
              </a:tabLst>
            </a:pPr>
            <a:r>
              <a:rPr sz="1600" dirty="0">
                <a:latin typeface="Rockwell"/>
                <a:cs typeface="Rockwell"/>
              </a:rPr>
              <a:t>R</a:t>
            </a:r>
            <a:r>
              <a:rPr sz="1600" spc="-5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v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3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am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per</a:t>
            </a:r>
            <a:r>
              <a:rPr sz="1600" spc="2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ormanc</a:t>
            </a:r>
            <a:r>
              <a:rPr sz="1600" spc="-3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.</a:t>
            </a:r>
          </a:p>
          <a:p>
            <a:pPr marL="157480" indent="-144780">
              <a:buFont typeface="Rockwell"/>
              <a:buChar char="o"/>
              <a:tabLst>
                <a:tab pos="157480" algn="l"/>
              </a:tabLst>
            </a:pPr>
            <a:r>
              <a:rPr sz="1600" dirty="0">
                <a:latin typeface="Rockwell"/>
                <a:cs typeface="Rockwell"/>
              </a:rPr>
              <a:t>R</a:t>
            </a:r>
            <a:r>
              <a:rPr sz="1600" spc="-5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v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3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5" dirty="0">
                <a:latin typeface="Rockwell"/>
                <a:cs typeface="Rockwell"/>
              </a:rPr>
              <a:t>P</a:t>
            </a:r>
            <a:r>
              <a:rPr sz="1600" spc="-65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ojec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 P</a:t>
            </a:r>
            <a:r>
              <a:rPr sz="1600" spc="-65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oducts.</a:t>
            </a:r>
            <a:endParaRPr sz="1600" dirty="0">
              <a:latin typeface="Rockwell"/>
              <a:cs typeface="Rockwell"/>
            </a:endParaRPr>
          </a:p>
          <a:p>
            <a:pPr>
              <a:spcBef>
                <a:spcPts val="12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/>
            <a:r>
              <a:rPr sz="1600" b="1" dirty="0">
                <a:latin typeface="Rockwell"/>
                <a:cs typeface="Rockwell"/>
              </a:rPr>
              <a:t>L</a:t>
            </a:r>
            <a:r>
              <a:rPr sz="1600" b="1" spc="-5" dirty="0">
                <a:latin typeface="Rockwell"/>
                <a:cs typeface="Rockwell"/>
              </a:rPr>
              <a:t>es</a:t>
            </a:r>
            <a:r>
              <a:rPr sz="1600" b="1" spc="5" dirty="0">
                <a:latin typeface="Rockwell"/>
                <a:cs typeface="Rockwell"/>
              </a:rPr>
              <a:t>s</a:t>
            </a:r>
            <a:r>
              <a:rPr sz="1600" b="1" spc="-5" dirty="0">
                <a:latin typeface="Rockwell"/>
                <a:cs typeface="Rockwell"/>
              </a:rPr>
              <a:t>on</a:t>
            </a:r>
            <a:r>
              <a:rPr sz="1600" b="1" dirty="0">
                <a:latin typeface="Rockwell"/>
                <a:cs typeface="Rockwell"/>
              </a:rPr>
              <a:t>s</a:t>
            </a:r>
            <a:r>
              <a:rPr sz="1600" b="1" spc="-10" dirty="0">
                <a:latin typeface="Rockwell"/>
                <a:cs typeface="Rockwell"/>
              </a:rPr>
              <a:t> </a:t>
            </a:r>
            <a:r>
              <a:rPr sz="1600" b="1" dirty="0">
                <a:latin typeface="Rockwell"/>
                <a:cs typeface="Rockwell"/>
              </a:rPr>
              <a:t>L</a:t>
            </a:r>
            <a:r>
              <a:rPr sz="1600" b="1" spc="-15" dirty="0">
                <a:latin typeface="Rockwell"/>
                <a:cs typeface="Rockwell"/>
              </a:rPr>
              <a:t>e</a:t>
            </a:r>
            <a:r>
              <a:rPr sz="1600" b="1" dirty="0">
                <a:latin typeface="Rockwell"/>
                <a:cs typeface="Rockwell"/>
              </a:rPr>
              <a:t>a</a:t>
            </a:r>
            <a:r>
              <a:rPr sz="1600" b="1" spc="60" dirty="0">
                <a:latin typeface="Rockwell"/>
                <a:cs typeface="Rockwell"/>
              </a:rPr>
              <a:t>r</a:t>
            </a:r>
            <a:r>
              <a:rPr sz="1600" b="1" dirty="0">
                <a:latin typeface="Rockwell"/>
                <a:cs typeface="Rockwell"/>
              </a:rPr>
              <a:t>n</a:t>
            </a:r>
            <a:r>
              <a:rPr sz="1600" b="1" spc="-15" dirty="0">
                <a:latin typeface="Rockwell"/>
                <a:cs typeface="Rockwell"/>
              </a:rPr>
              <a:t>e</a:t>
            </a:r>
            <a:r>
              <a:rPr sz="1600" b="1" dirty="0">
                <a:latin typeface="Rockwell"/>
                <a:cs typeface="Rockwell"/>
              </a:rPr>
              <a:t>d</a:t>
            </a:r>
            <a:r>
              <a:rPr sz="1600" b="1" spc="-55" dirty="0">
                <a:latin typeface="Rockwell"/>
                <a:cs typeface="Rockwell"/>
              </a:rPr>
              <a:t> </a:t>
            </a:r>
            <a:r>
              <a:rPr sz="1600" b="1" dirty="0">
                <a:latin typeface="Rockwell"/>
                <a:cs typeface="Rockwell"/>
              </a:rPr>
              <a:t>R</a:t>
            </a:r>
            <a:r>
              <a:rPr sz="1600" b="1" spc="-30" dirty="0">
                <a:latin typeface="Rockwell"/>
                <a:cs typeface="Rockwell"/>
              </a:rPr>
              <a:t>e</a:t>
            </a:r>
            <a:r>
              <a:rPr sz="1600" b="1" dirty="0">
                <a:latin typeface="Rockwell"/>
                <a:cs typeface="Rockwell"/>
              </a:rPr>
              <a:t>po</a:t>
            </a:r>
            <a:r>
              <a:rPr sz="1600" b="1" spc="50" dirty="0">
                <a:latin typeface="Rockwell"/>
                <a:cs typeface="Rockwell"/>
              </a:rPr>
              <a:t>r</a:t>
            </a:r>
            <a:r>
              <a:rPr sz="1600" b="1" spc="-5" dirty="0">
                <a:latin typeface="Rockwell"/>
                <a:cs typeface="Rockwell"/>
              </a:rPr>
              <a:t>t:</a:t>
            </a:r>
            <a:endParaRPr sz="1600" dirty="0">
              <a:latin typeface="Rockwell"/>
              <a:cs typeface="Rockwell"/>
            </a:endParaRPr>
          </a:p>
          <a:p>
            <a:pPr>
              <a:spcBef>
                <a:spcPts val="1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5080">
              <a:buFont typeface="Rockwell"/>
              <a:buChar char="•"/>
              <a:tabLst>
                <a:tab pos="111760" algn="l"/>
              </a:tabLst>
            </a:pPr>
            <a:r>
              <a:rPr sz="1600" spc="2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he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oject</a:t>
            </a:r>
            <a:r>
              <a:rPr sz="1600" spc="-10" dirty="0">
                <a:latin typeface="Rockwell"/>
                <a:cs typeface="Rockwell"/>
              </a:rPr>
              <a:t> M</a:t>
            </a:r>
            <a:r>
              <a:rPr sz="1600" dirty="0">
                <a:latin typeface="Rockwell"/>
                <a:cs typeface="Rockwell"/>
              </a:rPr>
              <a:t>ana</a:t>
            </a:r>
            <a:r>
              <a:rPr sz="1600" spc="-30" dirty="0">
                <a:latin typeface="Rockwell"/>
                <a:cs typeface="Rockwell"/>
              </a:rPr>
              <a:t>g</a:t>
            </a:r>
            <a:r>
              <a:rPr sz="1600" dirty="0">
                <a:latin typeface="Rockwell"/>
                <a:cs typeface="Rockwell"/>
              </a:rPr>
              <a:t>er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i</a:t>
            </a:r>
            <a:r>
              <a:rPr sz="1600" dirty="0">
                <a:latin typeface="Rockwell"/>
                <a:cs typeface="Rockwell"/>
              </a:rPr>
              <a:t>ll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55" dirty="0">
                <a:latin typeface="Rockwell"/>
                <a:cs typeface="Rockwell"/>
              </a:rPr>
              <a:t>w</a:t>
            </a:r>
            <a:r>
              <a:rPr sz="1600" dirty="0">
                <a:latin typeface="Rockwell"/>
                <a:cs typeface="Rockwell"/>
              </a:rPr>
              <a:t>o</a:t>
            </a:r>
            <a:r>
              <a:rPr sz="1600" spc="-2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k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i</a:t>
            </a:r>
            <a:r>
              <a:rPr sz="1600" dirty="0">
                <a:latin typeface="Rockwell"/>
                <a:cs typeface="Rockwell"/>
              </a:rPr>
              <a:t>th 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oject</a:t>
            </a:r>
            <a:r>
              <a:rPr sz="1600" spc="-10" dirty="0">
                <a:latin typeface="Rockwell"/>
                <a:cs typeface="Rockwell"/>
              </a:rPr>
              <a:t> M</a:t>
            </a:r>
            <a:r>
              <a:rPr sz="1600" dirty="0">
                <a:latin typeface="Rockwell"/>
                <a:cs typeface="Rockwell"/>
              </a:rPr>
              <a:t>ana</a:t>
            </a:r>
            <a:r>
              <a:rPr sz="1600" spc="-30" dirty="0">
                <a:latin typeface="Rockwell"/>
                <a:cs typeface="Rockwell"/>
              </a:rPr>
              <a:t>g</a:t>
            </a:r>
            <a:r>
              <a:rPr sz="1600" dirty="0">
                <a:latin typeface="Rockwell"/>
                <a:cs typeface="Rockwell"/>
              </a:rPr>
              <a:t>ement</a:t>
            </a:r>
            <a:r>
              <a:rPr sz="1600" spc="-3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am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to</a:t>
            </a:r>
            <a:r>
              <a:rPr sz="1600" spc="-5" dirty="0">
                <a:latin typeface="Rockwell"/>
                <a:cs typeface="Rockwell"/>
              </a:rPr>
              <a:t> p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epa</a:t>
            </a:r>
            <a:r>
              <a:rPr sz="1600" spc="-7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Lessons</a:t>
            </a:r>
            <a:r>
              <a:rPr sz="1600" spc="-5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Lea</a:t>
            </a:r>
            <a:r>
              <a:rPr sz="1600" spc="3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ned 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epo</a:t>
            </a:r>
            <a:r>
              <a:rPr sz="1600" spc="2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t.</a:t>
            </a:r>
            <a:r>
              <a:rPr sz="1600" spc="-190" dirty="0">
                <a:latin typeface="Rockwell"/>
                <a:cs typeface="Rockwell"/>
              </a:rPr>
              <a:t> </a:t>
            </a:r>
            <a:r>
              <a:rPr sz="1600" spc="2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hi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i</a:t>
            </a:r>
            <a:r>
              <a:rPr sz="1600" dirty="0">
                <a:latin typeface="Rockwell"/>
                <a:cs typeface="Rockwell"/>
              </a:rPr>
              <a:t>ll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be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u</a:t>
            </a:r>
            <a:r>
              <a:rPr sz="1600" spc="5" dirty="0">
                <a:latin typeface="Rockwell"/>
                <a:cs typeface="Rockwell"/>
              </a:rPr>
              <a:t>s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to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bene</a:t>
            </a:r>
            <a:r>
              <a:rPr sz="1600" spc="5" dirty="0">
                <a:latin typeface="Rockwell"/>
                <a:cs typeface="Rockwell"/>
              </a:rPr>
              <a:t>f</a:t>
            </a:r>
            <a:r>
              <a:rPr sz="1600" dirty="0">
                <a:latin typeface="Rockwell"/>
                <a:cs typeface="Rockwell"/>
              </a:rPr>
              <a:t>it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f</a:t>
            </a:r>
            <a:r>
              <a:rPr sz="1600" dirty="0">
                <a:latin typeface="Rockwell"/>
                <a:cs typeface="Rockwell"/>
              </a:rPr>
              <a:t>utu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ojec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s.</a:t>
            </a:r>
            <a:r>
              <a:rPr sz="1600" spc="-185" dirty="0">
                <a:latin typeface="Rockwell"/>
                <a:cs typeface="Rockwell"/>
              </a:rPr>
              <a:t> </a:t>
            </a:r>
            <a:r>
              <a:rPr sz="1600" spc="2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Less</a:t>
            </a:r>
            <a:r>
              <a:rPr sz="1600" spc="-5" dirty="0">
                <a:latin typeface="Rockwell"/>
                <a:cs typeface="Rockwell"/>
              </a:rPr>
              <a:t>on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4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Lea</a:t>
            </a:r>
            <a:r>
              <a:rPr sz="1600" spc="35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ne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epo</a:t>
            </a:r>
            <a:r>
              <a:rPr sz="1600" spc="2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5" dirty="0">
                <a:latin typeface="Rockwell"/>
                <a:cs typeface="Rockwell"/>
              </a:rPr>
              <a:t>houl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include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15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oll</a:t>
            </a:r>
            <a:r>
              <a:rPr sz="1600" spc="-6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w in</a:t>
            </a:r>
            <a:r>
              <a:rPr sz="1600" spc="15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ormat</a:t>
            </a:r>
            <a:r>
              <a:rPr sz="1600" dirty="0">
                <a:latin typeface="Rockwell"/>
                <a:cs typeface="Rockwell"/>
              </a:rPr>
              <a:t>ion:</a:t>
            </a:r>
          </a:p>
          <a:p>
            <a:pPr marL="12700">
              <a:buFont typeface="Rockwell"/>
              <a:buChar char="o"/>
              <a:tabLst>
                <a:tab pos="157480" algn="l"/>
              </a:tabLst>
            </a:pPr>
            <a:r>
              <a:rPr sz="1600" dirty="0">
                <a:latin typeface="Rockwell"/>
                <a:cs typeface="Rockwell"/>
              </a:rPr>
              <a:t>A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v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3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 o</a:t>
            </a:r>
            <a:r>
              <a:rPr sz="1600" dirty="0">
                <a:latin typeface="Rockwell"/>
                <a:cs typeface="Rockwell"/>
              </a:rPr>
              <a:t>n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spc="-6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ojec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45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en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,</a:t>
            </a:r>
            <a:r>
              <a:rPr sz="1600" spc="-110" dirty="0">
                <a:latin typeface="Rockwell"/>
                <a:cs typeface="Rockwell"/>
              </a:rPr>
              <a:t> </a:t>
            </a:r>
            <a:r>
              <a:rPr sz="1600" spc="-3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ha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4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en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4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el</a:t>
            </a:r>
            <a:r>
              <a:rPr sz="1600" dirty="0">
                <a:latin typeface="Rockwell"/>
                <a:cs typeface="Rockwell"/>
              </a:rPr>
              <a:t>l and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30" dirty="0">
                <a:latin typeface="Rockwell"/>
                <a:cs typeface="Rockwell"/>
              </a:rPr>
              <a:t>w</a:t>
            </a:r>
            <a:r>
              <a:rPr sz="1600" spc="-5" dirty="0">
                <a:latin typeface="Rockwell"/>
                <a:cs typeface="Rockwell"/>
              </a:rPr>
              <a:t>ha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could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be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</a:t>
            </a:r>
            <a:r>
              <a:rPr sz="1600" spc="-5" dirty="0">
                <a:latin typeface="Rockwell"/>
                <a:cs typeface="Rockwell"/>
              </a:rPr>
              <a:t>m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65" dirty="0">
                <a:latin typeface="Rockwell"/>
                <a:cs typeface="Rockwell"/>
              </a:rPr>
              <a:t>o</a:t>
            </a:r>
            <a:r>
              <a:rPr sz="1600" spc="-45" dirty="0">
                <a:latin typeface="Rockwell"/>
                <a:cs typeface="Rockwell"/>
              </a:rPr>
              <a:t>v</a:t>
            </a:r>
            <a:r>
              <a:rPr sz="1600" spc="-5" dirty="0">
                <a:latin typeface="Rockwell"/>
                <a:cs typeface="Rockwell"/>
              </a:rPr>
              <a:t>ed.</a:t>
            </a:r>
            <a:endParaRPr sz="1600" dirty="0">
              <a:latin typeface="Rockwell"/>
              <a:cs typeface="Rockwell"/>
            </a:endParaRPr>
          </a:p>
          <a:p>
            <a:pPr marL="12700" marR="650875">
              <a:buFont typeface="Rockwell"/>
              <a:buChar char="o"/>
              <a:tabLst>
                <a:tab pos="157480" algn="l"/>
              </a:tabLst>
            </a:pPr>
            <a:r>
              <a:rPr sz="1600" dirty="0">
                <a:latin typeface="Rockwell"/>
                <a:cs typeface="Rockwell"/>
              </a:rPr>
              <a:t>H</a:t>
            </a:r>
            <a:r>
              <a:rPr sz="1600" spc="-60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w</a:t>
            </a:r>
            <a:r>
              <a:rPr sz="1600" spc="-3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spc="5" dirty="0">
                <a:latin typeface="Rockwell"/>
                <a:cs typeface="Rockwell"/>
              </a:rPr>
              <a:t>f</a:t>
            </a:r>
            <a:r>
              <a:rPr sz="1600" spc="3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ect</a:t>
            </a:r>
            <a:r>
              <a:rPr sz="1600" spc="-30" dirty="0">
                <a:latin typeface="Rockwell"/>
                <a:cs typeface="Rockwell"/>
              </a:rPr>
              <a:t>i</a:t>
            </a:r>
            <a:r>
              <a:rPr sz="1600" spc="-45" dirty="0">
                <a:latin typeface="Rockwell"/>
                <a:cs typeface="Rockwell"/>
              </a:rPr>
              <a:t>v</a:t>
            </a:r>
            <a:r>
              <a:rPr sz="1600" dirty="0">
                <a:latin typeface="Rockwell"/>
                <a:cs typeface="Rockwell"/>
              </a:rPr>
              <a:t>e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Qual</a:t>
            </a:r>
            <a:r>
              <a:rPr sz="1600" spc="-10" dirty="0">
                <a:latin typeface="Rockwell"/>
                <a:cs typeface="Rockwell"/>
              </a:rPr>
              <a:t>i</a:t>
            </a:r>
            <a:r>
              <a:rPr sz="1600" dirty="0">
                <a:latin typeface="Rockwell"/>
                <a:cs typeface="Rockwell"/>
              </a:rPr>
              <a:t>ty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5" dirty="0">
                <a:latin typeface="Rockwell"/>
                <a:cs typeface="Rockwell"/>
              </a:rPr>
              <a:t>M</a:t>
            </a:r>
            <a:r>
              <a:rPr sz="1600" dirty="0">
                <a:latin typeface="Rockwell"/>
                <a:cs typeface="Rockwell"/>
              </a:rPr>
              <a:t>ana</a:t>
            </a:r>
            <a:r>
              <a:rPr sz="1600" spc="-35" dirty="0">
                <a:latin typeface="Rockwell"/>
                <a:cs typeface="Rockwell"/>
              </a:rPr>
              <a:t>g</a:t>
            </a:r>
            <a:r>
              <a:rPr sz="1600" spc="-5" dirty="0">
                <a:latin typeface="Rockwell"/>
                <a:cs typeface="Rockwell"/>
              </a:rPr>
              <a:t>emen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3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S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spc="-3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spc="-40" dirty="0">
                <a:latin typeface="Rockwell"/>
                <a:cs typeface="Rockwell"/>
              </a:rPr>
              <a:t>g</a:t>
            </a:r>
            <a:r>
              <a:rPr sz="1600" dirty="0">
                <a:latin typeface="Rockwell"/>
                <a:cs typeface="Rockwell"/>
              </a:rPr>
              <a:t>y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30" dirty="0">
                <a:latin typeface="Rockwell"/>
                <a:cs typeface="Rockwell"/>
              </a:rPr>
              <a:t>w</a:t>
            </a:r>
            <a:r>
              <a:rPr sz="1600" dirty="0">
                <a:latin typeface="Rockwell"/>
                <a:cs typeface="Rockwell"/>
              </a:rPr>
              <a:t>as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in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designin</a:t>
            </a:r>
            <a:r>
              <a:rPr sz="1600" spc="-70" dirty="0">
                <a:latin typeface="Rockwell"/>
                <a:cs typeface="Rockwell"/>
              </a:rPr>
              <a:t>g</a:t>
            </a:r>
            <a:r>
              <a:rPr sz="1600" dirty="0">
                <a:latin typeface="Rockwell"/>
                <a:cs typeface="Rockwell"/>
              </a:rPr>
              <a:t>,</a:t>
            </a:r>
            <a:r>
              <a:rPr sz="1600" spc="-1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55" dirty="0">
                <a:latin typeface="Rockwell"/>
                <a:cs typeface="Rockwell"/>
              </a:rPr>
              <a:t>e</a:t>
            </a:r>
            <a:r>
              <a:rPr sz="1600" spc="-45" dirty="0">
                <a:latin typeface="Rockwell"/>
                <a:cs typeface="Rockwell"/>
              </a:rPr>
              <a:t>v</a:t>
            </a:r>
            <a:r>
              <a:rPr sz="1600" spc="-5" dirty="0">
                <a:latin typeface="Rockwell"/>
                <a:cs typeface="Rockwell"/>
              </a:rPr>
              <a:t>elop</a:t>
            </a:r>
            <a:r>
              <a:rPr sz="1600" dirty="0">
                <a:latin typeface="Rockwell"/>
                <a:cs typeface="Rockwell"/>
              </a:rPr>
              <a:t>ing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and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del</a:t>
            </a:r>
            <a:r>
              <a:rPr sz="1600" spc="-30" dirty="0">
                <a:latin typeface="Rockwell"/>
                <a:cs typeface="Rockwell"/>
              </a:rPr>
              <a:t>i</a:t>
            </a:r>
            <a:r>
              <a:rPr sz="1600" spc="-45" dirty="0">
                <a:latin typeface="Rockwell"/>
                <a:cs typeface="Rockwell"/>
              </a:rPr>
              <a:t>v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spc="2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y </a:t>
            </a:r>
            <a:r>
              <a:rPr sz="1600" spc="15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or </a:t>
            </a:r>
            <a:r>
              <a:rPr sz="1600" dirty="0">
                <a:latin typeface="Rockwell"/>
                <a:cs typeface="Rockwell"/>
              </a:rPr>
              <a:t>pu</a:t>
            </a:r>
            <a:r>
              <a:rPr sz="1600" spc="2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posed</a:t>
            </a:r>
            <a:r>
              <a:rPr sz="1600" spc="-4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p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oducts</a:t>
            </a:r>
            <a:r>
              <a:rPr sz="1600" dirty="0" smtClean="0">
                <a:latin typeface="Rockwell"/>
                <a:cs typeface="Rockwell"/>
              </a:rPr>
              <a:t>;</a:t>
            </a:r>
            <a:endParaRPr sz="1600" dirty="0">
              <a:latin typeface="Rockwell"/>
              <a:cs typeface="Rockwell"/>
            </a:endParaRPr>
          </a:p>
          <a:p>
            <a:pPr marL="157480" indent="-144780">
              <a:buFont typeface="Rockwell"/>
              <a:buChar char="o"/>
              <a:tabLst>
                <a:tab pos="157480" algn="l"/>
              </a:tabLst>
            </a:pPr>
            <a:r>
              <a:rPr sz="1600" spc="-5" dirty="0">
                <a:latin typeface="Rockwell"/>
                <a:cs typeface="Rockwell"/>
              </a:rPr>
              <a:t>A</a:t>
            </a:r>
            <a:r>
              <a:rPr sz="1600" spc="-35" dirty="0">
                <a:latin typeface="Rockwell"/>
                <a:cs typeface="Rockwell"/>
              </a:rPr>
              <a:t>n</a:t>
            </a:r>
            <a:r>
              <a:rPr sz="1600" dirty="0">
                <a:latin typeface="Rockwell"/>
                <a:cs typeface="Rockwell"/>
              </a:rPr>
              <a:t>y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u</a:t>
            </a:r>
            <a:r>
              <a:rPr sz="1600" spc="5" dirty="0">
                <a:latin typeface="Rockwell"/>
                <a:cs typeface="Rockwell"/>
              </a:rPr>
              <a:t>s</a:t>
            </a:r>
            <a:r>
              <a:rPr sz="1600" spc="-5" dirty="0">
                <a:latin typeface="Rockwell"/>
                <a:cs typeface="Rockwell"/>
              </a:rPr>
              <a:t>efu</a:t>
            </a:r>
            <a:r>
              <a:rPr sz="1600" dirty="0">
                <a:latin typeface="Rockwell"/>
                <a:cs typeface="Rockwell"/>
              </a:rPr>
              <a:t>l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in</a:t>
            </a:r>
            <a:r>
              <a:rPr sz="1600" spc="15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ormat</a:t>
            </a:r>
            <a:r>
              <a:rPr sz="1600" dirty="0">
                <a:latin typeface="Rockwell"/>
                <a:cs typeface="Rockwell"/>
              </a:rPr>
              <a:t>ion</a:t>
            </a:r>
            <a:r>
              <a:rPr sz="1600" spc="-10" dirty="0">
                <a:latin typeface="Rockwell"/>
                <a:cs typeface="Rockwell"/>
              </a:rPr>
              <a:t> </a:t>
            </a:r>
            <a:r>
              <a:rPr sz="1600" spc="-30" dirty="0">
                <a:latin typeface="Rockwell"/>
                <a:cs typeface="Rockwell"/>
              </a:rPr>
              <a:t>g</a:t>
            </a:r>
            <a:r>
              <a:rPr sz="1600" dirty="0">
                <a:latin typeface="Rockwell"/>
                <a:cs typeface="Rockwell"/>
              </a:rPr>
              <a:t>ain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d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70" dirty="0">
                <a:latin typeface="Rockwell"/>
                <a:cs typeface="Rockwell"/>
              </a:rPr>
              <a:t>r</a:t>
            </a:r>
            <a:r>
              <a:rPr sz="1600" spc="-5" dirty="0">
                <a:latin typeface="Rockwell"/>
                <a:cs typeface="Rockwell"/>
              </a:rPr>
              <a:t>e</a:t>
            </a:r>
            <a:r>
              <a:rPr sz="1600" spc="-30" dirty="0">
                <a:latin typeface="Rockwell"/>
                <a:cs typeface="Rockwell"/>
              </a:rPr>
              <a:t>g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6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ding</a:t>
            </a:r>
            <a:r>
              <a:rPr sz="1600" spc="-2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5" dirty="0">
                <a:latin typeface="Rockwell"/>
                <a:cs typeface="Rockwell"/>
              </a:rPr>
              <a:t>h</a:t>
            </a:r>
            <a:r>
              <a:rPr sz="1600" dirty="0">
                <a:latin typeface="Rockwell"/>
                <a:cs typeface="Rockwell"/>
              </a:rPr>
              <a:t>e </a:t>
            </a:r>
            <a:r>
              <a:rPr sz="1600" spc="-10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ai</a:t>
            </a:r>
            <a:r>
              <a:rPr sz="1600" spc="-10" dirty="0">
                <a:latin typeface="Rockwell"/>
                <a:cs typeface="Rockwell"/>
              </a:rPr>
              <a:t>l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spc="25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ing </a:t>
            </a:r>
            <a:r>
              <a:rPr sz="1600" spc="-5" dirty="0">
                <a:latin typeface="Rockwell"/>
                <a:cs typeface="Rockwell"/>
              </a:rPr>
              <a:t>o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5" dirty="0">
                <a:latin typeface="Rockwell"/>
                <a:cs typeface="Rockwell"/>
              </a:rPr>
              <a:t> PR</a:t>
            </a:r>
            <a:r>
              <a:rPr sz="1600" spc="5" dirty="0">
                <a:latin typeface="Rockwell"/>
                <a:cs typeface="Rockwell"/>
              </a:rPr>
              <a:t>I</a:t>
            </a:r>
            <a:r>
              <a:rPr sz="1600" spc="-5" dirty="0">
                <a:latin typeface="Rockwell"/>
                <a:cs typeface="Rockwell"/>
              </a:rPr>
              <a:t>NCE</a:t>
            </a:r>
            <a:r>
              <a:rPr sz="1600" spc="-10" dirty="0">
                <a:latin typeface="Rockwell"/>
                <a:cs typeface="Rockwell"/>
              </a:rPr>
              <a:t>2</a:t>
            </a:r>
            <a:r>
              <a:rPr sz="1600" dirty="0">
                <a:latin typeface="Rockwell"/>
                <a:cs typeface="Rockwell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Closing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55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9252" y="685956"/>
            <a:ext cx="11033056" cy="55649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Closing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393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318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32874" y="1441976"/>
            <a:ext cx="8767502" cy="48838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1100" y="718467"/>
            <a:ext cx="11291051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dirty="0">
                <a:latin typeface="Rockwell"/>
                <a:cs typeface="Rockwell"/>
              </a:rPr>
              <a:t>Re</a:t>
            </a:r>
            <a:r>
              <a:rPr spc="5" dirty="0">
                <a:latin typeface="Rockwell"/>
                <a:cs typeface="Rockwell"/>
              </a:rPr>
              <a:t>m</a:t>
            </a:r>
            <a:r>
              <a:rPr spc="-5" dirty="0">
                <a:latin typeface="Rockwell"/>
                <a:cs typeface="Rockwell"/>
              </a:rPr>
              <a:t>emb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114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,</a:t>
            </a:r>
            <a:r>
              <a:rPr spc="-150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it </a:t>
            </a:r>
            <a:r>
              <a:rPr dirty="0">
                <a:latin typeface="Rockwell"/>
                <a:cs typeface="Rockwell"/>
              </a:rPr>
              <a:t>is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5" dirty="0">
                <a:latin typeface="Rockwell"/>
                <a:cs typeface="Rockwell"/>
              </a:rPr>
              <a:t> P</a:t>
            </a:r>
            <a:r>
              <a:rPr spc="-6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 </a:t>
            </a:r>
            <a:r>
              <a:rPr spc="-15" dirty="0">
                <a:latin typeface="Rockwell"/>
                <a:cs typeface="Rockwell"/>
              </a:rPr>
              <a:t>Ma</a:t>
            </a:r>
            <a:r>
              <a:rPr spc="-5" dirty="0">
                <a:latin typeface="Rockwell"/>
                <a:cs typeface="Rockwell"/>
              </a:rPr>
              <a:t>na</a:t>
            </a:r>
            <a:r>
              <a:rPr spc="-30" dirty="0">
                <a:latin typeface="Rockwell"/>
                <a:cs typeface="Rockwell"/>
              </a:rPr>
              <a:t>g</a:t>
            </a:r>
            <a:r>
              <a:rPr spc="-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that</a:t>
            </a:r>
            <a:r>
              <a:rPr spc="-25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p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ep</a:t>
            </a:r>
            <a:r>
              <a:rPr spc="5" dirty="0">
                <a:latin typeface="Rockwell"/>
                <a:cs typeface="Rockwell"/>
              </a:rPr>
              <a:t>a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s</a:t>
            </a:r>
            <a:r>
              <a:rPr spc="-2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5" dirty="0">
                <a:latin typeface="Rockwell"/>
                <a:cs typeface="Rockwell"/>
              </a:rPr>
              <a:t>p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 </a:t>
            </a:r>
            <a:r>
              <a:rPr spc="25" dirty="0">
                <a:latin typeface="Rockwell"/>
                <a:cs typeface="Rockwell"/>
              </a:rPr>
              <a:t>f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closu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spc="-30" dirty="0">
                <a:latin typeface="Rockwell"/>
                <a:cs typeface="Rockwell"/>
              </a:rPr>
              <a:t>b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spc="-10" dirty="0">
                <a:latin typeface="Rockwell"/>
                <a:cs typeface="Rockwell"/>
              </a:rPr>
              <a:t>t</a:t>
            </a:r>
            <a:r>
              <a:rPr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it</a:t>
            </a:r>
            <a:r>
              <a:rPr dirty="0">
                <a:latin typeface="Rockwell"/>
                <a:cs typeface="Rockwell"/>
              </a:rPr>
              <a:t> is the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oject Boa</a:t>
            </a:r>
            <a:r>
              <a:rPr spc="-6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d </a:t>
            </a:r>
            <a:r>
              <a:rPr spc="-35" dirty="0">
                <a:latin typeface="Rockwell"/>
                <a:cs typeface="Rockwell"/>
              </a:rPr>
              <a:t>w</a:t>
            </a:r>
            <a:r>
              <a:rPr dirty="0">
                <a:latin typeface="Rockwell"/>
                <a:cs typeface="Rockwell"/>
              </a:rPr>
              <a:t>ho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closes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 </a:t>
            </a:r>
            <a:r>
              <a:rPr spc="5"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oject o</a:t>
            </a:r>
            <a:r>
              <a:rPr spc="-10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,</a:t>
            </a:r>
            <a:r>
              <a:rPr spc="-15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in PRINC</a:t>
            </a:r>
            <a:r>
              <a:rPr spc="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2 </a:t>
            </a:r>
            <a:r>
              <a:rPr spc="-55" dirty="0">
                <a:latin typeface="Rockwell"/>
                <a:cs typeface="Rockwell"/>
              </a:rPr>
              <a:t>w</a:t>
            </a:r>
            <a:r>
              <a:rPr dirty="0">
                <a:latin typeface="Rockwell"/>
                <a:cs typeface="Rockwell"/>
              </a:rPr>
              <a:t>o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d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spc="145" dirty="0">
                <a:latin typeface="Rockwell"/>
                <a:cs typeface="Rockwell"/>
              </a:rPr>
              <a:t>,</a:t>
            </a:r>
            <a:r>
              <a:rPr dirty="0">
                <a:latin typeface="Rockwell"/>
                <a:cs typeface="Rockwell"/>
              </a:rPr>
              <a:t>“au</a:t>
            </a:r>
            <a:r>
              <a:rPr spc="-10" dirty="0">
                <a:latin typeface="Rockwell"/>
                <a:cs typeface="Rockwell"/>
              </a:rPr>
              <a:t>t</a:t>
            </a:r>
            <a:r>
              <a:rPr dirty="0">
                <a:latin typeface="Rockwell"/>
                <a:cs typeface="Rockwell"/>
              </a:rPr>
              <a:t>ho</a:t>
            </a:r>
            <a:r>
              <a:rPr spc="40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i</a:t>
            </a:r>
            <a:r>
              <a:rPr spc="-15" dirty="0">
                <a:latin typeface="Rockwell"/>
                <a:cs typeface="Rockwell"/>
              </a:rPr>
              <a:t>z</a:t>
            </a:r>
            <a:r>
              <a:rPr dirty="0">
                <a:latin typeface="Rockwell"/>
                <a:cs typeface="Rockwell"/>
              </a:rPr>
              <a:t>es p</a:t>
            </a:r>
            <a:r>
              <a:rPr spc="-6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oject</a:t>
            </a:r>
            <a:r>
              <a:rPr spc="-2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closu</a:t>
            </a:r>
            <a:r>
              <a:rPr spc="-80" dirty="0">
                <a:latin typeface="Rockwell"/>
                <a:cs typeface="Rockwell"/>
              </a:rPr>
              <a:t>r</a:t>
            </a:r>
            <a:r>
              <a:rPr spc="-40" dirty="0">
                <a:latin typeface="Rockwell"/>
                <a:cs typeface="Rockwell"/>
              </a:rPr>
              <a:t>e</a:t>
            </a:r>
            <a:r>
              <a:rPr spc="-215" dirty="0">
                <a:latin typeface="Rockwell"/>
                <a:cs typeface="Rockwell"/>
              </a:rPr>
              <a:t>.</a:t>
            </a:r>
            <a:r>
              <a:rPr dirty="0">
                <a:latin typeface="Rockwell"/>
                <a:cs typeface="Rockwell"/>
              </a:rPr>
              <a:t>”</a:t>
            </a:r>
            <a:endParaRPr>
              <a:latin typeface="Rockwell"/>
              <a:cs typeface="Rockwel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Closing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370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1518</Words>
  <Application>Microsoft Macintosh PowerPoint</Application>
  <PresentationFormat>Widescreen</PresentationFormat>
  <Paragraphs>168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Calibri</vt:lpstr>
      <vt:lpstr>Calibri Light</vt:lpstr>
      <vt:lpstr>Courier New</vt:lpstr>
      <vt:lpstr>Rockwell</vt:lpstr>
      <vt:lpstr>Times New Roman</vt:lpstr>
      <vt:lpstr>Arial</vt:lpstr>
      <vt:lpstr>Office Theme</vt:lpstr>
      <vt:lpstr>PowerPoint Presentation</vt:lpstr>
      <vt:lpstr>Managing a Stage Boundary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Closing a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Luisa Frigerio</dc:creator>
  <cp:lastModifiedBy>Maria Luisa Frigerio</cp:lastModifiedBy>
  <cp:revision>7</cp:revision>
  <dcterms:created xsi:type="dcterms:W3CDTF">2019-06-29T13:51:55Z</dcterms:created>
  <dcterms:modified xsi:type="dcterms:W3CDTF">2019-07-15T08:26:54Z</dcterms:modified>
</cp:coreProperties>
</file>