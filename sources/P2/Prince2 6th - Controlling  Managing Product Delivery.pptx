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8" r:id="rId2"/>
    <p:sldId id="271" r:id="rId3"/>
    <p:sldId id="268" r:id="rId4"/>
    <p:sldId id="269" r:id="rId5"/>
    <p:sldId id="270" r:id="rId6"/>
    <p:sldId id="288" r:id="rId7"/>
    <p:sldId id="289" r:id="rId8"/>
    <p:sldId id="290" r:id="rId9"/>
    <p:sldId id="272" r:id="rId10"/>
    <p:sldId id="295" r:id="rId11"/>
    <p:sldId id="296" r:id="rId12"/>
    <p:sldId id="273" r:id="rId13"/>
    <p:sldId id="297" r:id="rId14"/>
    <p:sldId id="274" r:id="rId15"/>
    <p:sldId id="275" r:id="rId16"/>
    <p:sldId id="277" r:id="rId17"/>
    <p:sldId id="278" r:id="rId18"/>
    <p:sldId id="279" r:id="rId19"/>
    <p:sldId id="276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737"/>
    <p:restoredTop sz="94595"/>
  </p:normalViewPr>
  <p:slideViewPr>
    <p:cSldViewPr snapToGrid="0" snapToObjects="1">
      <p:cViewPr varScale="1">
        <p:scale>
          <a:sx n="54" d="100"/>
          <a:sy n="54" d="100"/>
        </p:scale>
        <p:origin x="216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A060E-B8E2-2746-95BA-EC405779B37E}" type="datetimeFigureOut">
              <a:rPr lang="en-US" smtClean="0"/>
              <a:t>7/6/19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3B405-EE9C-FD40-97C3-36AD61665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310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6954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446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1643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9816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3952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8771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374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6229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702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591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6938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9621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350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391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2780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2525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57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8721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91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0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0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3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4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9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6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0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7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E4309-6DB0-A248-BDCF-9E24F45328D4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C49CD-F8E7-4143-A46B-BD510BA1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7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78877" y="2604435"/>
            <a:ext cx="65256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0" b="1" dirty="0">
                <a:solidFill>
                  <a:schemeClr val="bg1"/>
                </a:solidFill>
                <a:latin typeface="Rockwell"/>
                <a:cs typeface="Rockwell"/>
              </a:rPr>
              <a:t>PRO</a:t>
            </a:r>
            <a:r>
              <a:rPr sz="8000" b="1" spc="-10" dirty="0">
                <a:solidFill>
                  <a:schemeClr val="bg1"/>
                </a:solidFill>
                <a:latin typeface="Rockwell"/>
                <a:cs typeface="Rockwell"/>
              </a:rPr>
              <a:t>C</a:t>
            </a:r>
            <a:r>
              <a:rPr sz="8000" b="1" dirty="0">
                <a:solidFill>
                  <a:schemeClr val="bg1"/>
                </a:solidFill>
                <a:latin typeface="Rockwell"/>
                <a:cs typeface="Rockwell"/>
              </a:rPr>
              <a:t>ESSES</a:t>
            </a:r>
            <a:endParaRPr sz="8000" dirty="0">
              <a:solidFill>
                <a:schemeClr val="bg1"/>
              </a:solidFill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836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7438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998"/>
            <a:ext cx="323850" cy="5934871"/>
          </a:xfrm>
          <a:custGeom>
            <a:avLst/>
            <a:gdLst/>
            <a:ahLst/>
            <a:cxnLst/>
            <a:rect l="l" t="t" r="r" b="b"/>
            <a:pathLst>
              <a:path w="323850" h="5904230">
                <a:moveTo>
                  <a:pt x="0" y="5903975"/>
                </a:moveTo>
                <a:lnTo>
                  <a:pt x="323850" y="5903975"/>
                </a:lnTo>
                <a:lnTo>
                  <a:pt x="323850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816311"/>
            <a:ext cx="10515600" cy="423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3345"/>
              </a:lnSpc>
            </a:pPr>
            <a:r>
              <a:rPr spc="-20" dirty="0"/>
              <a:t>Co</a:t>
            </a:r>
            <a:r>
              <a:rPr spc="-15" dirty="0"/>
              <a:t>n</a:t>
            </a:r>
            <a:r>
              <a:rPr spc="-20" dirty="0"/>
              <a:t>trol</a:t>
            </a:r>
            <a:r>
              <a:rPr spc="-25" dirty="0"/>
              <a:t>l</a:t>
            </a:r>
            <a:r>
              <a:rPr spc="-15" dirty="0"/>
              <a:t>ing </a:t>
            </a:r>
            <a:r>
              <a:rPr spc="-20" dirty="0"/>
              <a:t>a</a:t>
            </a:r>
            <a:r>
              <a:rPr spc="5" dirty="0"/>
              <a:t> </a:t>
            </a:r>
            <a:r>
              <a:rPr spc="-15" dirty="0"/>
              <a:t>Stage</a:t>
            </a:r>
          </a:p>
        </p:txBody>
      </p:sp>
      <p:sp>
        <p:nvSpPr>
          <p:cNvPr id="5" name="object 5"/>
          <p:cNvSpPr/>
          <p:nvPr/>
        </p:nvSpPr>
        <p:spPr>
          <a:xfrm>
            <a:off x="1847850" y="549275"/>
            <a:ext cx="8820150" cy="6308725"/>
          </a:xfrm>
          <a:custGeom>
            <a:avLst/>
            <a:gdLst/>
            <a:ahLst/>
            <a:cxnLst/>
            <a:rect l="l" t="t" r="r" b="b"/>
            <a:pathLst>
              <a:path w="8820150" h="6308725">
                <a:moveTo>
                  <a:pt x="0" y="6308725"/>
                </a:moveTo>
                <a:lnTo>
                  <a:pt x="8820150" y="6308725"/>
                </a:lnTo>
                <a:lnTo>
                  <a:pt x="8820150" y="0"/>
                </a:lnTo>
                <a:lnTo>
                  <a:pt x="0" y="0"/>
                </a:lnTo>
                <a:lnTo>
                  <a:pt x="0" y="63087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8200" y="814217"/>
            <a:ext cx="10793818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/>
            <a:r>
              <a:rPr sz="2400" spc="20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dirty="0">
                <a:latin typeface="Rockwell"/>
                <a:cs typeface="Rockwell"/>
              </a:rPr>
              <a:t>e pu</a:t>
            </a:r>
            <a:r>
              <a:rPr sz="2400" spc="2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pose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f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Cont</a:t>
            </a:r>
            <a:r>
              <a:rPr sz="2400" spc="-7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ollin</a:t>
            </a:r>
            <a:r>
              <a:rPr sz="2400" dirty="0">
                <a:latin typeface="Rockwell"/>
                <a:cs typeface="Rockwell"/>
              </a:rPr>
              <a:t>g a S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-35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-7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oces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is 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dirty="0">
                <a:latin typeface="Rockwell"/>
                <a:cs typeface="Rockwell"/>
              </a:rPr>
              <a:t>o </a:t>
            </a:r>
            <a:r>
              <a:rPr sz="2400" spc="5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ss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gn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60" dirty="0">
                <a:latin typeface="Rockwell"/>
                <a:cs typeface="Rockwell"/>
              </a:rPr>
              <a:t>w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spc="-3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k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be d</a:t>
            </a:r>
            <a:r>
              <a:rPr sz="2400" spc="-5" dirty="0">
                <a:latin typeface="Rockwell"/>
                <a:cs typeface="Rockwell"/>
              </a:rPr>
              <a:t>on</a:t>
            </a:r>
            <a:r>
              <a:rPr sz="2400" dirty="0">
                <a:latin typeface="Rockwell"/>
                <a:cs typeface="Rockwell"/>
              </a:rPr>
              <a:t>e t s</a:t>
            </a:r>
            <a:r>
              <a:rPr sz="2400" spc="5" dirty="0">
                <a:latin typeface="Rockwell"/>
                <a:cs typeface="Rockwell"/>
              </a:rPr>
              <a:t>p</a:t>
            </a:r>
            <a:r>
              <a:rPr sz="2400" spc="-15" dirty="0">
                <a:latin typeface="Rockwell"/>
                <a:cs typeface="Rockwell"/>
              </a:rPr>
              <a:t>ecia</a:t>
            </a:r>
            <a:r>
              <a:rPr sz="2400" spc="-5" dirty="0">
                <a:latin typeface="Rockwell"/>
                <a:cs typeface="Rockwell"/>
              </a:rPr>
              <a:t>l</a:t>
            </a:r>
            <a:r>
              <a:rPr sz="2400" dirty="0">
                <a:latin typeface="Rockwell"/>
                <a:cs typeface="Rockwell"/>
              </a:rPr>
              <a:t>is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spc="-3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teams</a:t>
            </a:r>
            <a:r>
              <a:rPr sz="2400" spc="-10" dirty="0">
                <a:latin typeface="Rockwell"/>
                <a:cs typeface="Rockwell"/>
              </a:rPr>
              <a:t>,</a:t>
            </a:r>
            <a:r>
              <a:rPr sz="2400" spc="-16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mon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spc="-10" dirty="0">
                <a:latin typeface="Rockwell"/>
                <a:cs typeface="Rockwell"/>
              </a:rPr>
              <a:t>tor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such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75" dirty="0">
                <a:latin typeface="Rockwell"/>
                <a:cs typeface="Rockwell"/>
              </a:rPr>
              <a:t>w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spc="-3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k</a:t>
            </a:r>
            <a:r>
              <a:rPr sz="2400" dirty="0">
                <a:latin typeface="Rockwell"/>
                <a:cs typeface="Rockwell"/>
              </a:rPr>
              <a:t>,</a:t>
            </a:r>
            <a:r>
              <a:rPr sz="2400" spc="-150" dirty="0">
                <a:latin typeface="Rockwell"/>
                <a:cs typeface="Rockwell"/>
              </a:rPr>
              <a:t> </a:t>
            </a:r>
            <a:r>
              <a:rPr sz="2400" spc="-25" dirty="0">
                <a:latin typeface="Rockwell"/>
                <a:cs typeface="Rockwell"/>
              </a:rPr>
              <a:t>m</a:t>
            </a:r>
            <a:r>
              <a:rPr sz="2400" spc="-5" dirty="0">
                <a:latin typeface="Rockwell"/>
                <a:cs typeface="Rockwell"/>
              </a:rPr>
              <a:t>ana</a:t>
            </a:r>
            <a:r>
              <a:rPr sz="2400" spc="-30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2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is</a:t>
            </a:r>
            <a:r>
              <a:rPr sz="2400" spc="-5" dirty="0">
                <a:latin typeface="Rockwell"/>
                <a:cs typeface="Rockwell"/>
              </a:rPr>
              <a:t>k</a:t>
            </a:r>
            <a:r>
              <a:rPr sz="2400" dirty="0">
                <a:latin typeface="Rockwell"/>
                <a:cs typeface="Rockwell"/>
              </a:rPr>
              <a:t>s and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issues,</a:t>
            </a:r>
            <a:r>
              <a:rPr sz="2400" spc="-145" dirty="0">
                <a:latin typeface="Rockwell"/>
                <a:cs typeface="Rockwell"/>
              </a:rPr>
              <a:t> 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epo</a:t>
            </a:r>
            <a:r>
              <a:rPr sz="2400" spc="30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t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7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og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es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of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sta</a:t>
            </a:r>
            <a:r>
              <a:rPr sz="2400" spc="-45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7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ojec</a:t>
            </a:r>
            <a:r>
              <a:rPr sz="2400" dirty="0">
                <a:latin typeface="Rockwell"/>
                <a:cs typeface="Rockwell"/>
              </a:rPr>
              <a:t>t Boa</a:t>
            </a:r>
            <a:r>
              <a:rPr sz="2400" spc="-6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d,</a:t>
            </a:r>
            <a:r>
              <a:rPr sz="2400" spc="-16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and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if</a:t>
            </a:r>
            <a:r>
              <a:rPr sz="2400" dirty="0">
                <a:latin typeface="Rockwell"/>
                <a:cs typeface="Rockwell"/>
              </a:rPr>
              <a:t> 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eq</a:t>
            </a:r>
            <a:r>
              <a:rPr sz="2400" spc="-10" dirty="0">
                <a:latin typeface="Rockwell"/>
                <a:cs typeface="Rockwell"/>
              </a:rPr>
              <a:t>ui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d </a:t>
            </a:r>
            <a:r>
              <a:rPr sz="2400" spc="-15" dirty="0">
                <a:latin typeface="Rockwell"/>
                <a:cs typeface="Rockwell"/>
              </a:rPr>
              <a:t>t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-45" dirty="0">
                <a:latin typeface="Rockwell"/>
                <a:cs typeface="Rockwell"/>
              </a:rPr>
              <a:t>k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</a:t>
            </a:r>
            <a:r>
              <a:rPr sz="2400" spc="25" dirty="0">
                <a:latin typeface="Rockwell"/>
                <a:cs typeface="Rockwell"/>
              </a:rPr>
              <a:t>r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ect</a:t>
            </a:r>
            <a:r>
              <a:rPr sz="2400" spc="-50" dirty="0">
                <a:latin typeface="Rockwell"/>
                <a:cs typeface="Rockwell"/>
              </a:rPr>
              <a:t>i</a:t>
            </a:r>
            <a:r>
              <a:rPr sz="2400" spc="-65" dirty="0">
                <a:latin typeface="Rockwell"/>
                <a:cs typeface="Rockwell"/>
              </a:rPr>
              <a:t>v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actions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en</a:t>
            </a:r>
            <a:r>
              <a:rPr sz="2400" spc="5" dirty="0">
                <a:latin typeface="Rockwell"/>
                <a:cs typeface="Rockwell"/>
              </a:rPr>
              <a:t>s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that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sta</a:t>
            </a:r>
            <a:r>
              <a:rPr sz="2400" spc="-45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em</a:t>
            </a:r>
            <a:r>
              <a:rPr sz="2400" spc="5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ins</a:t>
            </a:r>
            <a:r>
              <a:rPr sz="2400" spc="-15" dirty="0">
                <a:latin typeface="Rockwell"/>
                <a:cs typeface="Rockwell"/>
              </a:rPr>
              <a:t> w</a:t>
            </a:r>
            <a:r>
              <a:rPr sz="2400" spc="-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thin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tole</a:t>
            </a:r>
            <a:r>
              <a:rPr sz="2400" spc="-5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ance in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terms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f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5" dirty="0">
                <a:latin typeface="Rockwell"/>
                <a:cs typeface="Rockwell"/>
              </a:rPr>
              <a:t>s</a:t>
            </a:r>
            <a:r>
              <a:rPr sz="2400" spc="-10" dirty="0">
                <a:latin typeface="Rockwell"/>
                <a:cs typeface="Rockwell"/>
              </a:rPr>
              <a:t>ix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a</a:t>
            </a:r>
            <a:r>
              <a:rPr sz="2400" spc="-5" dirty="0">
                <a:latin typeface="Rockwell"/>
                <a:cs typeface="Rockwell"/>
              </a:rPr>
              <a:t>s</a:t>
            </a:r>
            <a:r>
              <a:rPr sz="2400" dirty="0">
                <a:latin typeface="Rockwell"/>
                <a:cs typeface="Rockwell"/>
              </a:rPr>
              <a:t>pects </a:t>
            </a:r>
            <a:r>
              <a:rPr sz="2400" spc="-10" dirty="0">
                <a:latin typeface="Rockwell"/>
                <a:cs typeface="Rockwell"/>
              </a:rPr>
              <a:t>(</a:t>
            </a:r>
            <a:r>
              <a:rPr sz="2400" dirty="0">
                <a:latin typeface="Rockwell"/>
                <a:cs typeface="Rockwell"/>
              </a:rPr>
              <a:t>Scop</a:t>
            </a:r>
            <a:r>
              <a:rPr sz="2400" spc="-4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,</a:t>
            </a:r>
            <a:r>
              <a:rPr sz="2400" spc="-22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Ti</a:t>
            </a:r>
            <a:r>
              <a:rPr sz="2400" dirty="0">
                <a:latin typeface="Rockwell"/>
                <a:cs typeface="Rockwell"/>
              </a:rPr>
              <a:t>m</a:t>
            </a:r>
            <a:r>
              <a:rPr sz="2400" spc="-4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,</a:t>
            </a:r>
            <a:r>
              <a:rPr sz="2400" spc="-14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Cost, R</a:t>
            </a:r>
            <a:r>
              <a:rPr sz="2400" spc="-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sk,</a:t>
            </a:r>
            <a:r>
              <a:rPr sz="2400" spc="-16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Q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10" dirty="0">
                <a:latin typeface="Rockwell"/>
                <a:cs typeface="Rockwell"/>
              </a:rPr>
              <a:t>a</a:t>
            </a:r>
            <a:r>
              <a:rPr sz="2400" spc="-5" dirty="0">
                <a:latin typeface="Rockwell"/>
                <a:cs typeface="Rockwell"/>
              </a:rPr>
              <a:t>l</a:t>
            </a:r>
            <a:r>
              <a:rPr sz="2400" spc="-10" dirty="0">
                <a:latin typeface="Rockwell"/>
                <a:cs typeface="Rockwell"/>
              </a:rPr>
              <a:t>ity</a:t>
            </a:r>
            <a:r>
              <a:rPr sz="2400" spc="-2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and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B</a:t>
            </a:r>
            <a:r>
              <a:rPr sz="2400" spc="-5" dirty="0">
                <a:latin typeface="Rockwell"/>
                <a:cs typeface="Rockwell"/>
              </a:rPr>
              <a:t>ene</a:t>
            </a:r>
            <a:r>
              <a:rPr sz="2400" spc="10" dirty="0">
                <a:latin typeface="Rockwell"/>
                <a:cs typeface="Rockwell"/>
              </a:rPr>
              <a:t>f</a:t>
            </a:r>
            <a:r>
              <a:rPr sz="2400" spc="-10" dirty="0">
                <a:latin typeface="Rockwell"/>
                <a:cs typeface="Rockwell"/>
              </a:rPr>
              <a:t>its).</a:t>
            </a:r>
            <a:endParaRPr sz="2400" dirty="0">
              <a:latin typeface="Rockwell"/>
              <a:cs typeface="Rockwell"/>
            </a:endParaRPr>
          </a:p>
          <a:p>
            <a:pPr algn="just">
              <a:spcBef>
                <a:spcPts val="34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285115" marR="1833245" indent="-273050" algn="just"/>
            <a:r>
              <a:rPr sz="2400" spc="20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object</a:t>
            </a:r>
            <a:r>
              <a:rPr sz="2400" spc="-35" dirty="0">
                <a:latin typeface="Rockwell"/>
                <a:cs typeface="Rockwell"/>
              </a:rPr>
              <a:t>i</a:t>
            </a:r>
            <a:r>
              <a:rPr sz="2400" spc="-65" dirty="0">
                <a:latin typeface="Rockwell"/>
                <a:cs typeface="Rockwell"/>
              </a:rPr>
              <a:t>v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f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Cont</a:t>
            </a:r>
            <a:r>
              <a:rPr sz="2400" spc="-7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oll</a:t>
            </a:r>
            <a:r>
              <a:rPr sz="2400" spc="5" dirty="0">
                <a:latin typeface="Rockwell"/>
                <a:cs typeface="Rockwell"/>
              </a:rPr>
              <a:t>i</a:t>
            </a:r>
            <a:r>
              <a:rPr sz="2400" spc="-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g </a:t>
            </a:r>
            <a:r>
              <a:rPr sz="2400" spc="-10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Sta</a:t>
            </a:r>
            <a:r>
              <a:rPr sz="2400" spc="-50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3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7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oces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ensu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that:</a:t>
            </a:r>
            <a:r>
              <a:rPr sz="2400" spc="-5" dirty="0">
                <a:latin typeface="Rockwell"/>
                <a:cs typeface="Rockwell"/>
              </a:rPr>
              <a:t> </a:t>
            </a:r>
            <a:endParaRPr lang="fr-CH" sz="2400" spc="-5" dirty="0" smtClean="0">
              <a:latin typeface="Rockwell"/>
              <a:cs typeface="Rockwell"/>
            </a:endParaRPr>
          </a:p>
          <a:p>
            <a:pPr marL="285115" marR="1833245" indent="-273050" algn="just"/>
            <a:endParaRPr lang="fr-CH" sz="2400" spc="-5" dirty="0">
              <a:latin typeface="Rockwell"/>
              <a:cs typeface="Rockwell"/>
            </a:endParaRPr>
          </a:p>
          <a:p>
            <a:pPr marL="742315" marR="1833245" lvl="1" indent="-273050" algn="just"/>
            <a:r>
              <a:rPr sz="2400" spc="-5" dirty="0" smtClean="0">
                <a:latin typeface="Rockwell"/>
                <a:cs typeface="Rockwell"/>
              </a:rPr>
              <a:t>Attent</a:t>
            </a:r>
            <a:r>
              <a:rPr sz="2400" dirty="0" smtClean="0">
                <a:latin typeface="Rockwell"/>
                <a:cs typeface="Rockwell"/>
              </a:rPr>
              <a:t>ion</a:t>
            </a:r>
            <a:r>
              <a:rPr sz="2400" spc="15" dirty="0" smtClean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25" dirty="0"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oc</a:t>
            </a:r>
            <a:r>
              <a:rPr sz="2400" spc="-10" dirty="0">
                <a:latin typeface="Rockwell"/>
                <a:cs typeface="Rockwell"/>
              </a:rPr>
              <a:t>u</a:t>
            </a:r>
            <a:r>
              <a:rPr sz="2400" dirty="0">
                <a:latin typeface="Rockwell"/>
                <a:cs typeface="Rockwell"/>
              </a:rPr>
              <a:t>sed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n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5" dirty="0">
                <a:latin typeface="Rockwell"/>
                <a:cs typeface="Rockwell"/>
              </a:rPr>
              <a:t>d</a:t>
            </a:r>
            <a:r>
              <a:rPr sz="2400" spc="-5" dirty="0">
                <a:latin typeface="Rockwell"/>
                <a:cs typeface="Rockwell"/>
              </a:rPr>
              <a:t>el</a:t>
            </a:r>
            <a:r>
              <a:rPr sz="2400" spc="-35" dirty="0">
                <a:latin typeface="Rockwell"/>
                <a:cs typeface="Rockwell"/>
              </a:rPr>
              <a:t>i</a:t>
            </a:r>
            <a:r>
              <a:rPr sz="2400" spc="-65" dirty="0">
                <a:latin typeface="Rockwell"/>
                <a:cs typeface="Rockwell"/>
              </a:rPr>
              <a:t>v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spc="25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y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f </a:t>
            </a:r>
            <a:r>
              <a:rPr sz="2400" spc="-20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75" dirty="0">
                <a:latin typeface="Rockwell"/>
                <a:cs typeface="Rockwell"/>
              </a:rPr>
              <a:t>r</a:t>
            </a:r>
            <a:r>
              <a:rPr sz="2400" spc="-20" dirty="0">
                <a:latin typeface="Rockwell"/>
                <a:cs typeface="Rockwell"/>
              </a:rPr>
              <a:t>oduct</a:t>
            </a:r>
            <a:r>
              <a:rPr sz="2400" dirty="0">
                <a:latin typeface="Rockwell"/>
                <a:cs typeface="Rockwell"/>
              </a:rPr>
              <a:t>s.</a:t>
            </a:r>
          </a:p>
          <a:p>
            <a:pPr marL="285115" algn="just"/>
            <a:r>
              <a:rPr sz="2400" spc="-45" dirty="0">
                <a:latin typeface="Rockwell"/>
                <a:cs typeface="Rockwell"/>
              </a:rPr>
              <a:t>K</a:t>
            </a:r>
            <a:r>
              <a:rPr sz="2400" spc="-5" dirty="0">
                <a:latin typeface="Rockwell"/>
                <a:cs typeface="Rockwell"/>
              </a:rPr>
              <a:t>ee</a:t>
            </a:r>
            <a:r>
              <a:rPr sz="2400" dirty="0">
                <a:latin typeface="Rockwell"/>
                <a:cs typeface="Rockwell"/>
              </a:rPr>
              <a:t>p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sks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and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Is</a:t>
            </a:r>
            <a:r>
              <a:rPr sz="2400" spc="5" dirty="0">
                <a:latin typeface="Rockwell"/>
                <a:cs typeface="Rockwell"/>
              </a:rPr>
              <a:t>s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s 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5" dirty="0">
                <a:latin typeface="Rockwell"/>
                <a:cs typeface="Rockwell"/>
              </a:rPr>
              <a:t>nde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cont</a:t>
            </a:r>
            <a:r>
              <a:rPr sz="2400" spc="-7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ol.</a:t>
            </a:r>
            <a:endParaRPr sz="2400" dirty="0">
              <a:latin typeface="Rockwell"/>
              <a:cs typeface="Rockwell"/>
            </a:endParaRPr>
          </a:p>
          <a:p>
            <a:pPr marL="285115" algn="just"/>
            <a:r>
              <a:rPr sz="2400" spc="-50" dirty="0">
                <a:latin typeface="Rockwell"/>
                <a:cs typeface="Rockwell"/>
              </a:rPr>
              <a:t>K</a:t>
            </a:r>
            <a:r>
              <a:rPr sz="2400" spc="-5" dirty="0">
                <a:latin typeface="Rockwell"/>
                <a:cs typeface="Rockwell"/>
              </a:rPr>
              <a:t>ee</a:t>
            </a:r>
            <a:r>
              <a:rPr sz="2400" dirty="0">
                <a:latin typeface="Rockwell"/>
                <a:cs typeface="Rockwell"/>
              </a:rPr>
              <a:t>p 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B</a:t>
            </a:r>
            <a:r>
              <a:rPr sz="2400" spc="-10" dirty="0">
                <a:latin typeface="Rockwell"/>
                <a:cs typeface="Rockwell"/>
              </a:rPr>
              <a:t>u</a:t>
            </a:r>
            <a:r>
              <a:rPr sz="2400" dirty="0">
                <a:latin typeface="Rockwell"/>
                <a:cs typeface="Rockwell"/>
              </a:rPr>
              <a:t>siness</a:t>
            </a:r>
            <a:r>
              <a:rPr sz="2400" spc="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Case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u</a:t>
            </a:r>
            <a:r>
              <a:rPr sz="2400" spc="-5" dirty="0">
                <a:latin typeface="Rockwell"/>
                <a:cs typeface="Rockwell"/>
              </a:rPr>
              <a:t>nde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6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vi</a:t>
            </a:r>
            <a:r>
              <a:rPr sz="2400" spc="-40" dirty="0">
                <a:latin typeface="Rockwell"/>
                <a:cs typeface="Rockwell"/>
              </a:rPr>
              <a:t>e</a:t>
            </a:r>
            <a:r>
              <a:rPr sz="2400" spc="-145" dirty="0">
                <a:latin typeface="Rockwell"/>
                <a:cs typeface="Rockwell"/>
              </a:rPr>
              <a:t>w</a:t>
            </a:r>
            <a:r>
              <a:rPr sz="2400" dirty="0">
                <a:latin typeface="Rockwell"/>
                <a:cs typeface="Rockwell"/>
              </a:rPr>
              <a:t>.</a:t>
            </a:r>
          </a:p>
          <a:p>
            <a:pPr marL="12700" marR="168275" indent="272415" algn="just"/>
            <a:r>
              <a:rPr sz="2400" dirty="0">
                <a:latin typeface="Rockwell"/>
                <a:cs typeface="Rockwell"/>
              </a:rPr>
              <a:t>Del</a:t>
            </a:r>
            <a:r>
              <a:rPr sz="2400" spc="-35" dirty="0">
                <a:latin typeface="Rockwell"/>
                <a:cs typeface="Rockwell"/>
              </a:rPr>
              <a:t>i</a:t>
            </a:r>
            <a:r>
              <a:rPr sz="2400" spc="-65" dirty="0">
                <a:latin typeface="Rockwell"/>
                <a:cs typeface="Rockwell"/>
              </a:rPr>
              <a:t>v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5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20" dirty="0">
                <a:latin typeface="Rockwell"/>
                <a:cs typeface="Rockwell"/>
              </a:rPr>
              <a:t>oduct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25" dirty="0"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5" dirty="0">
                <a:latin typeface="Rockwell"/>
                <a:cs typeface="Rockwell"/>
              </a:rPr>
              <a:t>s</a:t>
            </a:r>
            <a:r>
              <a:rPr sz="2400" spc="-10" dirty="0">
                <a:latin typeface="Rockwell"/>
                <a:cs typeface="Rockwell"/>
              </a:rPr>
              <a:t>ta</a:t>
            </a:r>
            <a:r>
              <a:rPr sz="2400" spc="-50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 </a:t>
            </a:r>
            <a:r>
              <a:rPr sz="2400" spc="-10" dirty="0">
                <a:latin typeface="Rockwell"/>
                <a:cs typeface="Rockwell"/>
              </a:rPr>
              <a:t>ag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ee</a:t>
            </a:r>
            <a:r>
              <a:rPr sz="2400" dirty="0">
                <a:latin typeface="Rockwell"/>
                <a:cs typeface="Rockwell"/>
              </a:rPr>
              <a:t>d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q</a:t>
            </a:r>
            <a:r>
              <a:rPr sz="2400" spc="-10" dirty="0">
                <a:latin typeface="Rockwell"/>
                <a:cs typeface="Rockwell"/>
              </a:rPr>
              <a:t>ua</a:t>
            </a:r>
            <a:r>
              <a:rPr sz="2400" spc="-5" dirty="0">
                <a:latin typeface="Rockwell"/>
                <a:cs typeface="Rockwell"/>
              </a:rPr>
              <a:t>l</a:t>
            </a:r>
            <a:r>
              <a:rPr sz="2400" spc="-10" dirty="0">
                <a:latin typeface="Rockwell"/>
                <a:cs typeface="Rockwell"/>
              </a:rPr>
              <a:t>ity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w</a:t>
            </a:r>
            <a:r>
              <a:rPr sz="2400" spc="-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thin</a:t>
            </a:r>
            <a:r>
              <a:rPr sz="2400" spc="-10" dirty="0">
                <a:latin typeface="Rockwell"/>
                <a:cs typeface="Rockwell"/>
              </a:rPr>
              <a:t> ag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ee</a:t>
            </a:r>
            <a:r>
              <a:rPr sz="2400" dirty="0">
                <a:latin typeface="Rockwell"/>
                <a:cs typeface="Rockwell"/>
              </a:rPr>
              <a:t>d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cost </a:t>
            </a:r>
            <a:r>
              <a:rPr sz="2400" spc="-5" dirty="0">
                <a:latin typeface="Rockwell"/>
                <a:cs typeface="Rockwell"/>
              </a:rPr>
              <a:t>and </a:t>
            </a:r>
            <a:r>
              <a:rPr sz="2400" dirty="0">
                <a:latin typeface="Rockwell"/>
                <a:cs typeface="Rockwell"/>
              </a:rPr>
              <a:t>time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&amp;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achi</a:t>
            </a:r>
            <a:r>
              <a:rPr sz="2400" spc="-60" dirty="0">
                <a:latin typeface="Rockwell"/>
                <a:cs typeface="Rockwell"/>
              </a:rPr>
              <a:t>e</a:t>
            </a:r>
            <a:r>
              <a:rPr sz="2400" spc="-65" dirty="0">
                <a:latin typeface="Rockwell"/>
                <a:cs typeface="Rockwell"/>
              </a:rPr>
              <a:t>v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de</a:t>
            </a:r>
            <a:r>
              <a:rPr sz="2400" spc="15" dirty="0">
                <a:latin typeface="Rockwell"/>
                <a:cs typeface="Rockwell"/>
              </a:rPr>
              <a:t>f</a:t>
            </a:r>
            <a:r>
              <a:rPr sz="2400" dirty="0">
                <a:latin typeface="Rockwell"/>
                <a:cs typeface="Rockwell"/>
              </a:rPr>
              <a:t>ined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bene</a:t>
            </a:r>
            <a:r>
              <a:rPr sz="2400" spc="10" dirty="0">
                <a:latin typeface="Rockwell"/>
                <a:cs typeface="Rockwell"/>
              </a:rPr>
              <a:t>f</a:t>
            </a:r>
            <a:r>
              <a:rPr sz="2400" spc="-10" dirty="0">
                <a:latin typeface="Rockwell"/>
                <a:cs typeface="Rockwell"/>
              </a:rPr>
              <a:t>its.</a:t>
            </a:r>
            <a:endParaRPr sz="2400" dirty="0">
              <a:latin typeface="Rockwell"/>
              <a:cs typeface="Rockwel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47909" y="1"/>
            <a:ext cx="72009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150"/>
              </a:lnSpc>
            </a:pPr>
            <a:r>
              <a:rPr dirty="0">
                <a:latin typeface="Rockwell"/>
                <a:cs typeface="Rockwell"/>
              </a:rPr>
              <a:t>o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endParaRPr>
              <a:latin typeface="Rockwell"/>
              <a:cs typeface="Rockwel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Controlling a Stage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934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816311"/>
            <a:ext cx="10515600" cy="423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3345"/>
              </a:lnSpc>
            </a:pPr>
            <a:r>
              <a:rPr spc="-20" dirty="0"/>
              <a:t>Co</a:t>
            </a:r>
            <a:r>
              <a:rPr spc="-15" dirty="0"/>
              <a:t>n</a:t>
            </a:r>
            <a:r>
              <a:rPr spc="-20" dirty="0"/>
              <a:t>trol</a:t>
            </a:r>
            <a:r>
              <a:rPr spc="-25" dirty="0"/>
              <a:t>l</a:t>
            </a:r>
            <a:r>
              <a:rPr spc="-15" dirty="0"/>
              <a:t>ing </a:t>
            </a:r>
            <a:r>
              <a:rPr spc="-20" dirty="0"/>
              <a:t>a</a:t>
            </a:r>
            <a:r>
              <a:rPr spc="5" dirty="0"/>
              <a:t> </a:t>
            </a:r>
            <a:r>
              <a:rPr spc="-15" dirty="0"/>
              <a:t>Stage</a:t>
            </a:r>
          </a:p>
        </p:txBody>
      </p:sp>
      <p:sp>
        <p:nvSpPr>
          <p:cNvPr id="5" name="object 5"/>
          <p:cNvSpPr/>
          <p:nvPr/>
        </p:nvSpPr>
        <p:spPr>
          <a:xfrm>
            <a:off x="1847850" y="765111"/>
            <a:ext cx="8820150" cy="6093460"/>
          </a:xfrm>
          <a:custGeom>
            <a:avLst/>
            <a:gdLst/>
            <a:ahLst/>
            <a:cxnLst/>
            <a:rect l="l" t="t" r="r" b="b"/>
            <a:pathLst>
              <a:path w="8820150" h="6093459">
                <a:moveTo>
                  <a:pt x="8820150" y="6092886"/>
                </a:moveTo>
                <a:lnTo>
                  <a:pt x="8820150" y="0"/>
                </a:lnTo>
                <a:lnTo>
                  <a:pt x="0" y="0"/>
                </a:lnTo>
                <a:lnTo>
                  <a:pt x="0" y="6092886"/>
                </a:lnTo>
                <a:lnTo>
                  <a:pt x="8820150" y="60928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7954" y="743413"/>
            <a:ext cx="11249246" cy="5024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50" dirty="0">
                <a:latin typeface="Rockwell"/>
                <a:cs typeface="Rockwell"/>
              </a:rPr>
              <a:t>k</a:t>
            </a:r>
            <a:r>
              <a:rPr spc="-75" dirty="0">
                <a:latin typeface="Rockwell"/>
                <a:cs typeface="Rockwell"/>
              </a:rPr>
              <a:t>e</a:t>
            </a:r>
            <a:r>
              <a:rPr spc="-15" dirty="0">
                <a:latin typeface="Rockwell"/>
                <a:cs typeface="Rockwell"/>
              </a:rPr>
              <a:t>y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act</a:t>
            </a:r>
            <a:r>
              <a:rPr spc="-45" dirty="0">
                <a:latin typeface="Rockwell"/>
                <a:cs typeface="Rockwell"/>
              </a:rPr>
              <a:t>i</a:t>
            </a:r>
            <a:r>
              <a:rPr spc="-10" dirty="0">
                <a:latin typeface="Rockwell"/>
                <a:cs typeface="Rockwell"/>
              </a:rPr>
              <a:t>vities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per</a:t>
            </a:r>
            <a:r>
              <a:rPr spc="40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me</a:t>
            </a:r>
            <a:r>
              <a:rPr dirty="0">
                <a:latin typeface="Rockwell"/>
                <a:cs typeface="Rockwell"/>
              </a:rPr>
              <a:t>d in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oces</a:t>
            </a:r>
            <a:r>
              <a:rPr dirty="0">
                <a:latin typeface="Rockwell"/>
                <a:cs typeface="Rockwell"/>
              </a:rPr>
              <a:t>s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: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60325" indent="160020"/>
            <a:r>
              <a:rPr spc="-15" dirty="0">
                <a:latin typeface="Rockwell"/>
                <a:cs typeface="Rockwell"/>
              </a:rPr>
              <a:t>Aut</a:t>
            </a:r>
            <a:r>
              <a:rPr spc="-5" dirty="0">
                <a:latin typeface="Rockwell"/>
                <a:cs typeface="Rockwell"/>
              </a:rPr>
              <a:t>ho</a:t>
            </a:r>
            <a:r>
              <a:rPr spc="4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</a:t>
            </a:r>
            <a:r>
              <a:rPr spc="-15" dirty="0">
                <a:latin typeface="Rockwell"/>
                <a:cs typeface="Rockwell"/>
              </a:rPr>
              <a:t>z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160" dirty="0">
                <a:latin typeface="Rockwell"/>
                <a:cs typeface="Rockwell"/>
              </a:rPr>
              <a:t> W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40" dirty="0">
                <a:latin typeface="Rockwell"/>
                <a:cs typeface="Rockwell"/>
              </a:rPr>
              <a:t>P</a:t>
            </a:r>
            <a:r>
              <a:rPr spc="-10" dirty="0">
                <a:latin typeface="Rockwell"/>
                <a:cs typeface="Rockwell"/>
              </a:rPr>
              <a:t>acka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as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95"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esul</a:t>
            </a:r>
            <a:r>
              <a:rPr spc="-10" dirty="0">
                <a:latin typeface="Rockwell"/>
                <a:cs typeface="Rockwell"/>
              </a:rPr>
              <a:t>t 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f </a:t>
            </a:r>
            <a:r>
              <a:rPr spc="-15" dirty="0">
                <a:latin typeface="Rockwell"/>
                <a:cs typeface="Rockwell"/>
              </a:rPr>
              <a:t>ap</a:t>
            </a:r>
            <a:r>
              <a:rPr spc="-10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75" dirty="0">
                <a:latin typeface="Rockwell"/>
                <a:cs typeface="Rockwell"/>
              </a:rPr>
              <a:t>o</a:t>
            </a:r>
            <a:r>
              <a:rPr spc="-40" dirty="0">
                <a:latin typeface="Rockwell"/>
                <a:cs typeface="Rockwell"/>
              </a:rPr>
              <a:t>v</a:t>
            </a:r>
            <a:r>
              <a:rPr spc="-10" dirty="0">
                <a:latin typeface="Rockwell"/>
                <a:cs typeface="Rockwell"/>
              </a:rPr>
              <a:t>al</a:t>
            </a:r>
            <a:r>
              <a:rPr spc="-3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f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sta</a:t>
            </a:r>
            <a:r>
              <a:rPr spc="-4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xception</a:t>
            </a:r>
            <a:r>
              <a:rPr spc="-10" dirty="0">
                <a:latin typeface="Rockwell"/>
                <a:cs typeface="Rockwell"/>
              </a:rPr>
              <a:t> pl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n </a:t>
            </a:r>
            <a:r>
              <a:rPr spc="-75" dirty="0">
                <a:latin typeface="Rockwell"/>
                <a:cs typeface="Rockwell"/>
              </a:rPr>
              <a:t>b</a:t>
            </a:r>
            <a:r>
              <a:rPr dirty="0">
                <a:latin typeface="Rockwell"/>
                <a:cs typeface="Rockwell"/>
              </a:rPr>
              <a:t>y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bo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d.</a:t>
            </a:r>
            <a:r>
              <a:rPr spc="-16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btain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odu</a:t>
            </a:r>
            <a:r>
              <a:rPr dirty="0">
                <a:latin typeface="Rockwell"/>
                <a:cs typeface="Rockwell"/>
              </a:rPr>
              <a:t>ct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desc</a:t>
            </a:r>
            <a:r>
              <a:rPr spc="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iptions </a:t>
            </a:r>
            <a:r>
              <a:rPr spc="-10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f 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 </a:t>
            </a:r>
            <a:r>
              <a:rPr spc="-5" dirty="0">
                <a:latin typeface="Rockwell"/>
                <a:cs typeface="Rockwell"/>
              </a:rPr>
              <a:t>enti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 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odu</a:t>
            </a:r>
            <a:r>
              <a:rPr dirty="0">
                <a:latin typeface="Rockwell"/>
                <a:cs typeface="Rockwell"/>
              </a:rPr>
              <a:t>ct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to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be i</a:t>
            </a:r>
            <a:r>
              <a:rPr spc="-5" dirty="0">
                <a:latin typeface="Rockwell"/>
                <a:cs typeface="Rockwell"/>
              </a:rPr>
              <a:t>ncl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ded in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40" dirty="0">
                <a:latin typeface="Rockwell"/>
                <a:cs typeface="Rockwell"/>
              </a:rPr>
              <a:t> </a:t>
            </a:r>
            <a:r>
              <a:rPr spc="-160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40" dirty="0">
                <a:latin typeface="Rockwell"/>
                <a:cs typeface="Rockwell"/>
              </a:rPr>
              <a:t>P</a:t>
            </a:r>
            <a:r>
              <a:rPr spc="-10" dirty="0">
                <a:latin typeface="Rockwell"/>
                <a:cs typeface="Rockwell"/>
              </a:rPr>
              <a:t>acka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de</a:t>
            </a:r>
            <a:r>
              <a:rPr spc="15" dirty="0">
                <a:latin typeface="Rockwell"/>
                <a:cs typeface="Rockwell"/>
              </a:rPr>
              <a:t>f</a:t>
            </a:r>
            <a:r>
              <a:rPr dirty="0">
                <a:latin typeface="Rockwell"/>
                <a:cs typeface="Rockwell"/>
              </a:rPr>
              <a:t>ine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techniq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spc="-5" dirty="0">
                <a:latin typeface="Rockwell"/>
                <a:cs typeface="Rockwell"/>
              </a:rPr>
              <a:t>es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1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oces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s 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ocedu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s </a:t>
            </a:r>
            <a:r>
              <a:rPr spc="-15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o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be 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se</a:t>
            </a:r>
            <a:r>
              <a:rPr spc="5" dirty="0">
                <a:latin typeface="Rockwell"/>
                <a:cs typeface="Rockwell"/>
              </a:rPr>
              <a:t>d</a:t>
            </a:r>
            <a:r>
              <a:rPr spc="-10" dirty="0">
                <a:latin typeface="Rockwell"/>
                <a:cs typeface="Rockwell"/>
              </a:rPr>
              <a:t>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885190" indent="272415"/>
            <a:r>
              <a:rPr dirty="0">
                <a:latin typeface="Rockwell"/>
                <a:cs typeface="Rockwell"/>
              </a:rPr>
              <a:t>R</a:t>
            </a:r>
            <a:r>
              <a:rPr spc="-5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vi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spc="-160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40" dirty="0">
                <a:latin typeface="Rockwell"/>
                <a:cs typeface="Rockwell"/>
              </a:rPr>
              <a:t>P</a:t>
            </a:r>
            <a:r>
              <a:rPr spc="-10" dirty="0">
                <a:latin typeface="Rockwell"/>
                <a:cs typeface="Rockwell"/>
              </a:rPr>
              <a:t>acka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Status</a:t>
            </a:r>
            <a:r>
              <a:rPr spc="-3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th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oug</a:t>
            </a:r>
            <a:r>
              <a:rPr dirty="0">
                <a:latin typeface="Rockwell"/>
                <a:cs typeface="Rockwell"/>
              </a:rPr>
              <a:t>h Checkpoint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Re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ts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ece</a:t>
            </a:r>
            <a:r>
              <a:rPr spc="-35" dirty="0">
                <a:latin typeface="Rockwell"/>
                <a:cs typeface="Rockwell"/>
              </a:rPr>
              <a:t>i</a:t>
            </a:r>
            <a:r>
              <a:rPr spc="-65" dirty="0">
                <a:latin typeface="Rockwell"/>
                <a:cs typeface="Rockwell"/>
              </a:rPr>
              <a:t>v</a:t>
            </a:r>
            <a:r>
              <a:rPr dirty="0">
                <a:latin typeface="Rockwell"/>
                <a:cs typeface="Rockwell"/>
              </a:rPr>
              <a:t>e compl</a:t>
            </a:r>
            <a:r>
              <a:rPr spc="-5" dirty="0">
                <a:latin typeface="Rockwell"/>
                <a:cs typeface="Rockwell"/>
              </a:rPr>
              <a:t>ete</a:t>
            </a:r>
            <a:r>
              <a:rPr dirty="0">
                <a:latin typeface="Rockwell"/>
                <a:cs typeface="Rockwell"/>
              </a:rPr>
              <a:t>d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spc="-160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40" dirty="0">
                <a:latin typeface="Rockwell"/>
                <a:cs typeface="Rockwell"/>
              </a:rPr>
              <a:t>P</a:t>
            </a:r>
            <a:r>
              <a:rPr spc="-10" dirty="0">
                <a:latin typeface="Rockwell"/>
                <a:cs typeface="Rockwell"/>
              </a:rPr>
              <a:t>acka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es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245745" indent="272415"/>
            <a:r>
              <a:rPr dirty="0">
                <a:latin typeface="Rockwell"/>
                <a:cs typeface="Rockwell"/>
              </a:rPr>
              <a:t>R</a:t>
            </a:r>
            <a:r>
              <a:rPr spc="-5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vi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team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pl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n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th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team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25" dirty="0">
                <a:latin typeface="Rockwell"/>
                <a:cs typeface="Rockwell"/>
              </a:rPr>
              <a:t>m</a:t>
            </a:r>
            <a:r>
              <a:rPr spc="-5" dirty="0">
                <a:latin typeface="Rockwell"/>
                <a:cs typeface="Rockwell"/>
              </a:rPr>
              <a:t>ana</a:t>
            </a:r>
            <a:r>
              <a:rPr spc="-30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to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2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eca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spc="-50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hethe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70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spc="-10" dirty="0">
                <a:latin typeface="Rockwell"/>
                <a:cs typeface="Rockwell"/>
              </a:rPr>
              <a:t>ll</a:t>
            </a:r>
            <a:r>
              <a:rPr dirty="0">
                <a:latin typeface="Rockwell"/>
                <a:cs typeface="Rockwell"/>
              </a:rPr>
              <a:t> be compl</a:t>
            </a:r>
            <a:r>
              <a:rPr spc="-5" dirty="0">
                <a:latin typeface="Rockwell"/>
                <a:cs typeface="Rockwell"/>
              </a:rPr>
              <a:t>ete</a:t>
            </a:r>
            <a:r>
              <a:rPr dirty="0">
                <a:latin typeface="Rockwell"/>
                <a:cs typeface="Rockwell"/>
              </a:rPr>
              <a:t>d</a:t>
            </a:r>
            <a:r>
              <a:rPr spc="-5" dirty="0">
                <a:latin typeface="Rockwell"/>
                <a:cs typeface="Rockwell"/>
              </a:rPr>
              <a:t> o</a:t>
            </a:r>
            <a:r>
              <a:rPr dirty="0">
                <a:latin typeface="Rockwell"/>
                <a:cs typeface="Rockwell"/>
              </a:rPr>
              <a:t>n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time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30" dirty="0">
                <a:latin typeface="Rockwell"/>
                <a:cs typeface="Rockwell"/>
              </a:rPr>
              <a:t>b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d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spc="-15" dirty="0">
                <a:latin typeface="Rockwell"/>
                <a:cs typeface="Rockwell"/>
              </a:rPr>
              <a:t>et.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5080" indent="272415"/>
            <a:r>
              <a:rPr dirty="0">
                <a:latin typeface="Rockwell"/>
                <a:cs typeface="Rockwell"/>
              </a:rPr>
              <a:t>R</a:t>
            </a:r>
            <a:r>
              <a:rPr spc="-5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vi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In</a:t>
            </a:r>
            <a:r>
              <a:rPr spc="-10" dirty="0">
                <a:latin typeface="Rockwell"/>
                <a:cs typeface="Rockwell"/>
              </a:rPr>
              <a:t>itia</a:t>
            </a:r>
            <a:r>
              <a:rPr dirty="0">
                <a:latin typeface="Rockwell"/>
                <a:cs typeface="Rockwell"/>
              </a:rPr>
              <a:t>tion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document</a:t>
            </a:r>
            <a:r>
              <a:rPr spc="20" dirty="0">
                <a:latin typeface="Rockwell"/>
                <a:cs typeface="Rockwell"/>
              </a:rPr>
              <a:t> </a:t>
            </a:r>
            <a:r>
              <a:rPr spc="2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cont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ol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such</a:t>
            </a:r>
            <a:r>
              <a:rPr spc="-5" dirty="0">
                <a:latin typeface="Rockwell"/>
                <a:cs typeface="Rockwell"/>
              </a:rPr>
              <a:t> a</a:t>
            </a:r>
            <a:r>
              <a:rPr dirty="0">
                <a:latin typeface="Rockwell"/>
                <a:cs typeface="Rockwell"/>
              </a:rPr>
              <a:t>s </a:t>
            </a:r>
            <a:r>
              <a:rPr spc="-9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epo</a:t>
            </a:r>
            <a:r>
              <a:rPr spc="30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ting</a:t>
            </a:r>
            <a:r>
              <a:rPr spc="-5" dirty="0">
                <a:latin typeface="Rockwell"/>
                <a:cs typeface="Rockwell"/>
              </a:rPr>
              <a:t> metho</a:t>
            </a:r>
            <a:r>
              <a:rPr dirty="0">
                <a:latin typeface="Rockwell"/>
                <a:cs typeface="Rockwell"/>
              </a:rPr>
              <a:t>d 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eq</a:t>
            </a:r>
            <a:r>
              <a:rPr spc="-10" dirty="0">
                <a:latin typeface="Rockwell"/>
                <a:cs typeface="Rockwell"/>
              </a:rPr>
              <a:t>ui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ed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4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Q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5" dirty="0">
                <a:latin typeface="Rockwell"/>
                <a:cs typeface="Rockwell"/>
              </a:rPr>
              <a:t>l</a:t>
            </a:r>
            <a:r>
              <a:rPr spc="-10" dirty="0">
                <a:latin typeface="Rockwell"/>
                <a:cs typeface="Rockwell"/>
              </a:rPr>
              <a:t>ity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Mana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emen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St</a:t>
            </a:r>
            <a:r>
              <a:rPr spc="-55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ate</a:t>
            </a:r>
            <a:r>
              <a:rPr spc="-60" dirty="0">
                <a:latin typeface="Rockwell"/>
                <a:cs typeface="Rockwell"/>
              </a:rPr>
              <a:t>g</a:t>
            </a:r>
            <a:r>
              <a:rPr spc="-15" dirty="0">
                <a:latin typeface="Rockwell"/>
                <a:cs typeface="Rockwell"/>
              </a:rPr>
              <a:t>y</a:t>
            </a:r>
            <a:r>
              <a:rPr spc="-4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</a:p>
          <a:p>
            <a:pPr marL="12700"/>
            <a:r>
              <a:rPr dirty="0">
                <a:latin typeface="Rockwell"/>
                <a:cs typeface="Rockwell"/>
              </a:rPr>
              <a:t>R</a:t>
            </a:r>
            <a:r>
              <a:rPr spc="-5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vi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spc="-15" dirty="0">
                <a:latin typeface="Rockwell"/>
                <a:cs typeface="Rockwell"/>
              </a:rPr>
              <a:t>w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sta</a:t>
            </a:r>
            <a:r>
              <a:rPr spc="-4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status,</a:t>
            </a:r>
            <a:r>
              <a:rPr spc="-160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epo</a:t>
            </a:r>
            <a:r>
              <a:rPr spc="30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 </a:t>
            </a:r>
            <a:r>
              <a:rPr spc="-5" dirty="0">
                <a:latin typeface="Rockwell"/>
                <a:cs typeface="Rockwell"/>
              </a:rPr>
              <a:t>hi</a:t>
            </a:r>
            <a:r>
              <a:rPr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hli</a:t>
            </a:r>
            <a:r>
              <a:rPr spc="5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ht</a:t>
            </a:r>
            <a:r>
              <a:rPr dirty="0">
                <a:latin typeface="Rockwell"/>
                <a:cs typeface="Rockwell"/>
              </a:rPr>
              <a:t>s 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2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a</a:t>
            </a:r>
            <a:r>
              <a:rPr spc="-45" dirty="0">
                <a:latin typeface="Rockwell"/>
                <a:cs typeface="Rockwell"/>
              </a:rPr>
              <a:t>k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co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ect</a:t>
            </a:r>
            <a:r>
              <a:rPr spc="-50" dirty="0">
                <a:latin typeface="Rockwell"/>
                <a:cs typeface="Rockwell"/>
              </a:rPr>
              <a:t>i</a:t>
            </a:r>
            <a:r>
              <a:rPr spc="-65" dirty="0">
                <a:latin typeface="Rockwell"/>
                <a:cs typeface="Rockwell"/>
              </a:rPr>
              <a:t>v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actions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if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eq</a:t>
            </a:r>
            <a:r>
              <a:rPr spc="-10" dirty="0">
                <a:latin typeface="Rockwell"/>
                <a:cs typeface="Rockwell"/>
              </a:rPr>
              <a:t>ui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ed.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974725" indent="196215"/>
            <a:r>
              <a:rPr spc="-160" dirty="0">
                <a:latin typeface="Rockwell"/>
                <a:cs typeface="Rockwell"/>
              </a:rPr>
              <a:t>W</a:t>
            </a:r>
            <a:r>
              <a:rPr spc="-10" dirty="0">
                <a:latin typeface="Rockwell"/>
                <a:cs typeface="Rockwell"/>
              </a:rPr>
              <a:t>atching </a:t>
            </a:r>
            <a:r>
              <a:rPr spc="2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114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5" dirty="0">
                <a:latin typeface="Rockwell"/>
                <a:cs typeface="Rockwell"/>
              </a:rPr>
              <a:t>s</a:t>
            </a:r>
            <a:r>
              <a:rPr dirty="0">
                <a:latin typeface="Rockwell"/>
                <a:cs typeface="Rockwell"/>
              </a:rPr>
              <a:t>se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dirty="0">
                <a:latin typeface="Rockwell"/>
                <a:cs typeface="Rockwell"/>
              </a:rPr>
              <a:t>si</a:t>
            </a:r>
            <a:r>
              <a:rPr spc="-5" dirty="0">
                <a:latin typeface="Rockwell"/>
                <a:cs typeface="Rockwell"/>
              </a:rPr>
              <a:t>n</a:t>
            </a:r>
            <a:r>
              <a:rPr dirty="0">
                <a:latin typeface="Rockwell"/>
                <a:cs typeface="Rockwell"/>
              </a:rPr>
              <a:t>g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de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ling 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th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issues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-5" dirty="0">
                <a:latin typeface="Rockwell"/>
                <a:cs typeface="Rockwell"/>
              </a:rPr>
              <a:t>ks</a:t>
            </a:r>
            <a:r>
              <a:rPr dirty="0">
                <a:latin typeface="Rockwell"/>
                <a:cs typeface="Rockwell"/>
              </a:rPr>
              <a:t>.</a:t>
            </a:r>
            <a:r>
              <a:rPr spc="-229" dirty="0">
                <a:latin typeface="Rockwell"/>
                <a:cs typeface="Rockwell"/>
              </a:rPr>
              <a:t> </a:t>
            </a:r>
            <a:r>
              <a:rPr spc="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hi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includes </a:t>
            </a:r>
            <a:r>
              <a:rPr spc="-25" dirty="0">
                <a:latin typeface="Rockwell"/>
                <a:cs typeface="Rockwell"/>
              </a:rPr>
              <a:t>m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spc="-10" dirty="0">
                <a:latin typeface="Rockwell"/>
                <a:cs typeface="Rockwell"/>
              </a:rPr>
              <a:t>intai</a:t>
            </a:r>
            <a:r>
              <a:rPr spc="-5" dirty="0">
                <a:latin typeface="Rockwell"/>
                <a:cs typeface="Rockwell"/>
              </a:rPr>
              <a:t>nin</a:t>
            </a:r>
            <a:r>
              <a:rPr dirty="0">
                <a:latin typeface="Rockwell"/>
                <a:cs typeface="Rockwell"/>
              </a:rPr>
              <a:t>g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sk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9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eg</a:t>
            </a:r>
            <a:r>
              <a:rPr dirty="0">
                <a:latin typeface="Rockwell"/>
                <a:cs typeface="Rockwell"/>
              </a:rPr>
              <a:t>isters.</a:t>
            </a:r>
            <a:r>
              <a:rPr spc="-17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10" dirty="0">
                <a:latin typeface="Rockwell"/>
                <a:cs typeface="Rockwell"/>
              </a:rPr>
              <a:t>cal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te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s 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sks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  <p:sp>
        <p:nvSpPr>
          <p:cNvPr id="14" name="object 2"/>
          <p:cNvSpPr/>
          <p:nvPr/>
        </p:nvSpPr>
        <p:spPr>
          <a:xfrm>
            <a:off x="0" y="517998"/>
            <a:ext cx="323850" cy="5934871"/>
          </a:xfrm>
          <a:custGeom>
            <a:avLst/>
            <a:gdLst/>
            <a:ahLst/>
            <a:cxnLst/>
            <a:rect l="l" t="t" r="r" b="b"/>
            <a:pathLst>
              <a:path w="323850" h="5904230">
                <a:moveTo>
                  <a:pt x="0" y="5903975"/>
                </a:moveTo>
                <a:lnTo>
                  <a:pt x="323850" y="5903975"/>
                </a:lnTo>
                <a:lnTo>
                  <a:pt x="323850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417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517999"/>
            <a:ext cx="404037" cy="6030502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84768"/>
            <a:ext cx="12192000" cy="373232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7050" y="862825"/>
            <a:ext cx="11013824" cy="456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02565" indent="304800">
              <a:lnSpc>
                <a:spcPct val="150000"/>
              </a:lnSpc>
            </a:pPr>
            <a:r>
              <a:rPr sz="2000" dirty="0"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standards</a:t>
            </a:r>
            <a:r>
              <a:rPr sz="2000" spc="-5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requi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ed,</a:t>
            </a:r>
            <a:r>
              <a:rPr sz="2000" spc="-4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Configuration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manag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ment</a:t>
            </a:r>
            <a:r>
              <a:rPr sz="2000" spc="-5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str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tegy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for how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ts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are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to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be hand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over</a:t>
            </a:r>
          </a:p>
          <a:p>
            <a:pPr marL="329565">
              <a:lnSpc>
                <a:spcPct val="150000"/>
              </a:lnSpc>
            </a:pPr>
            <a:r>
              <a:rPr sz="2000" dirty="0">
                <a:latin typeface="Rockwell" charset="0"/>
                <a:ea typeface="Rockwell" charset="0"/>
                <a:cs typeface="Rockwell" charset="0"/>
              </a:rPr>
              <a:t>Reviewing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2000" spc="-5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quali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y</a:t>
            </a:r>
            <a:r>
              <a:rPr sz="20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triggering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new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ork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k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age</a:t>
            </a:r>
          </a:p>
          <a:p>
            <a:pPr marL="12700">
              <a:lnSpc>
                <a:spcPct val="150000"/>
              </a:lnSpc>
            </a:pPr>
            <a:r>
              <a:rPr sz="2000" dirty="0">
                <a:latin typeface="Rockwell" charset="0"/>
                <a:ea typeface="Rockwell" charset="0"/>
                <a:cs typeface="Rockwell" charset="0"/>
              </a:rPr>
              <a:t>or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upd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te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existing</a:t>
            </a:r>
            <a:r>
              <a:rPr sz="20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one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.</a:t>
            </a:r>
          </a:p>
          <a:p>
            <a:pPr marL="12700" marR="5080" indent="316865">
              <a:lnSpc>
                <a:spcPct val="150000"/>
              </a:lnSpc>
            </a:pPr>
            <a:r>
              <a:rPr sz="2000" dirty="0">
                <a:latin typeface="Rockwell" charset="0"/>
                <a:ea typeface="Rockwell" charset="0"/>
                <a:cs typeface="Rockwell" charset="0"/>
              </a:rPr>
              <a:t>Rev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ew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entries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in 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he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Regi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ter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related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to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ts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in 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he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work pa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k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ge</a:t>
            </a:r>
            <a:r>
              <a:rPr sz="2000" spc="-5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to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und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tand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u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ent</a:t>
            </a:r>
            <a:r>
              <a:rPr sz="2000" spc="-5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status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of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 m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ana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ement a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ti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it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es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en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ure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that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ea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2000" spc="-4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in 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he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ork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Pac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k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age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has gained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its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requi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ite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app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oval.</a:t>
            </a:r>
          </a:p>
          <a:p>
            <a:pPr marL="12700" marR="6985" indent="316865">
              <a:lnSpc>
                <a:spcPct val="150000"/>
              </a:lnSpc>
            </a:pPr>
            <a:r>
              <a:rPr sz="2000" dirty="0">
                <a:latin typeface="Rockwell" charset="0"/>
                <a:ea typeface="Rockwell" charset="0"/>
                <a:cs typeface="Rockwell" charset="0"/>
              </a:rPr>
              <a:t>Confirm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that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nfiguration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item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rec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rd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for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ea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app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oved</a:t>
            </a:r>
            <a:r>
              <a:rPr sz="2000" spc="-4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 is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upd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ted</a:t>
            </a:r>
          </a:p>
          <a:p>
            <a:pPr marL="12700" marR="422275" indent="316865">
              <a:lnSpc>
                <a:spcPct val="150000"/>
              </a:lnSpc>
              <a:tabLst>
                <a:tab pos="1408430" algn="l"/>
              </a:tabLst>
            </a:pPr>
            <a:r>
              <a:rPr sz="2000" dirty="0">
                <a:latin typeface="Rockwell" charset="0"/>
                <a:ea typeface="Rockwell" charset="0"/>
                <a:cs typeface="Rockwell" charset="0"/>
              </a:rPr>
              <a:t>Update</a:t>
            </a:r>
            <a:r>
              <a:rPr sz="2000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stage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plan to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ow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20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ork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Pac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k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age</a:t>
            </a:r>
            <a:r>
              <a:rPr sz="20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as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mpleted Rev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ew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the	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tage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Plan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(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urrent</a:t>
            </a:r>
            <a:r>
              <a:rPr sz="2000" spc="-5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stage)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for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ts</a:t>
            </a:r>
            <a:r>
              <a:rPr sz="2000" spc="-5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to</a:t>
            </a:r>
            <a:r>
              <a:rPr sz="2000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be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ed, c</a:t>
            </a:r>
            <a:r>
              <a:rPr sz="2000" spc="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st,</a:t>
            </a:r>
            <a:r>
              <a:rPr sz="2000" spc="-4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2000" spc="-40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fort</a:t>
            </a:r>
            <a:r>
              <a:rPr sz="2000" spc="-3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sz="20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toleran</a:t>
            </a:r>
            <a:r>
              <a:rPr sz="2000" spc="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es</a:t>
            </a:r>
            <a:r>
              <a:rPr sz="2000" spc="-5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dirty="0">
                <a:latin typeface="Rockwell" charset="0"/>
                <a:ea typeface="Rockwell" charset="0"/>
                <a:cs typeface="Rockwell" charset="0"/>
              </a:rPr>
              <a:t>available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165975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3960" y="912711"/>
            <a:ext cx="11118329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/>
            <a:r>
              <a:rPr sz="2000" b="1" dirty="0">
                <a:latin typeface="Rockwell"/>
                <a:cs typeface="Rockwell"/>
              </a:rPr>
              <a:t>Pu</a:t>
            </a:r>
            <a:r>
              <a:rPr sz="2000" b="1" spc="75" dirty="0">
                <a:latin typeface="Rockwell"/>
                <a:cs typeface="Rockwell"/>
              </a:rPr>
              <a:t>r</a:t>
            </a:r>
            <a:r>
              <a:rPr sz="2000" b="1" dirty="0">
                <a:latin typeface="Rockwell"/>
                <a:cs typeface="Rockwell"/>
              </a:rPr>
              <a:t>po</a:t>
            </a:r>
            <a:r>
              <a:rPr sz="2000" b="1" spc="-10" dirty="0">
                <a:latin typeface="Rockwell"/>
                <a:cs typeface="Rockwell"/>
              </a:rPr>
              <a:t>s</a:t>
            </a:r>
            <a:r>
              <a:rPr sz="2000" b="1" dirty="0">
                <a:latin typeface="Rockwell"/>
                <a:cs typeface="Rockwell"/>
              </a:rPr>
              <a:t>e</a:t>
            </a:r>
            <a:endParaRPr sz="2000" dirty="0">
              <a:latin typeface="Rockwell"/>
              <a:cs typeface="Rockwell"/>
            </a:endParaRPr>
          </a:p>
          <a:p>
            <a:pPr marL="12700" marR="34290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pu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Man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gi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20" dirty="0">
                <a:latin typeface="Rockwell"/>
                <a:cs typeface="Rockwell"/>
              </a:rPr>
              <a:t>oduc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Del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-10" dirty="0">
                <a:latin typeface="Rockwell"/>
                <a:cs typeface="Rockwell"/>
              </a:rPr>
              <a:t>an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cont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ol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7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-10" dirty="0">
                <a:latin typeface="Rockwell"/>
                <a:cs typeface="Rockwell"/>
              </a:rPr>
              <a:t> bet</a:t>
            </a:r>
            <a:r>
              <a:rPr sz="2000" spc="-6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ee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15" dirty="0">
                <a:latin typeface="Rockwell"/>
                <a:cs typeface="Rockwell"/>
              </a:rPr>
              <a:t>Ma</a:t>
            </a:r>
            <a:r>
              <a:rPr sz="2000" spc="-5" dirty="0">
                <a:latin typeface="Rockwell"/>
                <a:cs typeface="Rockwell"/>
              </a:rPr>
              <a:t>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75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ea</a:t>
            </a:r>
            <a:r>
              <a:rPr sz="2000" dirty="0">
                <a:latin typeface="Rockwell"/>
                <a:cs typeface="Rockwell"/>
              </a:rPr>
              <a:t>m </a:t>
            </a:r>
            <a:r>
              <a:rPr sz="2000" spc="-1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y </a:t>
            </a:r>
            <a:r>
              <a:rPr sz="2000" spc="-10" dirty="0">
                <a:latin typeface="Rockwell"/>
                <a:cs typeface="Rockwell"/>
              </a:rPr>
              <a:t>placing</a:t>
            </a:r>
            <a:r>
              <a:rPr sz="2000" dirty="0">
                <a:latin typeface="Rockwell"/>
                <a:cs typeface="Rockwell"/>
              </a:rPr>
              <a:t> ce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tain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l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eq</a:t>
            </a:r>
            <a:r>
              <a:rPr sz="2000" spc="-10" dirty="0">
                <a:latin typeface="Rockwell"/>
                <a:cs typeface="Rockwell"/>
              </a:rPr>
              <a:t>ui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ement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a</a:t>
            </a:r>
            <a:r>
              <a:rPr sz="2000" dirty="0">
                <a:latin typeface="Rockwell"/>
                <a:cs typeface="Rockwell"/>
              </a:rPr>
              <a:t>cceptin</a:t>
            </a:r>
            <a:r>
              <a:rPr sz="2000" spc="-75" dirty="0">
                <a:latin typeface="Rockwell"/>
                <a:cs typeface="Rockwell"/>
              </a:rPr>
              <a:t>g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spc="-80" dirty="0">
                <a:latin typeface="Rockwell"/>
                <a:cs typeface="Rockwell"/>
              </a:rPr>
              <a:t>x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-10" dirty="0">
                <a:latin typeface="Rockwell"/>
                <a:cs typeface="Rockwell"/>
              </a:rPr>
              <a:t>utin</a:t>
            </a:r>
            <a:r>
              <a:rPr sz="2000" spc="-90" dirty="0">
                <a:latin typeface="Rockwell"/>
                <a:cs typeface="Rockwell"/>
              </a:rPr>
              <a:t>g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del</a:t>
            </a:r>
            <a:r>
              <a:rPr sz="2000" spc="-4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20" dirty="0">
                <a:latin typeface="Rockwell"/>
                <a:cs typeface="Rockwell"/>
              </a:rPr>
              <a:t>oduct</a:t>
            </a:r>
            <a:r>
              <a:rPr sz="2000" dirty="0">
                <a:latin typeface="Rockwell"/>
                <a:cs typeface="Rockwell"/>
              </a:rPr>
              <a:t>s.</a:t>
            </a:r>
          </a:p>
          <a:p>
            <a:pPr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algn="just"/>
            <a:r>
              <a:rPr sz="2000" b="1" dirty="0">
                <a:latin typeface="Rockwell"/>
                <a:cs typeface="Rockwell"/>
              </a:rPr>
              <a:t>Objecti</a:t>
            </a:r>
            <a:r>
              <a:rPr sz="2000" b="1" spc="-50" dirty="0">
                <a:latin typeface="Rockwell"/>
                <a:cs typeface="Rockwell"/>
              </a:rPr>
              <a:t>v</a:t>
            </a:r>
            <a:r>
              <a:rPr sz="2000" b="1" spc="-5" dirty="0">
                <a:latin typeface="Rockwell"/>
                <a:cs typeface="Rockwell"/>
              </a:rPr>
              <a:t>e:</a:t>
            </a:r>
            <a:endParaRPr sz="2000" dirty="0">
              <a:latin typeface="Rockwell"/>
              <a:cs typeface="Rockwell"/>
            </a:endParaRPr>
          </a:p>
          <a:p>
            <a:pPr marL="285115" marR="861694" indent="-273050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object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Man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gi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20" dirty="0">
                <a:latin typeface="Rockwell"/>
                <a:cs typeface="Rockwell"/>
              </a:rPr>
              <a:t>oduc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Del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en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that: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20" dirty="0">
                <a:latin typeface="Rockwell"/>
                <a:cs typeface="Rockwell"/>
              </a:rPr>
              <a:t>oduct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signed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</a:t>
            </a:r>
            <a:r>
              <a:rPr sz="2000" spc="-15" dirty="0">
                <a:latin typeface="Rockwell"/>
                <a:cs typeface="Rockwell"/>
              </a:rPr>
              <a:t>team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autho</a:t>
            </a:r>
            <a:r>
              <a:rPr sz="2000" spc="2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15" dirty="0">
                <a:latin typeface="Rockwell"/>
                <a:cs typeface="Rockwell"/>
              </a:rPr>
              <a:t>z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ag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eed.</a:t>
            </a:r>
            <a:endParaRPr sz="2000" dirty="0">
              <a:latin typeface="Rockwell"/>
              <a:cs typeface="Rockwell"/>
            </a:endParaRPr>
          </a:p>
          <a:p>
            <a:pPr marL="12700" marR="5080" indent="263525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team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</a:t>
            </a:r>
            <a:r>
              <a:rPr sz="2000" spc="-10" dirty="0">
                <a:latin typeface="Rockwell"/>
                <a:cs typeface="Rockwell"/>
              </a:rPr>
              <a:t>clear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ab</a:t>
            </a:r>
            <a:r>
              <a:rPr sz="2000" spc="-20" dirty="0">
                <a:latin typeface="Rockwell"/>
                <a:cs typeface="Rockwell"/>
              </a:rPr>
              <a:t>ou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0" dirty="0">
                <a:latin typeface="Rockwell"/>
                <a:cs typeface="Rockwell"/>
              </a:rPr>
              <a:t>w</a:t>
            </a:r>
            <a:r>
              <a:rPr sz="2000" spc="-15" dirty="0">
                <a:latin typeface="Rockwell"/>
                <a:cs typeface="Rockwell"/>
              </a:rPr>
              <a:t>ha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ha</a:t>
            </a:r>
            <a:r>
              <a:rPr sz="2000" dirty="0">
                <a:latin typeface="Rockwell"/>
                <a:cs typeface="Rockwell"/>
              </a:rPr>
              <a:t>s 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&amp;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nde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stand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10" dirty="0">
                <a:latin typeface="Rockwell"/>
                <a:cs typeface="Rockwell"/>
              </a:rPr>
              <a:t>f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t,</a:t>
            </a:r>
            <a:r>
              <a:rPr sz="2000" spc="-14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time and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cost.</a:t>
            </a:r>
            <a:endParaRPr sz="2000" dirty="0">
              <a:latin typeface="Rockwell"/>
              <a:cs typeface="Rockwell"/>
            </a:endParaRPr>
          </a:p>
          <a:p>
            <a:pPr marL="276225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pl</a:t>
            </a:r>
            <a:r>
              <a:rPr sz="2000" dirty="0">
                <a:latin typeface="Rockwell"/>
                <a:cs typeface="Rockwell"/>
              </a:rPr>
              <a:t>anned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20" dirty="0">
                <a:latin typeface="Rockwell"/>
                <a:cs typeface="Rockwell"/>
              </a:rPr>
              <a:t>oduct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del</a:t>
            </a:r>
            <a:r>
              <a:rPr sz="2000" spc="-4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xpe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ations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thin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5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anc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 marL="285115"/>
            <a:r>
              <a:rPr sz="2000" spc="-5" dirty="0">
                <a:latin typeface="Rockwell"/>
                <a:cs typeface="Rockwell"/>
              </a:rPr>
              <a:t>Acc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ate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og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orm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7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vided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Mana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75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70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eam</a:t>
            </a:r>
            <a:endParaRPr sz="2000" dirty="0">
              <a:latin typeface="Rockwell"/>
              <a:cs typeface="Rockwell"/>
            </a:endParaRPr>
          </a:p>
          <a:p>
            <a:pPr marL="12700" algn="just"/>
            <a:r>
              <a:rPr sz="2000" spc="-1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114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mtClean="0">
                <a:latin typeface="Rockwell" charset="0"/>
                <a:ea typeface="Rockwell" charset="0"/>
                <a:cs typeface="Rockwell" charset="0"/>
              </a:rPr>
              <a:t>Managing Product Delivery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62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404734" cy="6047424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90081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47851" y="692150"/>
            <a:ext cx="8137525" cy="5632450"/>
          </a:xfrm>
          <a:custGeom>
            <a:avLst/>
            <a:gdLst/>
            <a:ahLst/>
            <a:cxnLst/>
            <a:rect l="l" t="t" r="r" b="b"/>
            <a:pathLst>
              <a:path w="8137525" h="5632450">
                <a:moveTo>
                  <a:pt x="0" y="5632450"/>
                </a:moveTo>
                <a:lnTo>
                  <a:pt x="8137525" y="5632450"/>
                </a:lnTo>
                <a:lnTo>
                  <a:pt x="8137525" y="0"/>
                </a:lnTo>
                <a:lnTo>
                  <a:pt x="0" y="0"/>
                </a:lnTo>
                <a:lnTo>
                  <a:pt x="0" y="56324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72501" y="852944"/>
            <a:ext cx="11009768" cy="347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60" dirty="0">
                <a:latin typeface="Rockwell"/>
                <a:cs typeface="Rockwell"/>
              </a:rPr>
              <a:t>k</a:t>
            </a:r>
            <a:r>
              <a:rPr sz="2000" spc="-8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ties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e:</a:t>
            </a:r>
            <a:endParaRPr sz="2000" dirty="0">
              <a:latin typeface="Rockwell"/>
              <a:cs typeface="Rockwell"/>
            </a:endParaRPr>
          </a:p>
          <a:p>
            <a:pPr marL="242570" marR="5080" indent="-10795">
              <a:lnSpc>
                <a:spcPts val="4800"/>
              </a:lnSpc>
              <a:spcBef>
                <a:spcPts val="560"/>
              </a:spcBef>
            </a:pPr>
            <a:r>
              <a:rPr sz="2000" spc="-18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oduct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allocated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autho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20" dirty="0">
                <a:latin typeface="Rockwell"/>
                <a:cs typeface="Rockwell"/>
              </a:rPr>
              <a:t>z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ag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 </a:t>
            </a:r>
            <a:endParaRPr lang="fr-CH" sz="2000" dirty="0" smtClean="0">
              <a:latin typeface="Rockwell"/>
              <a:cs typeface="Rockwell"/>
            </a:endParaRPr>
          </a:p>
          <a:p>
            <a:pPr marL="242570" marR="5080" indent="-10795">
              <a:lnSpc>
                <a:spcPts val="4800"/>
              </a:lnSpc>
              <a:spcBef>
                <a:spcPts val="560"/>
              </a:spcBef>
            </a:pPr>
            <a:r>
              <a:rPr sz="2000" spc="-95" dirty="0" smtClean="0">
                <a:latin typeface="Rockwell"/>
                <a:cs typeface="Rockwell"/>
              </a:rPr>
              <a:t>T</a:t>
            </a:r>
            <a:r>
              <a:rPr sz="2000" spc="-5" dirty="0" smtClean="0">
                <a:latin typeface="Rockwell"/>
                <a:cs typeface="Rockwell"/>
              </a:rPr>
              <a:t>e</a:t>
            </a:r>
            <a:r>
              <a:rPr sz="2000" spc="5" dirty="0" smtClean="0">
                <a:latin typeface="Rockwell"/>
                <a:cs typeface="Rockwell"/>
              </a:rPr>
              <a:t>a</a:t>
            </a:r>
            <a:r>
              <a:rPr sz="2000" dirty="0" smtClean="0">
                <a:latin typeface="Rockwell"/>
                <a:cs typeface="Rockwell"/>
              </a:rPr>
              <a:t>m</a:t>
            </a:r>
            <a:r>
              <a:rPr sz="2000" spc="-30" dirty="0" smtClean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Mana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s,</a:t>
            </a:r>
            <a:r>
              <a:rPr sz="2000" spc="-18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team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me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be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li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rs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 clear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as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</a:t>
            </a:r>
          </a:p>
          <a:p>
            <a:pPr marL="242570" indent="-230504">
              <a:lnSpc>
                <a:spcPts val="1839"/>
              </a:lnSpc>
            </a:pPr>
            <a:r>
              <a:rPr sz="2000" dirty="0">
                <a:latin typeface="Rockwell"/>
                <a:cs typeface="Rockwell"/>
              </a:rPr>
              <a:t>is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ecte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t,</a:t>
            </a:r>
            <a:r>
              <a:rPr sz="2000" spc="-18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cost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time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cal</a:t>
            </a:r>
            <a:r>
              <a:rPr sz="2000" spc="-5" dirty="0">
                <a:latin typeface="Rockwell"/>
                <a:cs typeface="Rockwell"/>
              </a:rPr>
              <a:t>es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398780" indent="22987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oduct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del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ectatio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with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n tole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</a:t>
            </a: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63500" indent="177800"/>
            <a:r>
              <a:rPr sz="2000" spc="-5" dirty="0">
                <a:latin typeface="Rockwell"/>
                <a:cs typeface="Rockwell"/>
              </a:rPr>
              <a:t>Accu</a:t>
            </a:r>
            <a:r>
              <a:rPr sz="2000" spc="-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ate</a:t>
            </a:r>
            <a:r>
              <a:rPr sz="2000" spc="-4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og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mat</a:t>
            </a:r>
            <a:r>
              <a:rPr sz="2000" dirty="0">
                <a:latin typeface="Rockwell"/>
                <a:cs typeface="Rockwell"/>
              </a:rPr>
              <a:t>ion in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m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 checkpoint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p</a:t>
            </a:r>
            <a:r>
              <a:rPr sz="2000" spc="-85" dirty="0">
                <a:latin typeface="Rockwell"/>
                <a:cs typeface="Rockwell"/>
              </a:rPr>
              <a:t>ro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ded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Mana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at an ag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q</a:t>
            </a:r>
            <a:r>
              <a:rPr sz="2000" dirty="0">
                <a:latin typeface="Rockwell"/>
                <a:cs typeface="Rockwell"/>
              </a:rPr>
              <a:t>ue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cy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 that</a:t>
            </a:r>
            <a:r>
              <a:rPr sz="2000" spc="-25" dirty="0">
                <a:latin typeface="Rockwell"/>
                <a:cs typeface="Rockwell"/>
              </a:rPr>
              <a:t> e</a:t>
            </a:r>
            <a:r>
              <a:rPr sz="2000" dirty="0">
                <a:latin typeface="Rockwell"/>
                <a:cs typeface="Rockwell"/>
              </a:rPr>
              <a:t>x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ectatio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5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ed.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mtClean="0">
                <a:latin typeface="Rockwell" charset="0"/>
                <a:ea typeface="Rockwell" charset="0"/>
                <a:cs typeface="Rockwell" charset="0"/>
              </a:rPr>
              <a:t>Managing Product Delivery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308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2829" y="928321"/>
            <a:ext cx="10969460" cy="36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3425" indent="-721360"/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20" dirty="0">
                <a:latin typeface="Rockwell"/>
                <a:cs typeface="Rockwell"/>
              </a:rPr>
              <a:t>oduct</a:t>
            </a:r>
            <a:r>
              <a:rPr dirty="0">
                <a:latin typeface="Rockwell"/>
                <a:cs typeface="Rockwell"/>
              </a:rPr>
              <a:t>s </a:t>
            </a:r>
            <a:r>
              <a:rPr spc="-15" dirty="0">
                <a:latin typeface="Rockwell"/>
                <a:cs typeface="Rockwell"/>
              </a:rPr>
              <a:t>tha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c</a:t>
            </a:r>
            <a:r>
              <a:rPr spc="-9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eate</a:t>
            </a:r>
            <a:r>
              <a:rPr dirty="0">
                <a:latin typeface="Rockwell"/>
                <a:cs typeface="Rockwell"/>
              </a:rPr>
              <a:t>d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pd</a:t>
            </a:r>
            <a:r>
              <a:rPr spc="-10" dirty="0">
                <a:latin typeface="Rockwell"/>
                <a:cs typeface="Rockwell"/>
              </a:rPr>
              <a:t>ated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du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ing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oces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e: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733425"/>
            <a:r>
              <a:rPr spc="-85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ea</a:t>
            </a:r>
            <a:r>
              <a:rPr dirty="0">
                <a:latin typeface="Rockwell"/>
                <a:cs typeface="Rockwell"/>
              </a:rPr>
              <a:t>m </a:t>
            </a:r>
            <a:r>
              <a:rPr spc="-10" dirty="0">
                <a:latin typeface="Rockwell"/>
                <a:cs typeface="Rockwell"/>
              </a:rPr>
              <a:t>pl</a:t>
            </a:r>
            <a:r>
              <a:rPr dirty="0">
                <a:latin typeface="Rockwell"/>
                <a:cs typeface="Rockwell"/>
              </a:rPr>
              <a:t>ans 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th</a:t>
            </a:r>
            <a:r>
              <a:rPr spc="-10" dirty="0">
                <a:latin typeface="Rockwell"/>
                <a:cs typeface="Rockwell"/>
              </a:rPr>
              <a:t> act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10" dirty="0">
                <a:latin typeface="Rockwell"/>
                <a:cs typeface="Rockwell"/>
              </a:rPr>
              <a:t>al</a:t>
            </a:r>
            <a:r>
              <a:rPr spc="-15" dirty="0">
                <a:latin typeface="Rockwell"/>
                <a:cs typeface="Rockwell"/>
              </a:rPr>
              <a:t> d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tes.</a:t>
            </a:r>
          </a:p>
          <a:p>
            <a:pPr>
              <a:spcBef>
                <a:spcPts val="34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742315"/>
            <a:r>
              <a:rPr dirty="0">
                <a:latin typeface="Rockwell"/>
                <a:cs typeface="Rockwell"/>
              </a:rPr>
              <a:t>Ri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egiste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with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</a:t>
            </a:r>
            <a:r>
              <a:rPr spc="-50" dirty="0">
                <a:latin typeface="Rockwell"/>
                <a:cs typeface="Rockwell"/>
              </a:rPr>
              <a:t>n</a:t>
            </a:r>
            <a:r>
              <a:rPr dirty="0">
                <a:latin typeface="Rockwell"/>
                <a:cs typeface="Rockwell"/>
              </a:rPr>
              <a:t>y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identi</a:t>
            </a:r>
            <a:r>
              <a:rPr spc="10" dirty="0">
                <a:latin typeface="Rockwell"/>
                <a:cs typeface="Rockwell"/>
              </a:rPr>
              <a:t>f</a:t>
            </a:r>
            <a:r>
              <a:rPr dirty="0">
                <a:latin typeface="Rockwell"/>
                <a:cs typeface="Rockwell"/>
              </a:rPr>
              <a:t>ied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60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packa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l</a:t>
            </a:r>
            <a:r>
              <a:rPr spc="-60" dirty="0">
                <a:latin typeface="Rockwell"/>
                <a:cs typeface="Rockwell"/>
              </a:rPr>
              <a:t>e</a:t>
            </a:r>
            <a:r>
              <a:rPr spc="-55" dirty="0">
                <a:latin typeface="Rockwell"/>
                <a:cs typeface="Rockwell"/>
              </a:rPr>
              <a:t>v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l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isks.</a:t>
            </a:r>
          </a:p>
          <a:p>
            <a:pPr marL="742315" marR="5080">
              <a:lnSpc>
                <a:spcPct val="200000"/>
              </a:lnSpc>
            </a:pPr>
            <a:r>
              <a:rPr spc="-15" dirty="0">
                <a:latin typeface="Rockwell"/>
                <a:cs typeface="Rockwell"/>
              </a:rPr>
              <a:t>Q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5" dirty="0">
                <a:latin typeface="Rockwell"/>
                <a:cs typeface="Rockwell"/>
              </a:rPr>
              <a:t>l</a:t>
            </a:r>
            <a:r>
              <a:rPr spc="-10" dirty="0">
                <a:latin typeface="Rockwell"/>
                <a:cs typeface="Rockwell"/>
              </a:rPr>
              <a:t>ity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eg</a:t>
            </a:r>
            <a:r>
              <a:rPr dirty="0">
                <a:latin typeface="Rockwell"/>
                <a:cs typeface="Rockwell"/>
              </a:rPr>
              <a:t>ister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th</a:t>
            </a:r>
            <a:r>
              <a:rPr spc="-10" dirty="0">
                <a:latin typeface="Rockwell"/>
                <a:cs typeface="Rockwell"/>
              </a:rPr>
              <a:t> a</a:t>
            </a:r>
            <a:r>
              <a:rPr spc="-5" dirty="0">
                <a:latin typeface="Rockwell"/>
                <a:cs typeface="Rockwell"/>
              </a:rPr>
              <a:t>l</a:t>
            </a:r>
            <a:r>
              <a:rPr spc="-10" dirty="0">
                <a:latin typeface="Rockwell"/>
                <a:cs typeface="Rockwell"/>
              </a:rPr>
              <a:t>l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q</a:t>
            </a:r>
            <a:r>
              <a:rPr spc="-10" dirty="0">
                <a:latin typeface="Rockwell"/>
                <a:cs typeface="Rockwell"/>
              </a:rPr>
              <a:t>ua</a:t>
            </a:r>
            <a:r>
              <a:rPr spc="-5" dirty="0">
                <a:latin typeface="Rockwell"/>
                <a:cs typeface="Rockwell"/>
              </a:rPr>
              <a:t>l</a:t>
            </a:r>
            <a:r>
              <a:rPr spc="-10" dirty="0">
                <a:latin typeface="Rockwell"/>
                <a:cs typeface="Rockwell"/>
              </a:rPr>
              <a:t>ity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-75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-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k</a:t>
            </a:r>
            <a:r>
              <a:rPr spc="-10" dirty="0">
                <a:latin typeface="Rockwell"/>
                <a:cs typeface="Rockwell"/>
              </a:rPr>
              <a:t> that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being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5" dirty="0">
                <a:latin typeface="Rockwell"/>
                <a:cs typeface="Rockwell"/>
              </a:rPr>
              <a:t>nde</a:t>
            </a:r>
            <a:r>
              <a:rPr spc="30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ta</a:t>
            </a:r>
            <a:r>
              <a:rPr spc="-65" dirty="0">
                <a:latin typeface="Rockwell"/>
                <a:cs typeface="Rockwell"/>
              </a:rPr>
              <a:t>k</a:t>
            </a:r>
            <a:r>
              <a:rPr spc="-5" dirty="0">
                <a:latin typeface="Rockwell"/>
                <a:cs typeface="Rockwell"/>
              </a:rPr>
              <a:t>en. </a:t>
            </a:r>
            <a:endParaRPr lang="fr-CH" spc="-5" dirty="0" smtClean="0">
              <a:latin typeface="Rockwell"/>
              <a:cs typeface="Rockwell"/>
            </a:endParaRPr>
          </a:p>
          <a:p>
            <a:pPr marL="742315" marR="5080">
              <a:lnSpc>
                <a:spcPct val="200000"/>
              </a:lnSpc>
            </a:pPr>
            <a:r>
              <a:rPr dirty="0" smtClean="0">
                <a:latin typeface="Rockwell"/>
                <a:cs typeface="Rockwell"/>
              </a:rPr>
              <a:t>Con</a:t>
            </a:r>
            <a:r>
              <a:rPr spc="10" dirty="0" smtClean="0">
                <a:latin typeface="Rockwell"/>
                <a:cs typeface="Rockwell"/>
              </a:rPr>
              <a:t>f</a:t>
            </a:r>
            <a:r>
              <a:rPr spc="-10" dirty="0" smtClean="0">
                <a:latin typeface="Rockwell"/>
                <a:cs typeface="Rockwell"/>
              </a:rPr>
              <a:t>ig</a:t>
            </a:r>
            <a:r>
              <a:rPr spc="-25" dirty="0" smtClean="0">
                <a:latin typeface="Rockwell"/>
                <a:cs typeface="Rockwell"/>
              </a:rPr>
              <a:t>u</a:t>
            </a:r>
            <a:r>
              <a:rPr spc="-55" dirty="0" smtClean="0">
                <a:latin typeface="Rockwell"/>
                <a:cs typeface="Rockwell"/>
              </a:rPr>
              <a:t>r</a:t>
            </a:r>
            <a:r>
              <a:rPr spc="-10" dirty="0" smtClean="0">
                <a:latin typeface="Rockwell"/>
                <a:cs typeface="Rockwell"/>
              </a:rPr>
              <a:t>ation</a:t>
            </a:r>
            <a:r>
              <a:rPr spc="-5" dirty="0" smtClean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Item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eco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ds </a:t>
            </a:r>
            <a:r>
              <a:rPr spc="-15" dirty="0">
                <a:latin typeface="Rockwell"/>
                <a:cs typeface="Rockwell"/>
              </a:rPr>
              <a:t>w</a:t>
            </a:r>
            <a:r>
              <a:rPr spc="-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th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 </a:t>
            </a:r>
            <a:r>
              <a:rPr spc="-10" dirty="0">
                <a:latin typeface="Rockwell"/>
                <a:cs typeface="Rockwell"/>
              </a:rPr>
              <a:t>l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spc="-10" dirty="0">
                <a:latin typeface="Rockwell"/>
                <a:cs typeface="Rockwell"/>
              </a:rPr>
              <a:t>test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status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f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spc="-20" dirty="0">
                <a:latin typeface="Rockwell"/>
                <a:cs typeface="Rockwell"/>
              </a:rPr>
              <a:t>oduct</a:t>
            </a:r>
            <a:r>
              <a:rPr dirty="0">
                <a:latin typeface="Rockwell"/>
                <a:cs typeface="Rockwell"/>
              </a:rPr>
              <a:t>s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oduced.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742315"/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dirty="0">
                <a:latin typeface="Rockwell"/>
                <a:cs typeface="Rockwell"/>
              </a:rPr>
              <a:t>sues w</a:t>
            </a:r>
            <a:r>
              <a:rPr spc="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th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stat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in</a:t>
            </a:r>
            <a:r>
              <a:rPr spc="3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orm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tion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impact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ana</a:t>
            </a:r>
            <a:r>
              <a:rPr spc="-30" dirty="0">
                <a:latin typeface="Rockwell"/>
                <a:cs typeface="Rockwell"/>
              </a:rPr>
              <a:t>l</a:t>
            </a:r>
            <a:r>
              <a:rPr spc="-10" dirty="0">
                <a:latin typeface="Rockwell"/>
                <a:cs typeface="Rockwell"/>
              </a:rPr>
              <a:t>y</a:t>
            </a:r>
            <a:r>
              <a:rPr dirty="0">
                <a:latin typeface="Rockwell"/>
                <a:cs typeface="Rockwell"/>
              </a:rPr>
              <a:t>sis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3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 </a:t>
            </a:r>
            <a:r>
              <a:rPr spc="-10" dirty="0">
                <a:latin typeface="Rockwell"/>
                <a:cs typeface="Rockwell"/>
              </a:rPr>
              <a:t>cu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en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5" dirty="0" smtClean="0">
                <a:latin typeface="Rockwell"/>
                <a:cs typeface="Rockwell"/>
              </a:rPr>
              <a:t>or</a:t>
            </a:r>
            <a:r>
              <a:rPr lang="fr-CH" dirty="0">
                <a:latin typeface="Rockwell"/>
                <a:cs typeface="Rockwell"/>
              </a:rPr>
              <a:t> </a:t>
            </a:r>
            <a:r>
              <a:rPr spc="-5" dirty="0" smtClean="0">
                <a:latin typeface="Rockwell"/>
                <a:cs typeface="Rockwell"/>
              </a:rPr>
              <a:t>n</a:t>
            </a:r>
            <a:r>
              <a:rPr spc="-35" dirty="0" smtClean="0">
                <a:latin typeface="Rockwell"/>
                <a:cs typeface="Rockwell"/>
              </a:rPr>
              <a:t>e</a:t>
            </a:r>
            <a:r>
              <a:rPr spc="-15" dirty="0" smtClean="0">
                <a:latin typeface="Rockwell"/>
                <a:cs typeface="Rockwell"/>
              </a:rPr>
              <a:t>w</a:t>
            </a:r>
            <a:r>
              <a:rPr dirty="0" smtClean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s identi</a:t>
            </a:r>
            <a:r>
              <a:rPr spc="15" dirty="0">
                <a:latin typeface="Rockwell"/>
                <a:cs typeface="Rockwell"/>
              </a:rPr>
              <a:t>f</a:t>
            </a:r>
            <a:r>
              <a:rPr dirty="0">
                <a:latin typeface="Rockwell"/>
                <a:cs typeface="Rockwell"/>
              </a:rPr>
              <a:t>ied</a:t>
            </a:r>
            <a:r>
              <a:rPr spc="-10" dirty="0">
                <a:latin typeface="Rockwell"/>
                <a:cs typeface="Rockwell"/>
              </a:rPr>
              <a:t>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469900" marR="534670" indent="272415"/>
            <a:r>
              <a:rPr dirty="0">
                <a:latin typeface="Rockwell"/>
                <a:cs typeface="Rockwell"/>
              </a:rPr>
              <a:t>Checkpo</a:t>
            </a:r>
            <a:r>
              <a:rPr spc="-5" dirty="0">
                <a:latin typeface="Rockwell"/>
                <a:cs typeface="Rockwell"/>
              </a:rPr>
              <a:t>in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Re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ts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75" dirty="0">
                <a:latin typeface="Rockwell"/>
                <a:cs typeface="Rockwell"/>
              </a:rPr>
              <a:t>ro</a:t>
            </a:r>
            <a:r>
              <a:rPr dirty="0">
                <a:latin typeface="Rockwell"/>
                <a:cs typeface="Rockwell"/>
              </a:rPr>
              <a:t>viding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egula</a:t>
            </a:r>
            <a:r>
              <a:rPr spc="-10" dirty="0">
                <a:latin typeface="Rockwell"/>
                <a:cs typeface="Rockwell"/>
              </a:rPr>
              <a:t>r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og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es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in</a:t>
            </a:r>
            <a:r>
              <a:rPr spc="3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25" dirty="0">
                <a:latin typeface="Rockwell"/>
                <a:cs typeface="Rockwell"/>
              </a:rPr>
              <a:t>m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tion to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Mana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spc="-114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.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mtClean="0">
                <a:latin typeface="Rockwell" charset="0"/>
                <a:ea typeface="Rockwell" charset="0"/>
                <a:cs typeface="Rockwell" charset="0"/>
              </a:rPr>
              <a:t>Managing Product Delivery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99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4814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3574" y="1169580"/>
            <a:ext cx="9399182" cy="50922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281" y="659123"/>
            <a:ext cx="2970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Rockwell"/>
                <a:cs typeface="Rockwell"/>
              </a:rPr>
              <a:t>Authorize </a:t>
            </a:r>
            <a:r>
              <a:rPr lang="en-US" b="1" spc="-20" dirty="0" smtClean="0">
                <a:latin typeface="Rockwell"/>
                <a:cs typeface="Rockwell"/>
              </a:rPr>
              <a:t> </a:t>
            </a:r>
            <a:r>
              <a:rPr lang="en-US" b="1" spc="-45" dirty="0">
                <a:latin typeface="Rockwell"/>
                <a:cs typeface="Rockwell"/>
              </a:rPr>
              <a:t>w</a:t>
            </a:r>
            <a:r>
              <a:rPr lang="en-US" b="1" spc="-5" dirty="0">
                <a:latin typeface="Rockwell"/>
                <a:cs typeface="Rockwell"/>
              </a:rPr>
              <a:t>or</a:t>
            </a:r>
            <a:r>
              <a:rPr lang="en-US" b="1" dirty="0">
                <a:latin typeface="Rockwell"/>
                <a:cs typeface="Rockwell"/>
              </a:rPr>
              <a:t>k</a:t>
            </a:r>
            <a:r>
              <a:rPr lang="en-US" b="1" spc="-15" dirty="0">
                <a:latin typeface="Rockwell"/>
                <a:cs typeface="Rockwell"/>
              </a:rPr>
              <a:t> </a:t>
            </a:r>
            <a:r>
              <a:rPr lang="en-US" b="1" dirty="0">
                <a:latin typeface="Rockwell"/>
                <a:cs typeface="Rockwell"/>
              </a:rPr>
              <a:t>p</a:t>
            </a:r>
            <a:r>
              <a:rPr lang="en-US" b="1" spc="-10" dirty="0">
                <a:latin typeface="Rockwell"/>
                <a:cs typeface="Rockwell"/>
              </a:rPr>
              <a:t>a</a:t>
            </a:r>
            <a:r>
              <a:rPr lang="en-US" b="1" spc="-40" dirty="0">
                <a:latin typeface="Rockwell"/>
                <a:cs typeface="Rockwell"/>
              </a:rPr>
              <a:t>c</a:t>
            </a:r>
            <a:r>
              <a:rPr lang="en-US" b="1" dirty="0">
                <a:latin typeface="Rockwell"/>
                <a:cs typeface="Rockwell"/>
              </a:rPr>
              <a:t>ka</a:t>
            </a:r>
            <a:r>
              <a:rPr lang="en-US" b="1" spc="-45" dirty="0">
                <a:latin typeface="Rockwell"/>
                <a:cs typeface="Rockwell"/>
              </a:rPr>
              <a:t>g</a:t>
            </a:r>
            <a:r>
              <a:rPr lang="en-US" b="1" spc="5" dirty="0">
                <a:latin typeface="Rockwell"/>
                <a:cs typeface="Rockwell"/>
              </a:rPr>
              <a:t>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28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32860" y="1323183"/>
            <a:ext cx="8825147" cy="50026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8593" y="740656"/>
            <a:ext cx="221107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5" dirty="0">
                <a:latin typeface="Rockwell"/>
                <a:cs typeface="Rockwell"/>
              </a:rPr>
              <a:t>Ac</a:t>
            </a:r>
            <a:r>
              <a:rPr b="1" spc="-15" dirty="0">
                <a:latin typeface="Rockwell"/>
                <a:cs typeface="Rockwell"/>
              </a:rPr>
              <a:t>c</a:t>
            </a:r>
            <a:r>
              <a:rPr b="1" spc="-40" dirty="0">
                <a:latin typeface="Rockwell"/>
                <a:cs typeface="Rockwell"/>
              </a:rPr>
              <a:t>e</a:t>
            </a:r>
            <a:r>
              <a:rPr b="1" dirty="0">
                <a:latin typeface="Rockwell"/>
                <a:cs typeface="Rockwell"/>
              </a:rPr>
              <a:t>pt a</a:t>
            </a:r>
            <a:r>
              <a:rPr b="1" spc="-180" dirty="0">
                <a:latin typeface="Rockwell"/>
                <a:cs typeface="Rockwell"/>
              </a:rPr>
              <a:t> W</a:t>
            </a:r>
            <a:r>
              <a:rPr b="1" spc="-5" dirty="0">
                <a:latin typeface="Rockwell"/>
                <a:cs typeface="Rockwell"/>
              </a:rPr>
              <a:t>or</a:t>
            </a:r>
            <a:r>
              <a:rPr b="1" dirty="0">
                <a:latin typeface="Rockwell"/>
                <a:cs typeface="Rockwell"/>
              </a:rPr>
              <a:t>k </a:t>
            </a:r>
            <a:r>
              <a:rPr b="1" spc="-30" dirty="0">
                <a:latin typeface="Rockwell"/>
                <a:cs typeface="Rockwell"/>
              </a:rPr>
              <a:t>P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spc="-35" dirty="0">
                <a:latin typeface="Rockwell"/>
                <a:cs typeface="Rockwell"/>
              </a:rPr>
              <a:t>g</a:t>
            </a:r>
            <a:r>
              <a:rPr b="1" dirty="0">
                <a:latin typeface="Rockwell"/>
                <a:cs typeface="Rockwell"/>
              </a:rPr>
              <a:t>e</a:t>
            </a:r>
            <a:endParaRPr>
              <a:latin typeface="Rockwell"/>
              <a:cs typeface="Rockwel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mtClean="0">
                <a:latin typeface="Rockwell" charset="0"/>
                <a:ea typeface="Rockwell" charset="0"/>
                <a:cs typeface="Rockwell" charset="0"/>
              </a:rPr>
              <a:t>Managing Product Delivery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30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69582"/>
            <a:ext cx="374754" cy="5989074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865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3544" y="741677"/>
            <a:ext cx="233426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dirty="0">
                <a:latin typeface="Rockwell"/>
                <a:cs typeface="Rockwell"/>
              </a:rPr>
              <a:t>E</a:t>
            </a:r>
            <a:r>
              <a:rPr b="1" spc="-60" dirty="0">
                <a:latin typeface="Rockwell"/>
                <a:cs typeface="Rockwell"/>
              </a:rPr>
              <a:t>x</a:t>
            </a:r>
            <a:r>
              <a:rPr b="1" spc="-5" dirty="0">
                <a:latin typeface="Rockwell"/>
                <a:cs typeface="Rockwell"/>
              </a:rPr>
              <a:t>e</a:t>
            </a:r>
            <a:r>
              <a:rPr b="1" spc="-10" dirty="0">
                <a:latin typeface="Rockwell"/>
                <a:cs typeface="Rockwell"/>
              </a:rPr>
              <a:t>c</a:t>
            </a:r>
            <a:r>
              <a:rPr b="1" dirty="0">
                <a:latin typeface="Rockwell"/>
                <a:cs typeface="Rockwell"/>
              </a:rPr>
              <a:t>ute a</a:t>
            </a:r>
            <a:r>
              <a:rPr b="1" spc="-180" dirty="0">
                <a:latin typeface="Rockwell"/>
                <a:cs typeface="Rockwell"/>
              </a:rPr>
              <a:t> W</a:t>
            </a:r>
            <a:r>
              <a:rPr b="1" spc="-5" dirty="0">
                <a:latin typeface="Rockwell"/>
                <a:cs typeface="Rockwell"/>
              </a:rPr>
              <a:t>or</a:t>
            </a:r>
            <a:r>
              <a:rPr b="1" dirty="0">
                <a:latin typeface="Rockwell"/>
                <a:cs typeface="Rockwell"/>
              </a:rPr>
              <a:t>k</a:t>
            </a:r>
            <a:r>
              <a:rPr b="1" spc="10" dirty="0">
                <a:latin typeface="Rockwell"/>
                <a:cs typeface="Rockwell"/>
              </a:rPr>
              <a:t> </a:t>
            </a:r>
            <a:r>
              <a:rPr b="1" spc="-30" dirty="0">
                <a:latin typeface="Rockwell"/>
                <a:cs typeface="Rockwell"/>
              </a:rPr>
              <a:t>P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spc="-35" dirty="0">
                <a:latin typeface="Rockwell"/>
                <a:cs typeface="Rockwell"/>
              </a:rPr>
              <a:t>g</a:t>
            </a:r>
            <a:r>
              <a:rPr b="1" dirty="0">
                <a:latin typeface="Rockwell"/>
                <a:cs typeface="Rockwell"/>
              </a:rPr>
              <a:t>e</a:t>
            </a:r>
            <a:endParaRPr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80674" y="1185966"/>
            <a:ext cx="8997254" cy="510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mtClean="0">
                <a:latin typeface="Rockwell" charset="0"/>
                <a:ea typeface="Rockwell" charset="0"/>
                <a:cs typeface="Rockwell" charset="0"/>
              </a:rPr>
              <a:t>Managing Product Delivery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713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4814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816311"/>
            <a:ext cx="10515600" cy="423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3345"/>
              </a:lnSpc>
            </a:pPr>
            <a:r>
              <a:rPr spc="-20" dirty="0"/>
              <a:t>Co</a:t>
            </a:r>
            <a:r>
              <a:rPr spc="-15" dirty="0"/>
              <a:t>n</a:t>
            </a:r>
            <a:r>
              <a:rPr spc="-20" dirty="0"/>
              <a:t>trol</a:t>
            </a:r>
            <a:r>
              <a:rPr spc="-25" dirty="0"/>
              <a:t>l</a:t>
            </a:r>
            <a:r>
              <a:rPr spc="-15" dirty="0"/>
              <a:t>ing </a:t>
            </a:r>
            <a:r>
              <a:rPr spc="-20" dirty="0"/>
              <a:t>a</a:t>
            </a:r>
            <a:r>
              <a:rPr spc="5" dirty="0"/>
              <a:t> </a:t>
            </a:r>
            <a:r>
              <a:rPr spc="-15" dirty="0"/>
              <a:t>Stage</a:t>
            </a:r>
          </a:p>
        </p:txBody>
      </p:sp>
      <p:sp>
        <p:nvSpPr>
          <p:cNvPr id="5" name="object 5"/>
          <p:cNvSpPr/>
          <p:nvPr/>
        </p:nvSpPr>
        <p:spPr>
          <a:xfrm>
            <a:off x="1847850" y="765176"/>
            <a:ext cx="8820150" cy="2554605"/>
          </a:xfrm>
          <a:custGeom>
            <a:avLst/>
            <a:gdLst/>
            <a:ahLst/>
            <a:cxnLst/>
            <a:rect l="l" t="t" r="r" b="b"/>
            <a:pathLst>
              <a:path w="8820150" h="2554604">
                <a:moveTo>
                  <a:pt x="0" y="2554351"/>
                </a:moveTo>
                <a:lnTo>
                  <a:pt x="8820150" y="2554351"/>
                </a:lnTo>
                <a:lnTo>
                  <a:pt x="8820150" y="0"/>
                </a:lnTo>
                <a:lnTo>
                  <a:pt x="0" y="0"/>
                </a:lnTo>
                <a:lnTo>
                  <a:pt x="0" y="2554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3887" y="699706"/>
            <a:ext cx="11390904" cy="867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2000" b="1" dirty="0">
                <a:latin typeface="Rockwell"/>
                <a:cs typeface="Rockwell"/>
              </a:rPr>
              <a:t>Re</a:t>
            </a:r>
            <a:r>
              <a:rPr sz="2000" b="1" spc="-5" dirty="0">
                <a:latin typeface="Rockwell"/>
                <a:cs typeface="Rockwell"/>
              </a:rPr>
              <a:t>vi</a:t>
            </a:r>
            <a:r>
              <a:rPr sz="2000" b="1" spc="-30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w </a:t>
            </a:r>
            <a:r>
              <a:rPr sz="2000" b="1" spc="-20" dirty="0">
                <a:latin typeface="Rockwell"/>
                <a:cs typeface="Rockwell"/>
              </a:rPr>
              <a:t> </a:t>
            </a:r>
            <a:r>
              <a:rPr sz="2000" b="1" spc="-45" dirty="0">
                <a:latin typeface="Rockwell"/>
                <a:cs typeface="Rockwell"/>
              </a:rPr>
              <a:t>w</a:t>
            </a:r>
            <a:r>
              <a:rPr sz="2000" b="1" spc="-5" dirty="0">
                <a:latin typeface="Rockwell"/>
                <a:cs typeface="Rockwell"/>
              </a:rPr>
              <a:t>or</a:t>
            </a:r>
            <a:r>
              <a:rPr sz="2000" b="1" dirty="0">
                <a:latin typeface="Rockwell"/>
                <a:cs typeface="Rockwell"/>
              </a:rPr>
              <a:t>k</a:t>
            </a:r>
            <a:r>
              <a:rPr sz="2000" b="1" spc="-15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p</a:t>
            </a:r>
            <a:r>
              <a:rPr sz="2000" b="1" spc="-10" dirty="0">
                <a:latin typeface="Rockwell"/>
                <a:cs typeface="Rockwell"/>
              </a:rPr>
              <a:t>a</a:t>
            </a:r>
            <a:r>
              <a:rPr sz="2000" b="1" spc="-40" dirty="0">
                <a:latin typeface="Rockwell"/>
                <a:cs typeface="Rockwell"/>
              </a:rPr>
              <a:t>c</a:t>
            </a:r>
            <a:r>
              <a:rPr sz="2000" b="1" dirty="0">
                <a:latin typeface="Rockwell"/>
                <a:cs typeface="Rockwell"/>
              </a:rPr>
              <a:t>ka</a:t>
            </a:r>
            <a:r>
              <a:rPr sz="2000" b="1" spc="-45" dirty="0">
                <a:latin typeface="Rockwell"/>
                <a:cs typeface="Rockwell"/>
              </a:rPr>
              <a:t>g</a:t>
            </a:r>
            <a:r>
              <a:rPr sz="2000" b="1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7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ma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input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ile in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act</a:t>
            </a:r>
            <a:r>
              <a:rPr sz="2000" spc="-40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ty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ch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ckpoi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5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ti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d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oug</a:t>
            </a:r>
            <a:r>
              <a:rPr sz="2000" dirty="0">
                <a:latin typeface="Rockwell"/>
                <a:cs typeface="Rockwell"/>
              </a:rPr>
              <a:t>h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ich</a:t>
            </a:r>
            <a:r>
              <a:rPr sz="2000" spc="-10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up</a:t>
            </a:r>
            <a:r>
              <a:rPr sz="2000" spc="-10" dirty="0">
                <a:latin typeface="Rockwell"/>
                <a:cs typeface="Rockwell"/>
              </a:rPr>
              <a:t>d</a:t>
            </a:r>
            <a:r>
              <a:rPr sz="2000" dirty="0">
                <a:latin typeface="Rockwell"/>
                <a:cs typeface="Rockwell"/>
              </a:rPr>
              <a:t>ates 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</a:t>
            </a:r>
            <a:r>
              <a:rPr sz="2000" dirty="0">
                <a:latin typeface="Rockwell"/>
                <a:cs typeface="Rockwell"/>
              </a:rPr>
              <a:t>ect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n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ta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us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 </a:t>
            </a:r>
            <a:r>
              <a:rPr sz="2000" spc="-8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k.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56708" y="1749215"/>
            <a:ext cx="7725262" cy="45913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31333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3504" y="763221"/>
            <a:ext cx="228092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5" dirty="0">
                <a:latin typeface="Rockwell"/>
                <a:cs typeface="Rockwell"/>
              </a:rPr>
              <a:t>Deli</a:t>
            </a:r>
            <a:r>
              <a:rPr b="1" spc="-55" dirty="0">
                <a:latin typeface="Rockwell"/>
                <a:cs typeface="Rockwell"/>
              </a:rPr>
              <a:t>v</a:t>
            </a:r>
            <a:r>
              <a:rPr b="1" spc="-5" dirty="0">
                <a:latin typeface="Rockwell"/>
                <a:cs typeface="Rockwell"/>
              </a:rPr>
              <a:t>e</a:t>
            </a:r>
            <a:r>
              <a:rPr b="1" dirty="0">
                <a:latin typeface="Rockwell"/>
                <a:cs typeface="Rockwell"/>
              </a:rPr>
              <a:t>r</a:t>
            </a:r>
            <a:r>
              <a:rPr b="1" spc="10" dirty="0">
                <a:latin typeface="Rockwell"/>
                <a:cs typeface="Rockwell"/>
              </a:rPr>
              <a:t> </a:t>
            </a:r>
            <a:r>
              <a:rPr b="1" dirty="0">
                <a:latin typeface="Rockwell"/>
                <a:cs typeface="Rockwell"/>
              </a:rPr>
              <a:t>a</a:t>
            </a:r>
            <a:r>
              <a:rPr b="1" spc="-185" dirty="0">
                <a:latin typeface="Rockwell"/>
                <a:cs typeface="Rockwell"/>
              </a:rPr>
              <a:t> </a:t>
            </a:r>
            <a:r>
              <a:rPr b="1" spc="-180" dirty="0">
                <a:latin typeface="Rockwell"/>
                <a:cs typeface="Rockwell"/>
              </a:rPr>
              <a:t>W</a:t>
            </a:r>
            <a:r>
              <a:rPr b="1" spc="-5" dirty="0">
                <a:latin typeface="Rockwell"/>
                <a:cs typeface="Rockwell"/>
              </a:rPr>
              <a:t>or</a:t>
            </a:r>
            <a:r>
              <a:rPr b="1" dirty="0">
                <a:latin typeface="Rockwell"/>
                <a:cs typeface="Rockwell"/>
              </a:rPr>
              <a:t>k </a:t>
            </a:r>
            <a:r>
              <a:rPr b="1" spc="-30" dirty="0">
                <a:latin typeface="Rockwell"/>
                <a:cs typeface="Rockwell"/>
              </a:rPr>
              <a:t>P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spc="-35" dirty="0">
                <a:latin typeface="Rockwell"/>
                <a:cs typeface="Rockwell"/>
              </a:rPr>
              <a:t>g</a:t>
            </a:r>
            <a:r>
              <a:rPr b="1" dirty="0">
                <a:latin typeface="Rockwell"/>
                <a:cs typeface="Rockwell"/>
              </a:rPr>
              <a:t>e</a:t>
            </a:r>
            <a:endParaRPr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31992" y="1512990"/>
            <a:ext cx="9526014" cy="4448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mtClean="0">
                <a:latin typeface="Rockwell" charset="0"/>
                <a:ea typeface="Rockwell" charset="0"/>
                <a:cs typeface="Rockwell" charset="0"/>
              </a:rPr>
              <a:t>Managing Product Delivery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31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243520"/>
            <a:ext cx="404037" cy="6178707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22228"/>
            <a:ext cx="12192000" cy="43577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89404" y="1580111"/>
            <a:ext cx="10063880" cy="4551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6754" y="839653"/>
            <a:ext cx="380237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dirty="0">
                <a:latin typeface="Rockwell"/>
                <a:cs typeface="Rockwell"/>
              </a:rPr>
              <a:t>Re</a:t>
            </a:r>
            <a:r>
              <a:rPr b="1" spc="-10" dirty="0">
                <a:latin typeface="Rockwell"/>
                <a:cs typeface="Rockwell"/>
              </a:rPr>
              <a:t>c</a:t>
            </a:r>
            <a:r>
              <a:rPr b="1" spc="-5" dirty="0">
                <a:latin typeface="Rockwell"/>
                <a:cs typeface="Rockwell"/>
              </a:rPr>
              <a:t>ei</a:t>
            </a:r>
            <a:r>
              <a:rPr b="1" spc="-50" dirty="0">
                <a:latin typeface="Rockwell"/>
                <a:cs typeface="Rockwell"/>
              </a:rPr>
              <a:t>v</a:t>
            </a:r>
            <a:r>
              <a:rPr b="1" dirty="0">
                <a:latin typeface="Rockwell"/>
                <a:cs typeface="Rockwell"/>
              </a:rPr>
              <a:t>e</a:t>
            </a:r>
            <a:r>
              <a:rPr b="1" spc="15" dirty="0">
                <a:latin typeface="Rockwell"/>
                <a:cs typeface="Rockwell"/>
              </a:rPr>
              <a:t> </a:t>
            </a:r>
            <a:r>
              <a:rPr b="1" spc="-25" dirty="0">
                <a:latin typeface="Rockwell"/>
                <a:cs typeface="Rockwell"/>
              </a:rPr>
              <a:t>c</a:t>
            </a:r>
            <a:r>
              <a:rPr b="1" spc="-5" dirty="0">
                <a:latin typeface="Rockwell"/>
                <a:cs typeface="Rockwell"/>
              </a:rPr>
              <a:t>o</a:t>
            </a:r>
            <a:r>
              <a:rPr b="1" spc="5" dirty="0">
                <a:latin typeface="Rockwell"/>
                <a:cs typeface="Rockwell"/>
              </a:rPr>
              <a:t>m</a:t>
            </a:r>
            <a:r>
              <a:rPr b="1" dirty="0">
                <a:latin typeface="Rockwell"/>
                <a:cs typeface="Rockwell"/>
              </a:rPr>
              <a:t>plet</a:t>
            </a:r>
            <a:r>
              <a:rPr b="1" spc="-5" dirty="0">
                <a:latin typeface="Rockwell"/>
                <a:cs typeface="Rockwell"/>
              </a:rPr>
              <a:t>e</a:t>
            </a:r>
            <a:r>
              <a:rPr b="1" dirty="0">
                <a:latin typeface="Rockwell"/>
                <a:cs typeface="Rockwell"/>
              </a:rPr>
              <a:t>d</a:t>
            </a:r>
            <a:r>
              <a:rPr b="1" spc="20" dirty="0">
                <a:latin typeface="Rockwell"/>
                <a:cs typeface="Rockwell"/>
              </a:rPr>
              <a:t> </a:t>
            </a:r>
            <a:r>
              <a:rPr b="1" spc="-65" dirty="0">
                <a:latin typeface="Rockwell"/>
                <a:cs typeface="Rockwell"/>
              </a:rPr>
              <a:t>w</a:t>
            </a:r>
            <a:r>
              <a:rPr b="1" spc="-5" dirty="0">
                <a:latin typeface="Rockwell"/>
                <a:cs typeface="Rockwell"/>
              </a:rPr>
              <a:t>or</a:t>
            </a:r>
            <a:r>
              <a:rPr b="1" dirty="0">
                <a:latin typeface="Rockwell"/>
                <a:cs typeface="Rockwell"/>
              </a:rPr>
              <a:t>k</a:t>
            </a:r>
            <a:r>
              <a:rPr b="1" spc="15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pa</a:t>
            </a:r>
            <a:r>
              <a:rPr b="1" spc="-50" dirty="0">
                <a:latin typeface="Rockwell"/>
                <a:cs typeface="Rockwell"/>
              </a:rPr>
              <a:t>c</a:t>
            </a:r>
            <a:r>
              <a:rPr b="1" dirty="0">
                <a:latin typeface="Rockwell"/>
                <a:cs typeface="Rockwell"/>
              </a:rPr>
              <a:t>ka</a:t>
            </a:r>
            <a:r>
              <a:rPr b="1" spc="-40" dirty="0">
                <a:latin typeface="Rockwell"/>
                <a:cs typeface="Rockwell"/>
              </a:rPr>
              <a:t>g</a:t>
            </a:r>
            <a:r>
              <a:rPr b="1" dirty="0">
                <a:latin typeface="Rockwell"/>
                <a:cs typeface="Rockwell"/>
              </a:rPr>
              <a:t>e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1279281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999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22228"/>
            <a:ext cx="12192000" cy="43577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0549" y="738872"/>
            <a:ext cx="263906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dirty="0">
                <a:latin typeface="Rockwell"/>
                <a:cs typeface="Rockwell"/>
              </a:rPr>
              <a:t>Revi</a:t>
            </a:r>
            <a:r>
              <a:rPr b="1" spc="-30" dirty="0">
                <a:latin typeface="Rockwell"/>
                <a:cs typeface="Rockwell"/>
              </a:rPr>
              <a:t>e</a:t>
            </a:r>
            <a:r>
              <a:rPr b="1" spc="-15" dirty="0">
                <a:latin typeface="Rockwell"/>
                <a:cs typeface="Rockwell"/>
              </a:rPr>
              <a:t>w</a:t>
            </a:r>
            <a:r>
              <a:rPr b="1" spc="5" dirty="0">
                <a:latin typeface="Rockwell"/>
                <a:cs typeface="Rockwell"/>
              </a:rPr>
              <a:t> </a:t>
            </a:r>
            <a:r>
              <a:rPr b="1" spc="-5" dirty="0">
                <a:latin typeface="Rockwell"/>
                <a:cs typeface="Rockwell"/>
              </a:rPr>
              <a:t>t</a:t>
            </a:r>
            <a:r>
              <a:rPr b="1" spc="5" dirty="0">
                <a:latin typeface="Rockwell"/>
                <a:cs typeface="Rockwell"/>
              </a:rPr>
              <a:t>h</a:t>
            </a:r>
            <a:r>
              <a:rPr b="1" dirty="0">
                <a:latin typeface="Rockwell"/>
                <a:cs typeface="Rockwell"/>
              </a:rPr>
              <a:t>e</a:t>
            </a:r>
            <a:r>
              <a:rPr b="1" spc="5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s</a:t>
            </a:r>
            <a:r>
              <a:rPr b="1" spc="-5" dirty="0">
                <a:latin typeface="Rockwell"/>
                <a:cs typeface="Rockwell"/>
              </a:rPr>
              <a:t>ta</a:t>
            </a:r>
            <a:r>
              <a:rPr b="1" spc="-35" dirty="0">
                <a:latin typeface="Rockwell"/>
                <a:cs typeface="Rockwell"/>
              </a:rPr>
              <a:t>g</a:t>
            </a:r>
            <a:r>
              <a:rPr b="1" dirty="0">
                <a:latin typeface="Rockwell"/>
                <a:cs typeface="Rockwell"/>
              </a:rPr>
              <a:t>e</a:t>
            </a:r>
            <a:r>
              <a:rPr b="1" spc="5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s</a:t>
            </a:r>
            <a:r>
              <a:rPr b="1" spc="-5" dirty="0">
                <a:latin typeface="Rockwell"/>
                <a:cs typeface="Rockwell"/>
              </a:rPr>
              <a:t>tat</a:t>
            </a:r>
            <a:r>
              <a:rPr b="1" spc="5" dirty="0">
                <a:latin typeface="Rockwell"/>
                <a:cs typeface="Rockwell"/>
              </a:rPr>
              <a:t>u</a:t>
            </a:r>
            <a:r>
              <a:rPr b="1" spc="-10" dirty="0">
                <a:latin typeface="Rockwell"/>
                <a:cs typeface="Rockwell"/>
              </a:rPr>
              <a:t>s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91515" y="738871"/>
            <a:ext cx="6762308" cy="5392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360774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7198"/>
            <a:ext cx="382772" cy="6225988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5488" y="788602"/>
            <a:ext cx="439674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15" dirty="0">
                <a:latin typeface="Rockwell"/>
                <a:cs typeface="Rockwell"/>
              </a:rPr>
              <a:t>C</a:t>
            </a:r>
            <a:r>
              <a:rPr b="1" spc="-60" dirty="0">
                <a:latin typeface="Rockwell"/>
                <a:cs typeface="Rockwell"/>
              </a:rPr>
              <a:t>a</a:t>
            </a:r>
            <a:r>
              <a:rPr b="1" dirty="0">
                <a:latin typeface="Rockwell"/>
                <a:cs typeface="Rockwell"/>
              </a:rPr>
              <a:t>p</a:t>
            </a:r>
            <a:r>
              <a:rPr b="1" spc="5" dirty="0">
                <a:latin typeface="Rockwell"/>
                <a:cs typeface="Rockwell"/>
              </a:rPr>
              <a:t>t</a:t>
            </a:r>
            <a:r>
              <a:rPr b="1" dirty="0">
                <a:latin typeface="Rockwell"/>
                <a:cs typeface="Rockwell"/>
              </a:rPr>
              <a:t>ure</a:t>
            </a:r>
            <a:r>
              <a:rPr b="1" spc="-5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a</a:t>
            </a:r>
            <a:r>
              <a:rPr b="1" dirty="0">
                <a:latin typeface="Rockwell"/>
                <a:cs typeface="Rockwell"/>
              </a:rPr>
              <a:t>nd</a:t>
            </a:r>
            <a:r>
              <a:rPr b="1" spc="5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E</a:t>
            </a:r>
            <a:r>
              <a:rPr b="1" spc="-25" dirty="0">
                <a:latin typeface="Rockwell"/>
                <a:cs typeface="Rockwell"/>
              </a:rPr>
              <a:t>x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dirty="0">
                <a:latin typeface="Rockwell"/>
                <a:cs typeface="Rockwell"/>
              </a:rPr>
              <a:t>mine</a:t>
            </a:r>
            <a:r>
              <a:rPr b="1" spc="15" dirty="0">
                <a:latin typeface="Rockwell"/>
                <a:cs typeface="Rockwell"/>
              </a:rPr>
              <a:t> </a:t>
            </a:r>
            <a:r>
              <a:rPr b="1" spc="-10" dirty="0">
                <a:latin typeface="Rockwell"/>
                <a:cs typeface="Rockwell"/>
              </a:rPr>
              <a:t>Ri</a:t>
            </a:r>
            <a:r>
              <a:rPr b="1" spc="-25" dirty="0">
                <a:latin typeface="Rockwell"/>
                <a:cs typeface="Rockwell"/>
              </a:rPr>
              <a:t>s</a:t>
            </a:r>
            <a:r>
              <a:rPr b="1" spc="-15" dirty="0">
                <a:latin typeface="Rockwell"/>
                <a:cs typeface="Rockwell"/>
              </a:rPr>
              <a:t>ks</a:t>
            </a:r>
            <a:r>
              <a:rPr b="1" dirty="0">
                <a:latin typeface="Rockwell"/>
                <a:cs typeface="Rockwell"/>
              </a:rPr>
              <a:t> and </a:t>
            </a:r>
            <a:r>
              <a:rPr b="1" spc="-10" dirty="0">
                <a:latin typeface="Rockwell"/>
                <a:cs typeface="Rockwell"/>
              </a:rPr>
              <a:t>I</a:t>
            </a:r>
            <a:r>
              <a:rPr b="1" spc="-25" dirty="0">
                <a:latin typeface="Rockwell"/>
                <a:cs typeface="Rockwell"/>
              </a:rPr>
              <a:t>s</a:t>
            </a:r>
            <a:r>
              <a:rPr b="1" spc="-15" dirty="0">
                <a:latin typeface="Rockwell"/>
                <a:cs typeface="Rockwell"/>
              </a:rPr>
              <a:t>s</a:t>
            </a:r>
            <a:r>
              <a:rPr b="1" dirty="0">
                <a:latin typeface="Rockwell"/>
                <a:cs typeface="Rockwell"/>
              </a:rPr>
              <a:t>ues</a:t>
            </a:r>
            <a:endParaRPr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7197" y="1183634"/>
            <a:ext cx="10689761" cy="49784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266697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6948"/>
            <a:ext cx="425302" cy="5975922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96" y="6452870"/>
            <a:ext cx="12189403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4346" y="680517"/>
            <a:ext cx="29152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15" dirty="0">
                <a:latin typeface="Rockwell"/>
                <a:cs typeface="Rockwell"/>
              </a:rPr>
              <a:t>E</a:t>
            </a:r>
            <a:r>
              <a:rPr b="1" spc="-20" dirty="0">
                <a:latin typeface="Rockwell"/>
                <a:cs typeface="Rockwell"/>
              </a:rPr>
              <a:t>sc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dirty="0">
                <a:latin typeface="Rockwell"/>
                <a:cs typeface="Rockwell"/>
              </a:rPr>
              <a:t>l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spc="-5" dirty="0">
                <a:latin typeface="Rockwell"/>
                <a:cs typeface="Rockwell"/>
              </a:rPr>
              <a:t>t</a:t>
            </a:r>
            <a:r>
              <a:rPr b="1" dirty="0">
                <a:latin typeface="Rockwell"/>
                <a:cs typeface="Rockwell"/>
              </a:rPr>
              <a:t>e</a:t>
            </a:r>
            <a:r>
              <a:rPr b="1" spc="20" dirty="0">
                <a:latin typeface="Rockwell"/>
                <a:cs typeface="Rockwell"/>
              </a:rPr>
              <a:t> </a:t>
            </a:r>
            <a:r>
              <a:rPr b="1" spc="-10" dirty="0">
                <a:latin typeface="Rockwell"/>
                <a:cs typeface="Rockwell"/>
              </a:rPr>
              <a:t>I</a:t>
            </a:r>
            <a:r>
              <a:rPr b="1" spc="-20" dirty="0">
                <a:latin typeface="Rockwell"/>
                <a:cs typeface="Rockwell"/>
              </a:rPr>
              <a:t>s</a:t>
            </a:r>
            <a:r>
              <a:rPr b="1" spc="-15" dirty="0">
                <a:latin typeface="Rockwell"/>
                <a:cs typeface="Rockwell"/>
              </a:rPr>
              <a:t>s</a:t>
            </a:r>
            <a:r>
              <a:rPr b="1" dirty="0">
                <a:latin typeface="Rockwell"/>
                <a:cs typeface="Rockwell"/>
              </a:rPr>
              <a:t>ues</a:t>
            </a:r>
            <a:r>
              <a:rPr b="1" spc="-10" dirty="0">
                <a:latin typeface="Rockwell"/>
                <a:cs typeface="Rockwell"/>
              </a:rPr>
              <a:t> a</a:t>
            </a:r>
            <a:r>
              <a:rPr b="1" dirty="0">
                <a:latin typeface="Rockwell"/>
                <a:cs typeface="Rockwell"/>
              </a:rPr>
              <a:t>nd</a:t>
            </a:r>
            <a:r>
              <a:rPr b="1" spc="-5" dirty="0">
                <a:latin typeface="Rockwell"/>
                <a:cs typeface="Rockwell"/>
              </a:rPr>
              <a:t> </a:t>
            </a:r>
            <a:r>
              <a:rPr b="1" spc="-10" dirty="0">
                <a:latin typeface="Rockwell"/>
                <a:cs typeface="Rockwell"/>
              </a:rPr>
              <a:t>Ri</a:t>
            </a:r>
            <a:r>
              <a:rPr b="1" spc="-25" dirty="0">
                <a:latin typeface="Rockwell"/>
                <a:cs typeface="Rockwell"/>
              </a:rPr>
              <a:t>s</a:t>
            </a:r>
            <a:r>
              <a:rPr b="1" spc="-15" dirty="0">
                <a:latin typeface="Rockwell"/>
                <a:cs typeface="Rockwell"/>
              </a:rPr>
              <a:t>ks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27503" y="1120034"/>
            <a:ext cx="10047045" cy="5332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111504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33477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5"/>
            <a:ext cx="12192000" cy="404815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8019" y="766709"/>
            <a:ext cx="265176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85" dirty="0">
                <a:latin typeface="Rockwell"/>
                <a:cs typeface="Rockwell"/>
              </a:rPr>
              <a:t>T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spc="-65" dirty="0">
                <a:latin typeface="Rockwell"/>
                <a:cs typeface="Rockwell"/>
              </a:rPr>
              <a:t>k</a:t>
            </a:r>
            <a:r>
              <a:rPr b="1" dirty="0">
                <a:latin typeface="Rockwell"/>
                <a:cs typeface="Rockwell"/>
              </a:rPr>
              <a:t>e</a:t>
            </a:r>
            <a:r>
              <a:rPr b="1" spc="-20" dirty="0">
                <a:latin typeface="Rockwell"/>
                <a:cs typeface="Rockwell"/>
              </a:rPr>
              <a:t> </a:t>
            </a:r>
            <a:r>
              <a:rPr b="1" spc="-25" dirty="0">
                <a:latin typeface="Rockwell"/>
                <a:cs typeface="Rockwell"/>
              </a:rPr>
              <a:t>c</a:t>
            </a:r>
            <a:r>
              <a:rPr b="1" spc="-5" dirty="0">
                <a:latin typeface="Rockwell"/>
                <a:cs typeface="Rockwell"/>
              </a:rPr>
              <a:t>o</a:t>
            </a:r>
            <a:r>
              <a:rPr b="1" spc="40" dirty="0">
                <a:latin typeface="Rockwell"/>
                <a:cs typeface="Rockwell"/>
              </a:rPr>
              <a:t>r</a:t>
            </a:r>
            <a:r>
              <a:rPr b="1" spc="-5" dirty="0">
                <a:latin typeface="Rockwell"/>
                <a:cs typeface="Rockwell"/>
              </a:rPr>
              <a:t>re</a:t>
            </a:r>
            <a:r>
              <a:rPr b="1" spc="-10" dirty="0">
                <a:latin typeface="Rockwell"/>
                <a:cs typeface="Rockwell"/>
              </a:rPr>
              <a:t>c</a:t>
            </a:r>
            <a:r>
              <a:rPr b="1" spc="-5" dirty="0">
                <a:latin typeface="Rockwell"/>
                <a:cs typeface="Rockwell"/>
              </a:rPr>
              <a:t>ti</a:t>
            </a:r>
            <a:r>
              <a:rPr b="1" spc="-35" dirty="0">
                <a:latin typeface="Rockwell"/>
                <a:cs typeface="Rockwell"/>
              </a:rPr>
              <a:t>v</a:t>
            </a:r>
            <a:r>
              <a:rPr b="1" dirty="0">
                <a:latin typeface="Rockwell"/>
                <a:cs typeface="Rockwell"/>
              </a:rPr>
              <a:t>e</a:t>
            </a:r>
            <a:r>
              <a:rPr b="1" spc="40" dirty="0">
                <a:latin typeface="Rockwell"/>
                <a:cs typeface="Rockwell"/>
              </a:rPr>
              <a:t> 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spc="-25" dirty="0">
                <a:latin typeface="Rockwell"/>
                <a:cs typeface="Rockwell"/>
              </a:rPr>
              <a:t>c</a:t>
            </a:r>
            <a:r>
              <a:rPr b="1" spc="-5" dirty="0">
                <a:latin typeface="Rockwell"/>
                <a:cs typeface="Rockwell"/>
              </a:rPr>
              <a:t>tio</a:t>
            </a:r>
            <a:r>
              <a:rPr b="1" spc="5" dirty="0">
                <a:latin typeface="Rockwell"/>
                <a:cs typeface="Rockwell"/>
              </a:rPr>
              <a:t>n</a:t>
            </a:r>
            <a:r>
              <a:rPr b="1" spc="-10" dirty="0">
                <a:latin typeface="Rockwell"/>
                <a:cs typeface="Rockwell"/>
              </a:rPr>
              <a:t>s</a:t>
            </a:r>
            <a:endParaRPr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20419" y="1175802"/>
            <a:ext cx="9022501" cy="5145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1585540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3833"/>
            <a:ext cx="531628" cy="6223413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37724"/>
            <a:ext cx="12192000" cy="420275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6034" y="651568"/>
            <a:ext cx="1125875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b="1" dirty="0">
                <a:latin typeface="Rockwell"/>
                <a:cs typeface="Rockwell"/>
              </a:rPr>
              <a:t>R</a:t>
            </a:r>
            <a:r>
              <a:rPr b="1" spc="-40" dirty="0">
                <a:latin typeface="Rockwell"/>
                <a:cs typeface="Rockwell"/>
              </a:rPr>
              <a:t>e</a:t>
            </a:r>
            <a:r>
              <a:rPr b="1" dirty="0">
                <a:latin typeface="Rockwell"/>
                <a:cs typeface="Rockwell"/>
              </a:rPr>
              <a:t>po</a:t>
            </a:r>
            <a:r>
              <a:rPr b="1" spc="80" dirty="0">
                <a:latin typeface="Rockwell"/>
                <a:cs typeface="Rockwell"/>
              </a:rPr>
              <a:t>r</a:t>
            </a:r>
            <a:r>
              <a:rPr b="1" dirty="0">
                <a:latin typeface="Rockwell"/>
                <a:cs typeface="Rockwell"/>
              </a:rPr>
              <a:t>t</a:t>
            </a:r>
            <a:r>
              <a:rPr b="1" spc="5" dirty="0">
                <a:latin typeface="Rockwell"/>
                <a:cs typeface="Rockwell"/>
              </a:rPr>
              <a:t> </a:t>
            </a:r>
            <a:r>
              <a:rPr b="1" spc="-10" dirty="0">
                <a:latin typeface="Rockwell"/>
                <a:cs typeface="Rockwell"/>
              </a:rPr>
              <a:t>Highligh</a:t>
            </a:r>
            <a:r>
              <a:rPr b="1" spc="-5" dirty="0">
                <a:latin typeface="Rockwell"/>
                <a:cs typeface="Rockwell"/>
              </a:rPr>
              <a:t>t</a:t>
            </a:r>
            <a:r>
              <a:rPr b="1" spc="-50" dirty="0">
                <a:latin typeface="Rockwell"/>
                <a:cs typeface="Rockwell"/>
              </a:rPr>
              <a:t>s</a:t>
            </a:r>
            <a:r>
              <a:rPr b="1" dirty="0">
                <a:latin typeface="Rockwell"/>
                <a:cs typeface="Rockwell"/>
              </a:rPr>
              <a:t>, </a:t>
            </a:r>
            <a:r>
              <a:rPr b="1" spc="-1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-15" dirty="0">
                <a:latin typeface="Rockwell"/>
                <a:cs typeface="Rockwell"/>
              </a:rPr>
              <a:t>Ma</a:t>
            </a:r>
            <a:r>
              <a:rPr spc="-5" dirty="0">
                <a:latin typeface="Rockwell"/>
                <a:cs typeface="Rockwell"/>
              </a:rPr>
              <a:t>na</a:t>
            </a:r>
            <a:r>
              <a:rPr spc="-30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ses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Highl</a:t>
            </a:r>
            <a:r>
              <a:rPr spc="-10" dirty="0">
                <a:latin typeface="Rockwell"/>
                <a:cs typeface="Rockwell"/>
              </a:rPr>
              <a:t>ig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epo</a:t>
            </a:r>
            <a:r>
              <a:rPr spc="30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ts </a:t>
            </a:r>
            <a:r>
              <a:rPr dirty="0">
                <a:latin typeface="Rockwell"/>
                <a:cs typeface="Rockwell"/>
              </a:rPr>
              <a:t>to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pd</a:t>
            </a:r>
            <a:r>
              <a:rPr spc="-10" dirty="0">
                <a:latin typeface="Rockwell"/>
                <a:cs typeface="Rockwell"/>
              </a:rPr>
              <a:t>ate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he 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B</a:t>
            </a:r>
            <a:r>
              <a:rPr spc="-15" dirty="0">
                <a:latin typeface="Rockwell"/>
                <a:cs typeface="Rockwell"/>
              </a:rPr>
              <a:t>oa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d </a:t>
            </a:r>
            <a:r>
              <a:rPr spc="-10" dirty="0">
                <a:latin typeface="Rockwell"/>
                <a:cs typeface="Rockwell"/>
              </a:rPr>
              <a:t>about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10" dirty="0">
                <a:latin typeface="Rockwell"/>
                <a:cs typeface="Rockwell"/>
              </a:rPr>
              <a:t>ta</a:t>
            </a:r>
            <a:r>
              <a:rPr spc="-50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status.</a:t>
            </a:r>
            <a:r>
              <a:rPr spc="-235" dirty="0">
                <a:latin typeface="Rockwell"/>
                <a:cs typeface="Rockwell"/>
              </a:rPr>
              <a:t> </a:t>
            </a:r>
            <a:r>
              <a:rPr spc="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f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eq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spc="-5" dirty="0">
                <a:latin typeface="Rockwell"/>
                <a:cs typeface="Rockwell"/>
              </a:rPr>
              <a:t>enc</a:t>
            </a:r>
            <a:r>
              <a:rPr dirty="0">
                <a:latin typeface="Rockwell"/>
                <a:cs typeface="Rockwell"/>
              </a:rPr>
              <a:t>y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f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these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epo</a:t>
            </a:r>
            <a:r>
              <a:rPr spc="30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ts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de</a:t>
            </a:r>
            <a:r>
              <a:rPr spc="15" dirty="0">
                <a:latin typeface="Rockwell"/>
                <a:cs typeface="Rockwell"/>
              </a:rPr>
              <a:t>f</a:t>
            </a:r>
            <a:r>
              <a:rPr dirty="0">
                <a:latin typeface="Rockwell"/>
                <a:cs typeface="Rockwell"/>
              </a:rPr>
              <a:t>ined in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communication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spc="-25" dirty="0">
                <a:latin typeface="Rockwell"/>
                <a:cs typeface="Rockwell"/>
              </a:rPr>
              <a:t>m</a:t>
            </a:r>
            <a:r>
              <a:rPr spc="-5" dirty="0">
                <a:latin typeface="Rockwell"/>
                <a:cs typeface="Rockwell"/>
              </a:rPr>
              <a:t>ana</a:t>
            </a:r>
            <a:r>
              <a:rPr spc="-30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emen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-10" dirty="0">
                <a:latin typeface="Rockwell"/>
                <a:cs typeface="Rockwell"/>
              </a:rPr>
              <a:t>st</a:t>
            </a:r>
            <a:r>
              <a:rPr spc="-60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ate</a:t>
            </a:r>
            <a:r>
              <a:rPr spc="-60" dirty="0">
                <a:latin typeface="Rockwell"/>
                <a:cs typeface="Rockwell"/>
              </a:rPr>
              <a:t>g</a:t>
            </a:r>
            <a:r>
              <a:rPr spc="-15" dirty="0">
                <a:latin typeface="Rockwell"/>
                <a:cs typeface="Rockwell"/>
              </a:rPr>
              <a:t>y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83713" y="1501546"/>
            <a:ext cx="6624574" cy="4640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Rockwell" charset="0"/>
                <a:ea typeface="Rockwell" charset="0"/>
                <a:cs typeface="Rockwell" charset="0"/>
              </a:rPr>
              <a:t>Controlling a Stage</a:t>
            </a:r>
          </a:p>
        </p:txBody>
      </p:sp>
    </p:spTree>
    <p:extLst>
      <p:ext uri="{BB962C8B-B14F-4D97-AF65-F5344CB8AC3E}">
        <p14:creationId xmlns:p14="http://schemas.microsoft.com/office/powerpoint/2010/main" val="2076724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6884"/>
            <a:ext cx="359764" cy="5975985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1275" y="1171574"/>
            <a:ext cx="7776928" cy="4959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mtClean="0">
                <a:latin typeface="Rockwell" charset="0"/>
                <a:ea typeface="Rockwell" charset="0"/>
                <a:cs typeface="Rockwell" charset="0"/>
              </a:rPr>
              <a:t>Managing Product Delivery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816</Words>
  <Application>Microsoft Macintosh PowerPoint</Application>
  <PresentationFormat>Widescreen</PresentationFormat>
  <Paragraphs>106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Calibri Light</vt:lpstr>
      <vt:lpstr>Courier New</vt:lpstr>
      <vt:lpstr>Rockwell</vt:lpstr>
      <vt:lpstr>Times New Roman</vt:lpstr>
      <vt:lpstr>Arial</vt:lpstr>
      <vt:lpstr>Office Theme</vt:lpstr>
      <vt:lpstr>PowerPoint Presentation</vt:lpstr>
      <vt:lpstr>PowerPoint Presentation</vt:lpstr>
      <vt:lpstr>Controlling a Stage</vt:lpstr>
      <vt:lpstr>Controlling a Stage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Controlling a Stage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Luisa Frigerio</dc:creator>
  <cp:lastModifiedBy>Maria Luisa Frigerio</cp:lastModifiedBy>
  <cp:revision>10</cp:revision>
  <dcterms:created xsi:type="dcterms:W3CDTF">2019-06-29T13:29:05Z</dcterms:created>
  <dcterms:modified xsi:type="dcterms:W3CDTF">2019-07-06T10:33:36Z</dcterms:modified>
</cp:coreProperties>
</file>