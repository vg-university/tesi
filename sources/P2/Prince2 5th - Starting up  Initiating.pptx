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jpg" ContentType="image/jp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7" r:id="rId2"/>
    <p:sldId id="272" r:id="rId3"/>
    <p:sldId id="258" r:id="rId4"/>
    <p:sldId id="259" r:id="rId5"/>
    <p:sldId id="261" r:id="rId6"/>
    <p:sldId id="260" r:id="rId7"/>
    <p:sldId id="262" r:id="rId8"/>
    <p:sldId id="284" r:id="rId9"/>
    <p:sldId id="273" r:id="rId10"/>
    <p:sldId id="274" r:id="rId11"/>
    <p:sldId id="275" r:id="rId12"/>
    <p:sldId id="277" r:id="rId13"/>
    <p:sldId id="279" r:id="rId14"/>
    <p:sldId id="278" r:id="rId15"/>
    <p:sldId id="280" r:id="rId16"/>
    <p:sldId id="281" r:id="rId17"/>
    <p:sldId id="283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65"/>
    <p:restoredTop sz="94595"/>
  </p:normalViewPr>
  <p:slideViewPr>
    <p:cSldViewPr snapToGrid="0" snapToObjects="1">
      <p:cViewPr>
        <p:scale>
          <a:sx n="97" d="100"/>
          <a:sy n="97" d="100"/>
        </p:scale>
        <p:origin x="144" y="8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8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4D3F2E-6D44-DC41-BB2C-5971F64E297A}" type="datetimeFigureOut">
              <a:rPr lang="en-US" smtClean="0"/>
              <a:t>7/6/19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0D9F2D-A0D5-C145-B23C-419DA62C3A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51692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9218979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56283053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0109262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9065004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9791624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1213441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949849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56554644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2898670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5336034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1409486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96693361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52906952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9860478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33190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F156E-6B86-1D44-A6D8-097E10868297}" type="datetimeFigureOut">
              <a:rPr lang="en-US" smtClean="0"/>
              <a:t>7/6/19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B90220-2FC0-0849-8B86-FE9D4A4312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52834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F156E-6B86-1D44-A6D8-097E10868297}" type="datetimeFigureOut">
              <a:rPr lang="en-US" smtClean="0"/>
              <a:t>7/6/19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B90220-2FC0-0849-8B86-FE9D4A4312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48703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F156E-6B86-1D44-A6D8-097E10868297}" type="datetimeFigureOut">
              <a:rPr lang="en-US" smtClean="0"/>
              <a:t>7/6/19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B90220-2FC0-0849-8B86-FE9D4A4312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97934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F156E-6B86-1D44-A6D8-097E10868297}" type="datetimeFigureOut">
              <a:rPr lang="en-US" smtClean="0"/>
              <a:t>7/6/19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B90220-2FC0-0849-8B86-FE9D4A4312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89289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F156E-6B86-1D44-A6D8-097E10868297}" type="datetimeFigureOut">
              <a:rPr lang="en-US" smtClean="0"/>
              <a:t>7/6/19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B90220-2FC0-0849-8B86-FE9D4A4312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762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F156E-6B86-1D44-A6D8-097E10868297}" type="datetimeFigureOut">
              <a:rPr lang="en-US" smtClean="0"/>
              <a:t>7/6/19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B90220-2FC0-0849-8B86-FE9D4A4312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9593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F156E-6B86-1D44-A6D8-097E10868297}" type="datetimeFigureOut">
              <a:rPr lang="en-US" smtClean="0"/>
              <a:t>7/6/19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B90220-2FC0-0849-8B86-FE9D4A4312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1552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F156E-6B86-1D44-A6D8-097E10868297}" type="datetimeFigureOut">
              <a:rPr lang="en-US" smtClean="0"/>
              <a:t>7/6/19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B90220-2FC0-0849-8B86-FE9D4A4312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50083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F156E-6B86-1D44-A6D8-097E10868297}" type="datetimeFigureOut">
              <a:rPr lang="en-US" smtClean="0"/>
              <a:t>7/6/19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B90220-2FC0-0849-8B86-FE9D4A4312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60582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F156E-6B86-1D44-A6D8-097E10868297}" type="datetimeFigureOut">
              <a:rPr lang="en-US" smtClean="0"/>
              <a:t>7/6/19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B90220-2FC0-0849-8B86-FE9D4A4312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142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F156E-6B86-1D44-A6D8-097E10868297}" type="datetimeFigureOut">
              <a:rPr lang="en-US" smtClean="0"/>
              <a:t>7/6/19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B90220-2FC0-0849-8B86-FE9D4A4312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64820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3F156E-6B86-1D44-A6D8-097E10868297}" type="datetimeFigureOut">
              <a:rPr lang="en-US" smtClean="0"/>
              <a:t>7/6/19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B90220-2FC0-0849-8B86-FE9D4A4312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01463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jp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jp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jp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jp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8.jp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8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2878877" y="2604435"/>
            <a:ext cx="6525683" cy="123110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8000" b="1" dirty="0">
                <a:solidFill>
                  <a:schemeClr val="bg1"/>
                </a:solidFill>
                <a:latin typeface="Rockwell"/>
                <a:cs typeface="Rockwell"/>
              </a:rPr>
              <a:t>PRO</a:t>
            </a:r>
            <a:r>
              <a:rPr sz="8000" b="1" spc="-10" dirty="0">
                <a:solidFill>
                  <a:schemeClr val="bg1"/>
                </a:solidFill>
                <a:latin typeface="Rockwell"/>
                <a:cs typeface="Rockwell"/>
              </a:rPr>
              <a:t>C</a:t>
            </a:r>
            <a:r>
              <a:rPr sz="8000" b="1" dirty="0">
                <a:solidFill>
                  <a:schemeClr val="bg1"/>
                </a:solidFill>
                <a:latin typeface="Rockwell"/>
                <a:cs typeface="Rockwell"/>
              </a:rPr>
              <a:t>ESSES</a:t>
            </a:r>
            <a:endParaRPr sz="8000" dirty="0">
              <a:solidFill>
                <a:schemeClr val="bg1"/>
              </a:solidFill>
              <a:latin typeface="Rockwell"/>
              <a:cs typeface="Rockwel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123179" y="29832"/>
            <a:ext cx="2037080" cy="1846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lang="es-ES" sz="120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 </a:t>
            </a:r>
            <a:r>
              <a:rPr lang="es-ES" sz="1200" dirty="0">
                <a:latin typeface="Courier New"/>
                <a:cs typeface="Courier New"/>
              </a:rPr>
              <a:t> </a:t>
            </a:r>
            <a:endParaRPr sz="1200" dirty="0"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2143304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5"/>
          <p:cNvSpPr/>
          <p:nvPr/>
        </p:nvSpPr>
        <p:spPr>
          <a:xfrm>
            <a:off x="1" y="-106017"/>
            <a:ext cx="12192000" cy="696401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631033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548956"/>
            <a:ext cx="354330" cy="5904230"/>
          </a:xfrm>
          <a:custGeom>
            <a:avLst/>
            <a:gdLst/>
            <a:ahLst/>
            <a:cxnLst/>
            <a:rect l="l" t="t" r="r" b="b"/>
            <a:pathLst>
              <a:path w="354330" h="5904230">
                <a:moveTo>
                  <a:pt x="0" y="5903975"/>
                </a:moveTo>
                <a:lnTo>
                  <a:pt x="354011" y="5903975"/>
                </a:lnTo>
                <a:lnTo>
                  <a:pt x="354011" y="0"/>
                </a:lnTo>
                <a:lnTo>
                  <a:pt x="0" y="0"/>
                </a:lnTo>
                <a:lnTo>
                  <a:pt x="0" y="5903975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6452870"/>
            <a:ext cx="12192000" cy="405130"/>
          </a:xfrm>
          <a:custGeom>
            <a:avLst/>
            <a:gdLst/>
            <a:ahLst/>
            <a:cxnLst/>
            <a:rect l="l" t="t" r="r" b="b"/>
            <a:pathLst>
              <a:path w="9144000" h="405129">
                <a:moveTo>
                  <a:pt x="9144000" y="404811"/>
                </a:moveTo>
                <a:lnTo>
                  <a:pt x="9144000" y="0"/>
                </a:lnTo>
                <a:lnTo>
                  <a:pt x="0" y="0"/>
                </a:lnTo>
                <a:lnTo>
                  <a:pt x="0" y="404811"/>
                </a:lnTo>
                <a:lnTo>
                  <a:pt x="9144000" y="404811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926743" y="28078"/>
            <a:ext cx="3770629" cy="4308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800" b="1" spc="-15" dirty="0">
                <a:solidFill>
                  <a:srgbClr val="FFFFFF"/>
                </a:solidFill>
                <a:latin typeface="Rockwell"/>
                <a:cs typeface="Rockwell"/>
              </a:rPr>
              <a:t>Start</a:t>
            </a:r>
            <a:r>
              <a:rPr sz="2800" b="1" spc="-25" dirty="0">
                <a:solidFill>
                  <a:srgbClr val="FFFFFF"/>
                </a:solidFill>
                <a:latin typeface="Rockwell"/>
                <a:cs typeface="Rockwell"/>
              </a:rPr>
              <a:t>i</a:t>
            </a:r>
            <a:r>
              <a:rPr sz="2800" b="1" spc="-20" dirty="0">
                <a:solidFill>
                  <a:srgbClr val="FFFFFF"/>
                </a:solidFill>
                <a:latin typeface="Rockwell"/>
                <a:cs typeface="Rockwell"/>
              </a:rPr>
              <a:t>ng</a:t>
            </a:r>
            <a:r>
              <a:rPr sz="2800" b="1" dirty="0">
                <a:solidFill>
                  <a:srgbClr val="FFFFFF"/>
                </a:solidFill>
                <a:latin typeface="Rockwell"/>
                <a:cs typeface="Rockwell"/>
              </a:rPr>
              <a:t> </a:t>
            </a:r>
            <a:r>
              <a:rPr sz="2800" b="1" spc="-20" dirty="0">
                <a:solidFill>
                  <a:srgbClr val="FFFFFF"/>
                </a:solidFill>
                <a:latin typeface="Rockwell"/>
                <a:cs typeface="Rockwell"/>
              </a:rPr>
              <a:t>Up</a:t>
            </a:r>
            <a:r>
              <a:rPr sz="2800" b="1" spc="5" dirty="0">
                <a:solidFill>
                  <a:srgbClr val="FFFFFF"/>
                </a:solidFill>
                <a:latin typeface="Rockwell"/>
                <a:cs typeface="Rockwell"/>
              </a:rPr>
              <a:t> </a:t>
            </a:r>
            <a:r>
              <a:rPr sz="2800" b="1" spc="-20" dirty="0">
                <a:solidFill>
                  <a:srgbClr val="FFFFFF"/>
                </a:solidFill>
                <a:latin typeface="Rockwell"/>
                <a:cs typeface="Rockwell"/>
              </a:rPr>
              <a:t>a</a:t>
            </a:r>
            <a:r>
              <a:rPr sz="2800" b="1" spc="5" dirty="0">
                <a:solidFill>
                  <a:srgbClr val="FFFFFF"/>
                </a:solidFill>
                <a:latin typeface="Rockwell"/>
                <a:cs typeface="Rockwell"/>
              </a:rPr>
              <a:t> </a:t>
            </a:r>
            <a:r>
              <a:rPr sz="2800" b="1" spc="-20" dirty="0">
                <a:solidFill>
                  <a:srgbClr val="FFFFFF"/>
                </a:solidFill>
                <a:latin typeface="Rockwell"/>
                <a:cs typeface="Rockwell"/>
              </a:rPr>
              <a:t>P</a:t>
            </a:r>
            <a:r>
              <a:rPr sz="2800" b="1" spc="-25" dirty="0">
                <a:solidFill>
                  <a:srgbClr val="FFFFFF"/>
                </a:solidFill>
                <a:latin typeface="Rockwell"/>
                <a:cs typeface="Rockwell"/>
              </a:rPr>
              <a:t>r</a:t>
            </a:r>
            <a:r>
              <a:rPr sz="2800" b="1" spc="-20" dirty="0">
                <a:solidFill>
                  <a:srgbClr val="FFFFFF"/>
                </a:solidFill>
                <a:latin typeface="Rockwell"/>
                <a:cs typeface="Rockwell"/>
              </a:rPr>
              <a:t>oj</a:t>
            </a:r>
            <a:r>
              <a:rPr sz="2800" b="1" spc="-315" dirty="0">
                <a:solidFill>
                  <a:srgbClr val="FFFFFF"/>
                </a:solidFill>
                <a:latin typeface="Rockwell"/>
                <a:cs typeface="Rockwell"/>
              </a:rPr>
              <a:t>e</a:t>
            </a:r>
            <a:r>
              <a:rPr spc="-644" baseline="62500" dirty="0">
                <a:latin typeface="Courier New"/>
                <a:cs typeface="Courier New"/>
              </a:rPr>
              <a:t>A</a:t>
            </a:r>
            <a:r>
              <a:rPr sz="2800" b="1" spc="-1170" dirty="0">
                <a:solidFill>
                  <a:srgbClr val="FFFFFF"/>
                </a:solidFill>
                <a:latin typeface="Rockwell"/>
                <a:cs typeface="Rockwell"/>
              </a:rPr>
              <a:t>c</a:t>
            </a:r>
            <a:r>
              <a:rPr baseline="62500" dirty="0">
                <a:latin typeface="Courier New"/>
                <a:cs typeface="Courier New"/>
              </a:rPr>
              <a:t>u</a:t>
            </a:r>
            <a:r>
              <a:rPr spc="-442" baseline="62500" dirty="0">
                <a:latin typeface="Courier New"/>
                <a:cs typeface="Courier New"/>
              </a:rPr>
              <a:t>t</a:t>
            </a:r>
            <a:r>
              <a:rPr sz="2800" b="1" spc="-680" dirty="0">
                <a:solidFill>
                  <a:srgbClr val="FFFFFF"/>
                </a:solidFill>
                <a:latin typeface="Rockwell"/>
                <a:cs typeface="Rockwell"/>
              </a:rPr>
              <a:t>t</a:t>
            </a:r>
            <a:r>
              <a:rPr baseline="62500" dirty="0">
                <a:latin typeface="Courier New"/>
                <a:cs typeface="Courier New"/>
              </a:rPr>
              <a:t>hor</a:t>
            </a:r>
            <a:endParaRPr baseline="625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xfrm>
            <a:off x="352893" y="458965"/>
            <a:ext cx="11945124" cy="51090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43"/>
              </a:spcBef>
            </a:pPr>
            <a:endParaRPr sz="2300" dirty="0">
              <a:latin typeface="Times New Roman"/>
              <a:cs typeface="Times New Roman"/>
            </a:endParaRPr>
          </a:p>
          <a:p>
            <a:pPr marL="355600" marR="120650" indent="-342900">
              <a:lnSpc>
                <a:spcPct val="100000"/>
              </a:lnSpc>
              <a:buClr>
                <a:srgbClr val="292929"/>
              </a:buClr>
              <a:buFont typeface="Wingdings"/>
              <a:buChar char=""/>
              <a:tabLst>
                <a:tab pos="355600" algn="l"/>
              </a:tabLst>
            </a:pPr>
            <a:r>
              <a:rPr sz="2400" spc="-15" dirty="0">
                <a:latin typeface="Rockwell"/>
                <a:cs typeface="Rockwell"/>
              </a:rPr>
              <a:t>T</a:t>
            </a:r>
            <a:r>
              <a:rPr sz="2400" spc="-20" dirty="0">
                <a:latin typeface="Rockwell"/>
                <a:cs typeface="Rockwell"/>
              </a:rPr>
              <a:t>h</a:t>
            </a:r>
            <a:r>
              <a:rPr sz="2400" spc="-10" dirty="0">
                <a:latin typeface="Rockwell"/>
                <a:cs typeface="Rockwell"/>
              </a:rPr>
              <a:t>e</a:t>
            </a:r>
            <a:r>
              <a:rPr sz="2400" spc="-20" dirty="0">
                <a:latin typeface="Rockwell"/>
                <a:cs typeface="Rockwell"/>
              </a:rPr>
              <a:t> </a:t>
            </a:r>
            <a:r>
              <a:rPr sz="2400" spc="-10" dirty="0">
                <a:latin typeface="Rockwell"/>
                <a:cs typeface="Rockwell"/>
              </a:rPr>
              <a:t>pu</a:t>
            </a:r>
            <a:r>
              <a:rPr sz="2400" spc="-15" dirty="0">
                <a:latin typeface="Rockwell"/>
                <a:cs typeface="Rockwell"/>
              </a:rPr>
              <a:t>r</a:t>
            </a:r>
            <a:r>
              <a:rPr sz="2400" spc="-10" dirty="0">
                <a:latin typeface="Rockwell"/>
                <a:cs typeface="Rockwell"/>
              </a:rPr>
              <a:t>pose</a:t>
            </a:r>
            <a:r>
              <a:rPr sz="2400" spc="10" dirty="0">
                <a:latin typeface="Rockwell"/>
                <a:cs typeface="Rockwell"/>
              </a:rPr>
              <a:t> </a:t>
            </a:r>
            <a:r>
              <a:rPr sz="2400" spc="-15" dirty="0">
                <a:latin typeface="Rockwell"/>
                <a:cs typeface="Rockwell"/>
              </a:rPr>
              <a:t>o</a:t>
            </a:r>
            <a:r>
              <a:rPr sz="2400" spc="-5" dirty="0">
                <a:latin typeface="Rockwell"/>
                <a:cs typeface="Rockwell"/>
              </a:rPr>
              <a:t>f </a:t>
            </a:r>
            <a:r>
              <a:rPr sz="2400" spc="-15" dirty="0">
                <a:latin typeface="Rockwell"/>
                <a:cs typeface="Rockwell"/>
              </a:rPr>
              <a:t>thi</a:t>
            </a:r>
            <a:r>
              <a:rPr sz="2400" spc="-10" dirty="0">
                <a:latin typeface="Rockwell"/>
                <a:cs typeface="Rockwell"/>
              </a:rPr>
              <a:t>s</a:t>
            </a:r>
            <a:r>
              <a:rPr sz="2400" spc="5" dirty="0">
                <a:latin typeface="Rockwell"/>
                <a:cs typeface="Rockwell"/>
              </a:rPr>
              <a:t> </a:t>
            </a:r>
            <a:r>
              <a:rPr sz="2400" spc="-10" dirty="0">
                <a:latin typeface="Rockwell"/>
                <a:cs typeface="Rockwell"/>
              </a:rPr>
              <a:t>p</a:t>
            </a:r>
            <a:r>
              <a:rPr sz="2400" spc="-20" dirty="0">
                <a:latin typeface="Rockwell"/>
                <a:cs typeface="Rockwell"/>
              </a:rPr>
              <a:t>r</a:t>
            </a:r>
            <a:r>
              <a:rPr sz="2400" spc="-15" dirty="0">
                <a:latin typeface="Rockwell"/>
                <a:cs typeface="Rockwell"/>
              </a:rPr>
              <a:t>o</a:t>
            </a:r>
            <a:r>
              <a:rPr sz="2400" spc="-20" dirty="0">
                <a:latin typeface="Rockwell"/>
                <a:cs typeface="Rockwell"/>
              </a:rPr>
              <a:t>c</a:t>
            </a:r>
            <a:r>
              <a:rPr sz="2400" spc="-15" dirty="0">
                <a:latin typeface="Rockwell"/>
                <a:cs typeface="Rockwell"/>
              </a:rPr>
              <a:t>es</a:t>
            </a:r>
            <a:r>
              <a:rPr sz="2400" spc="-10" dirty="0">
                <a:latin typeface="Rockwell"/>
                <a:cs typeface="Rockwell"/>
              </a:rPr>
              <a:t>s</a:t>
            </a:r>
            <a:r>
              <a:rPr sz="2400" spc="30" dirty="0">
                <a:latin typeface="Rockwell"/>
                <a:cs typeface="Rockwell"/>
              </a:rPr>
              <a:t> </a:t>
            </a:r>
            <a:r>
              <a:rPr sz="2400" spc="-10" dirty="0">
                <a:latin typeface="Rockwell"/>
                <a:cs typeface="Rockwell"/>
              </a:rPr>
              <a:t>is</a:t>
            </a:r>
            <a:r>
              <a:rPr sz="2400" spc="-5" dirty="0">
                <a:latin typeface="Rockwell"/>
                <a:cs typeface="Rockwell"/>
              </a:rPr>
              <a:t> </a:t>
            </a:r>
            <a:r>
              <a:rPr sz="2400" spc="-10" dirty="0">
                <a:latin typeface="Rockwell"/>
                <a:cs typeface="Rockwell"/>
              </a:rPr>
              <a:t>to</a:t>
            </a:r>
            <a:r>
              <a:rPr sz="2400" spc="-5" dirty="0">
                <a:latin typeface="Rockwell"/>
                <a:cs typeface="Rockwell"/>
              </a:rPr>
              <a:t> a</a:t>
            </a:r>
            <a:r>
              <a:rPr sz="2400" spc="-15" dirty="0">
                <a:latin typeface="Rockwell"/>
                <a:cs typeface="Rockwell"/>
              </a:rPr>
              <a:t>nswe</a:t>
            </a:r>
            <a:r>
              <a:rPr sz="2400" spc="-10" dirty="0">
                <a:latin typeface="Rockwell"/>
                <a:cs typeface="Rockwell"/>
              </a:rPr>
              <a:t>r</a:t>
            </a:r>
            <a:r>
              <a:rPr sz="2400" b="0" dirty="0">
                <a:latin typeface="Rockwell"/>
                <a:cs typeface="Rockwell"/>
              </a:rPr>
              <a:t> </a:t>
            </a:r>
            <a:r>
              <a:rPr sz="2400" spc="-10" dirty="0">
                <a:latin typeface="Rockwell"/>
                <a:cs typeface="Rockwell"/>
              </a:rPr>
              <a:t>the</a:t>
            </a:r>
            <a:r>
              <a:rPr sz="2400" spc="-5" dirty="0">
                <a:latin typeface="Rockwell"/>
                <a:cs typeface="Rockwell"/>
              </a:rPr>
              <a:t> </a:t>
            </a:r>
            <a:r>
              <a:rPr sz="2400" spc="-15" dirty="0">
                <a:latin typeface="Rockwell"/>
                <a:cs typeface="Rockwell"/>
              </a:rPr>
              <a:t>question</a:t>
            </a:r>
            <a:r>
              <a:rPr sz="2400" spc="-5" dirty="0">
                <a:latin typeface="Rockwell"/>
                <a:cs typeface="Rockwell"/>
              </a:rPr>
              <a:t>,</a:t>
            </a:r>
            <a:r>
              <a:rPr sz="2400" spc="20" dirty="0">
                <a:latin typeface="Rockwell"/>
                <a:cs typeface="Rockwell"/>
              </a:rPr>
              <a:t> </a:t>
            </a:r>
            <a:r>
              <a:rPr sz="2400" i="1" spc="-10" dirty="0">
                <a:latin typeface="Rockwell"/>
                <a:cs typeface="Rockwell"/>
              </a:rPr>
              <a:t>“Do</a:t>
            </a:r>
            <a:r>
              <a:rPr sz="2400" i="1" spc="15" dirty="0">
                <a:latin typeface="Rockwell"/>
                <a:cs typeface="Rockwell"/>
              </a:rPr>
              <a:t> </a:t>
            </a:r>
            <a:r>
              <a:rPr sz="2400" i="1" spc="-20" dirty="0">
                <a:latin typeface="Rockwell"/>
                <a:cs typeface="Rockwell"/>
              </a:rPr>
              <a:t>w</a:t>
            </a:r>
            <a:r>
              <a:rPr sz="2400" i="1" spc="-10" dirty="0">
                <a:latin typeface="Rockwell"/>
                <a:cs typeface="Rockwell"/>
              </a:rPr>
              <a:t>e</a:t>
            </a:r>
            <a:r>
              <a:rPr sz="2400" i="1" spc="10" dirty="0">
                <a:latin typeface="Rockwell"/>
                <a:cs typeface="Rockwell"/>
              </a:rPr>
              <a:t> </a:t>
            </a:r>
            <a:r>
              <a:rPr sz="2400" i="1" spc="-15" dirty="0">
                <a:latin typeface="Rockwell"/>
                <a:cs typeface="Rockwell"/>
              </a:rPr>
              <a:t>h</a:t>
            </a:r>
            <a:r>
              <a:rPr sz="2400" i="1" spc="-10" dirty="0">
                <a:latin typeface="Rockwell"/>
                <a:cs typeface="Rockwell"/>
              </a:rPr>
              <a:t>a</a:t>
            </a:r>
            <a:r>
              <a:rPr sz="2400" i="1" spc="-5" dirty="0">
                <a:latin typeface="Rockwell"/>
                <a:cs typeface="Rockwell"/>
              </a:rPr>
              <a:t>v</a:t>
            </a:r>
            <a:r>
              <a:rPr sz="2400" i="1" spc="-10" dirty="0">
                <a:latin typeface="Rockwell"/>
                <a:cs typeface="Rockwell"/>
              </a:rPr>
              <a:t>e</a:t>
            </a:r>
            <a:r>
              <a:rPr sz="2400" i="1" spc="10" dirty="0">
                <a:latin typeface="Rockwell"/>
                <a:cs typeface="Rockwell"/>
              </a:rPr>
              <a:t> </a:t>
            </a:r>
            <a:r>
              <a:rPr sz="2400" i="1" spc="-10" dirty="0">
                <a:latin typeface="Rockwell"/>
                <a:cs typeface="Rockwell"/>
              </a:rPr>
              <a:t>a</a:t>
            </a:r>
            <a:r>
              <a:rPr sz="2400" i="1" spc="-5" dirty="0">
                <a:latin typeface="Rockwell"/>
                <a:cs typeface="Rockwell"/>
              </a:rPr>
              <a:t> </a:t>
            </a:r>
            <a:r>
              <a:rPr sz="2400" i="1" spc="-10" dirty="0">
                <a:latin typeface="Rockwell"/>
                <a:cs typeface="Rockwell"/>
              </a:rPr>
              <a:t>worth</a:t>
            </a:r>
            <a:r>
              <a:rPr sz="2400" i="1" spc="-25" dirty="0">
                <a:latin typeface="Rockwell"/>
                <a:cs typeface="Rockwell"/>
              </a:rPr>
              <a:t>w</a:t>
            </a:r>
            <a:r>
              <a:rPr sz="2400" i="1" spc="-15" dirty="0">
                <a:latin typeface="Rockwell"/>
                <a:cs typeface="Rockwell"/>
              </a:rPr>
              <a:t>h</a:t>
            </a:r>
            <a:r>
              <a:rPr sz="2400" i="1" spc="-10" dirty="0">
                <a:latin typeface="Rockwell"/>
                <a:cs typeface="Rockwell"/>
              </a:rPr>
              <a:t>ile</a:t>
            </a:r>
            <a:r>
              <a:rPr sz="2400" i="1" spc="50" dirty="0">
                <a:latin typeface="Rockwell"/>
                <a:cs typeface="Rockwell"/>
              </a:rPr>
              <a:t> </a:t>
            </a:r>
            <a:r>
              <a:rPr sz="2400" i="1" spc="-10" dirty="0">
                <a:latin typeface="Rockwell"/>
                <a:cs typeface="Rockwell"/>
              </a:rPr>
              <a:t>and viable</a:t>
            </a:r>
            <a:r>
              <a:rPr sz="2400" i="1" spc="-5" dirty="0">
                <a:latin typeface="Rockwell"/>
                <a:cs typeface="Rockwell"/>
              </a:rPr>
              <a:t> </a:t>
            </a:r>
            <a:r>
              <a:rPr sz="2400" i="1" spc="-10" dirty="0">
                <a:latin typeface="Rockwell"/>
                <a:cs typeface="Rockwell"/>
              </a:rPr>
              <a:t>proj</a:t>
            </a:r>
            <a:r>
              <a:rPr sz="2400" i="1" spc="-20" dirty="0">
                <a:latin typeface="Rockwell"/>
                <a:cs typeface="Rockwell"/>
              </a:rPr>
              <a:t>e</a:t>
            </a:r>
            <a:r>
              <a:rPr sz="2400" i="1" spc="-10" dirty="0">
                <a:latin typeface="Rockwell"/>
                <a:cs typeface="Rockwell"/>
              </a:rPr>
              <a:t>ct?”</a:t>
            </a:r>
            <a:r>
              <a:rPr sz="2400" i="1" spc="15" dirty="0">
                <a:latin typeface="Rockwell"/>
                <a:cs typeface="Rockwell"/>
              </a:rPr>
              <a:t> </a:t>
            </a:r>
            <a:r>
              <a:rPr sz="2400" i="1" spc="-10" dirty="0">
                <a:latin typeface="Rockwell"/>
                <a:cs typeface="Rockwell"/>
              </a:rPr>
              <a:t>T</a:t>
            </a:r>
            <a:r>
              <a:rPr sz="2400" i="1" spc="-15" dirty="0">
                <a:latin typeface="Rockwell"/>
                <a:cs typeface="Rockwell"/>
              </a:rPr>
              <a:t>h</a:t>
            </a:r>
            <a:r>
              <a:rPr sz="2400" i="1" spc="-10" dirty="0">
                <a:latin typeface="Rockwell"/>
                <a:cs typeface="Rockwell"/>
              </a:rPr>
              <a:t>e</a:t>
            </a:r>
            <a:r>
              <a:rPr sz="2400" i="1" spc="25" dirty="0">
                <a:latin typeface="Rockwell"/>
                <a:cs typeface="Rockwell"/>
              </a:rPr>
              <a:t> </a:t>
            </a:r>
            <a:r>
              <a:rPr sz="2400" i="1" spc="-10" dirty="0">
                <a:latin typeface="Rockwell"/>
                <a:cs typeface="Rockwell"/>
              </a:rPr>
              <a:t>proj</a:t>
            </a:r>
            <a:r>
              <a:rPr sz="2400" i="1" spc="-20" dirty="0">
                <a:latin typeface="Rockwell"/>
                <a:cs typeface="Rockwell"/>
              </a:rPr>
              <a:t>e</a:t>
            </a:r>
            <a:r>
              <a:rPr sz="2400" i="1" spc="-10" dirty="0">
                <a:latin typeface="Rockwell"/>
                <a:cs typeface="Rockwell"/>
              </a:rPr>
              <a:t>ct</a:t>
            </a:r>
            <a:r>
              <a:rPr sz="2400" i="1" spc="5" dirty="0">
                <a:latin typeface="Rockwell"/>
                <a:cs typeface="Rockwell"/>
              </a:rPr>
              <a:t> </a:t>
            </a:r>
            <a:r>
              <a:rPr sz="2400" i="1" spc="-15" dirty="0">
                <a:latin typeface="Rockwell"/>
                <a:cs typeface="Rockwell"/>
              </a:rPr>
              <a:t>man</a:t>
            </a:r>
            <a:r>
              <a:rPr sz="2400" i="1" spc="-20" dirty="0">
                <a:latin typeface="Rockwell"/>
                <a:cs typeface="Rockwell"/>
              </a:rPr>
              <a:t>d</a:t>
            </a:r>
            <a:r>
              <a:rPr sz="2400" i="1" spc="-10" dirty="0">
                <a:latin typeface="Rockwell"/>
                <a:cs typeface="Rockwell"/>
              </a:rPr>
              <a:t>ate</a:t>
            </a:r>
            <a:r>
              <a:rPr sz="2400" i="1" spc="10" dirty="0">
                <a:latin typeface="Rockwell"/>
                <a:cs typeface="Rockwell"/>
              </a:rPr>
              <a:t> </a:t>
            </a:r>
            <a:r>
              <a:rPr sz="2400" i="1" spc="-10" dirty="0">
                <a:latin typeface="Rockwell"/>
                <a:cs typeface="Rockwell"/>
              </a:rPr>
              <a:t>is</a:t>
            </a:r>
            <a:r>
              <a:rPr sz="2400" b="0" i="1" dirty="0">
                <a:latin typeface="Rockwell"/>
                <a:cs typeface="Rockwell"/>
              </a:rPr>
              <a:t> </a:t>
            </a:r>
            <a:r>
              <a:rPr sz="2400" i="1" spc="-15" dirty="0">
                <a:latin typeface="Rockwell"/>
                <a:cs typeface="Rockwell"/>
              </a:rPr>
              <a:t>u</a:t>
            </a:r>
            <a:r>
              <a:rPr sz="2400" i="1" spc="-10" dirty="0">
                <a:latin typeface="Rockwell"/>
                <a:cs typeface="Rockwell"/>
              </a:rPr>
              <a:t>sual</a:t>
            </a:r>
            <a:r>
              <a:rPr sz="2400" i="1" spc="-15" dirty="0">
                <a:latin typeface="Rockwell"/>
                <a:cs typeface="Rockwell"/>
              </a:rPr>
              <a:t>l</a:t>
            </a:r>
            <a:r>
              <a:rPr sz="2400" i="1" spc="-10" dirty="0">
                <a:latin typeface="Rockwell"/>
                <a:cs typeface="Rockwell"/>
              </a:rPr>
              <a:t>y</a:t>
            </a:r>
            <a:r>
              <a:rPr sz="2400" i="1" spc="30" dirty="0">
                <a:latin typeface="Rockwell"/>
                <a:cs typeface="Rockwell"/>
              </a:rPr>
              <a:t> </a:t>
            </a:r>
            <a:r>
              <a:rPr sz="2400" i="1" spc="-10" dirty="0">
                <a:latin typeface="Rockwell"/>
                <a:cs typeface="Rockwell"/>
              </a:rPr>
              <a:t>the</a:t>
            </a:r>
            <a:r>
              <a:rPr sz="2400" i="1" spc="10" dirty="0">
                <a:latin typeface="Rockwell"/>
                <a:cs typeface="Rockwell"/>
              </a:rPr>
              <a:t> </a:t>
            </a:r>
            <a:r>
              <a:rPr sz="2400" i="1" spc="-10" dirty="0">
                <a:latin typeface="Rockwell"/>
                <a:cs typeface="Rockwell"/>
              </a:rPr>
              <a:t>on</a:t>
            </a:r>
            <a:r>
              <a:rPr sz="2400" i="1" spc="-15" dirty="0">
                <a:latin typeface="Rockwell"/>
                <a:cs typeface="Rockwell"/>
              </a:rPr>
              <a:t>l</a:t>
            </a:r>
            <a:r>
              <a:rPr sz="2400" i="1" spc="-10" dirty="0">
                <a:latin typeface="Rockwell"/>
                <a:cs typeface="Rockwell"/>
              </a:rPr>
              <a:t>y</a:t>
            </a:r>
            <a:r>
              <a:rPr sz="2400" i="1" spc="15" dirty="0">
                <a:latin typeface="Rockwell"/>
                <a:cs typeface="Rockwell"/>
              </a:rPr>
              <a:t> </a:t>
            </a:r>
            <a:r>
              <a:rPr sz="2400" i="1" spc="-10" dirty="0">
                <a:latin typeface="Rockwell"/>
                <a:cs typeface="Rockwell"/>
              </a:rPr>
              <a:t>docum</a:t>
            </a:r>
            <a:r>
              <a:rPr sz="2400" i="1" spc="-20" dirty="0">
                <a:latin typeface="Rockwell"/>
                <a:cs typeface="Rockwell"/>
              </a:rPr>
              <a:t>e</a:t>
            </a:r>
            <a:r>
              <a:rPr sz="2400" i="1" spc="-15" dirty="0">
                <a:latin typeface="Rockwell"/>
                <a:cs typeface="Rockwell"/>
              </a:rPr>
              <a:t>n</a:t>
            </a:r>
            <a:r>
              <a:rPr sz="2400" i="1" spc="-5" dirty="0">
                <a:latin typeface="Rockwell"/>
                <a:cs typeface="Rockwell"/>
              </a:rPr>
              <a:t>t</a:t>
            </a:r>
            <a:r>
              <a:rPr sz="2400" i="1" spc="30" dirty="0">
                <a:latin typeface="Rockwell"/>
                <a:cs typeface="Rockwell"/>
              </a:rPr>
              <a:t> </a:t>
            </a:r>
            <a:r>
              <a:rPr sz="2400" i="1" spc="-10" dirty="0">
                <a:latin typeface="Rockwell"/>
                <a:cs typeface="Rockwell"/>
              </a:rPr>
              <a:t>that</a:t>
            </a:r>
            <a:r>
              <a:rPr sz="2400" i="1" spc="-5" dirty="0">
                <a:latin typeface="Rockwell"/>
                <a:cs typeface="Rockwell"/>
              </a:rPr>
              <a:t> </a:t>
            </a:r>
            <a:r>
              <a:rPr sz="2400" i="1" spc="-10" dirty="0">
                <a:latin typeface="Rockwell"/>
                <a:cs typeface="Rockwell"/>
              </a:rPr>
              <a:t>ex</a:t>
            </a:r>
            <a:r>
              <a:rPr sz="2400" i="1" spc="-15" dirty="0">
                <a:latin typeface="Rockwell"/>
                <a:cs typeface="Rockwell"/>
              </a:rPr>
              <a:t>i</a:t>
            </a:r>
            <a:r>
              <a:rPr sz="2400" i="1" spc="-10" dirty="0">
                <a:latin typeface="Rockwell"/>
                <a:cs typeface="Rockwell"/>
              </a:rPr>
              <a:t>sts</a:t>
            </a:r>
            <a:r>
              <a:rPr sz="2400" i="1" spc="20" dirty="0">
                <a:latin typeface="Rockwell"/>
                <a:cs typeface="Rockwell"/>
              </a:rPr>
              <a:t> </a:t>
            </a:r>
            <a:r>
              <a:rPr sz="2400" i="1" spc="-20" dirty="0">
                <a:latin typeface="Rockwell"/>
                <a:cs typeface="Rockwell"/>
              </a:rPr>
              <a:t>w</a:t>
            </a:r>
            <a:r>
              <a:rPr sz="2400" i="1" spc="-15" dirty="0">
                <a:latin typeface="Rockwell"/>
                <a:cs typeface="Rockwell"/>
              </a:rPr>
              <a:t>he</a:t>
            </a:r>
            <a:r>
              <a:rPr sz="2400" i="1" spc="-10" dirty="0">
                <a:latin typeface="Rockwell"/>
                <a:cs typeface="Rockwell"/>
              </a:rPr>
              <a:t>n</a:t>
            </a:r>
            <a:r>
              <a:rPr sz="2400" i="1" spc="35" dirty="0">
                <a:latin typeface="Rockwell"/>
                <a:cs typeface="Rockwell"/>
              </a:rPr>
              <a:t> </a:t>
            </a:r>
            <a:r>
              <a:rPr sz="2400" i="1" spc="-10" dirty="0">
                <a:latin typeface="Rockwell"/>
                <a:cs typeface="Rockwell"/>
              </a:rPr>
              <a:t>th</a:t>
            </a:r>
            <a:r>
              <a:rPr sz="2400" i="1" spc="-15" dirty="0">
                <a:latin typeface="Rockwell"/>
                <a:cs typeface="Rockwell"/>
              </a:rPr>
              <a:t>i</a:t>
            </a:r>
            <a:r>
              <a:rPr sz="2400" i="1" spc="-10" dirty="0">
                <a:latin typeface="Rockwell"/>
                <a:cs typeface="Rockwell"/>
              </a:rPr>
              <a:t>s</a:t>
            </a:r>
            <a:r>
              <a:rPr sz="2400" i="1" spc="-5" dirty="0">
                <a:latin typeface="Rockwell"/>
                <a:cs typeface="Rockwell"/>
              </a:rPr>
              <a:t> </a:t>
            </a:r>
            <a:r>
              <a:rPr sz="2400" i="1" spc="-10" dirty="0">
                <a:latin typeface="Rockwell"/>
                <a:cs typeface="Rockwell"/>
              </a:rPr>
              <a:t>pro</a:t>
            </a:r>
            <a:r>
              <a:rPr sz="2400" i="1" spc="-5" dirty="0">
                <a:latin typeface="Rockwell"/>
                <a:cs typeface="Rockwell"/>
              </a:rPr>
              <a:t>c</a:t>
            </a:r>
            <a:r>
              <a:rPr sz="2400" i="1" spc="-15" dirty="0">
                <a:latin typeface="Rockwell"/>
                <a:cs typeface="Rockwell"/>
              </a:rPr>
              <a:t>e</a:t>
            </a:r>
            <a:r>
              <a:rPr sz="2400" i="1" spc="-10" dirty="0">
                <a:latin typeface="Rockwell"/>
                <a:cs typeface="Rockwell"/>
              </a:rPr>
              <a:t>ss</a:t>
            </a:r>
            <a:r>
              <a:rPr sz="2400" i="1" spc="10" dirty="0">
                <a:latin typeface="Rockwell"/>
                <a:cs typeface="Rockwell"/>
              </a:rPr>
              <a:t> </a:t>
            </a:r>
            <a:r>
              <a:rPr sz="2400" i="1" spc="-10" dirty="0">
                <a:latin typeface="Rockwell"/>
                <a:cs typeface="Rockwell"/>
              </a:rPr>
              <a:t>st</a:t>
            </a:r>
            <a:r>
              <a:rPr sz="2400" i="1" spc="-5" dirty="0">
                <a:latin typeface="Rockwell"/>
                <a:cs typeface="Rockwell"/>
              </a:rPr>
              <a:t>a</a:t>
            </a:r>
            <a:r>
              <a:rPr sz="2400" i="1" spc="-10" dirty="0">
                <a:latin typeface="Rockwell"/>
                <a:cs typeface="Rockwell"/>
              </a:rPr>
              <a:t>rts, and</a:t>
            </a:r>
            <a:r>
              <a:rPr sz="2400" i="1" spc="10" dirty="0">
                <a:latin typeface="Rockwell"/>
                <a:cs typeface="Rockwell"/>
              </a:rPr>
              <a:t> </a:t>
            </a:r>
            <a:r>
              <a:rPr sz="2400" i="1" spc="-10" dirty="0">
                <a:latin typeface="Rockwell"/>
                <a:cs typeface="Rockwell"/>
              </a:rPr>
              <a:t>th</a:t>
            </a:r>
            <a:r>
              <a:rPr sz="2400" i="1" spc="-15" dirty="0">
                <a:latin typeface="Rockwell"/>
                <a:cs typeface="Rockwell"/>
              </a:rPr>
              <a:t>i</a:t>
            </a:r>
            <a:r>
              <a:rPr sz="2400" i="1" spc="-10" dirty="0">
                <a:latin typeface="Rockwell"/>
                <a:cs typeface="Rockwell"/>
              </a:rPr>
              <a:t>s</a:t>
            </a:r>
            <a:r>
              <a:rPr sz="2400" i="1" spc="5" dirty="0">
                <a:latin typeface="Rockwell"/>
                <a:cs typeface="Rockwell"/>
              </a:rPr>
              <a:t> </a:t>
            </a:r>
            <a:r>
              <a:rPr sz="2400" i="1" spc="-10" dirty="0">
                <a:latin typeface="Rockwell"/>
                <a:cs typeface="Rockwell"/>
              </a:rPr>
              <a:t>is</a:t>
            </a:r>
            <a:r>
              <a:rPr sz="2400" b="0" i="1" dirty="0">
                <a:latin typeface="Rockwell"/>
                <a:cs typeface="Rockwell"/>
              </a:rPr>
              <a:t> </a:t>
            </a:r>
            <a:r>
              <a:rPr sz="2400" i="1" spc="-15" dirty="0">
                <a:latin typeface="Rockwell"/>
                <a:cs typeface="Rockwell"/>
              </a:rPr>
              <a:t>n</a:t>
            </a:r>
            <a:r>
              <a:rPr sz="2400" i="1" spc="-10" dirty="0">
                <a:latin typeface="Rockwell"/>
                <a:cs typeface="Rockwell"/>
              </a:rPr>
              <a:t>ot</a:t>
            </a:r>
            <a:r>
              <a:rPr sz="2400" i="1" spc="10" dirty="0">
                <a:latin typeface="Rockwell"/>
                <a:cs typeface="Rockwell"/>
              </a:rPr>
              <a:t> </a:t>
            </a:r>
            <a:r>
              <a:rPr sz="2400" i="1" spc="-15" dirty="0">
                <a:latin typeface="Rockwell"/>
                <a:cs typeface="Rockwell"/>
              </a:rPr>
              <a:t>en</a:t>
            </a:r>
            <a:r>
              <a:rPr sz="2400" i="1" spc="-10" dirty="0">
                <a:latin typeface="Rockwell"/>
                <a:cs typeface="Rockwell"/>
              </a:rPr>
              <a:t>ou</a:t>
            </a:r>
            <a:r>
              <a:rPr sz="2400" i="1" spc="-20" dirty="0">
                <a:latin typeface="Rockwell"/>
                <a:cs typeface="Rockwell"/>
              </a:rPr>
              <a:t>g</a:t>
            </a:r>
            <a:r>
              <a:rPr sz="2400" i="1" spc="-10" dirty="0">
                <a:latin typeface="Rockwell"/>
                <a:cs typeface="Rockwell"/>
              </a:rPr>
              <a:t>h</a:t>
            </a:r>
            <a:r>
              <a:rPr sz="2400" i="1" spc="50" dirty="0">
                <a:latin typeface="Rockwell"/>
                <a:cs typeface="Rockwell"/>
              </a:rPr>
              <a:t> </a:t>
            </a:r>
            <a:r>
              <a:rPr sz="2400" i="1" spc="-5" dirty="0">
                <a:latin typeface="Rockwell"/>
                <a:cs typeface="Rockwell"/>
              </a:rPr>
              <a:t>i</a:t>
            </a:r>
            <a:r>
              <a:rPr sz="2400" i="1" spc="-20" dirty="0">
                <a:latin typeface="Rockwell"/>
                <a:cs typeface="Rockwell"/>
              </a:rPr>
              <a:t>n</a:t>
            </a:r>
            <a:r>
              <a:rPr sz="2400" i="1" spc="-10" dirty="0">
                <a:latin typeface="Rockwell"/>
                <a:cs typeface="Rockwell"/>
              </a:rPr>
              <a:t>formation</a:t>
            </a:r>
            <a:r>
              <a:rPr sz="2400" i="1" spc="20" dirty="0">
                <a:latin typeface="Rockwell"/>
                <a:cs typeface="Rockwell"/>
              </a:rPr>
              <a:t> </a:t>
            </a:r>
            <a:r>
              <a:rPr sz="2400" i="1" spc="-10" dirty="0">
                <a:latin typeface="Rockwell"/>
                <a:cs typeface="Rockwell"/>
              </a:rPr>
              <a:t>for</a:t>
            </a:r>
            <a:r>
              <a:rPr sz="2400" i="1" spc="5" dirty="0">
                <a:latin typeface="Rockwell"/>
                <a:cs typeface="Rockwell"/>
              </a:rPr>
              <a:t> </a:t>
            </a:r>
            <a:r>
              <a:rPr sz="2400" i="1" spc="-10" dirty="0">
                <a:latin typeface="Rockwell"/>
                <a:cs typeface="Rockwell"/>
              </a:rPr>
              <a:t>the</a:t>
            </a:r>
            <a:r>
              <a:rPr sz="2400" i="1" spc="10" dirty="0">
                <a:latin typeface="Rockwell"/>
                <a:cs typeface="Rockwell"/>
              </a:rPr>
              <a:t> </a:t>
            </a:r>
            <a:r>
              <a:rPr sz="2400" i="1" spc="-10" dirty="0">
                <a:latin typeface="Rockwell"/>
                <a:cs typeface="Rockwell"/>
              </a:rPr>
              <a:t>Proj</a:t>
            </a:r>
            <a:r>
              <a:rPr sz="2400" i="1" spc="-15" dirty="0">
                <a:latin typeface="Rockwell"/>
                <a:cs typeface="Rockwell"/>
              </a:rPr>
              <a:t>e</a:t>
            </a:r>
            <a:r>
              <a:rPr sz="2400" i="1" spc="-10" dirty="0">
                <a:latin typeface="Rockwell"/>
                <a:cs typeface="Rockwell"/>
              </a:rPr>
              <a:t>ct</a:t>
            </a:r>
            <a:r>
              <a:rPr sz="2400" i="1" spc="5" dirty="0">
                <a:latin typeface="Rockwell"/>
                <a:cs typeface="Rockwell"/>
              </a:rPr>
              <a:t> </a:t>
            </a:r>
            <a:r>
              <a:rPr sz="2400" i="1" spc="-10" dirty="0">
                <a:latin typeface="Rockwell"/>
                <a:cs typeface="Rockwell"/>
              </a:rPr>
              <a:t>Bo</a:t>
            </a:r>
            <a:r>
              <a:rPr sz="2400" i="1" spc="-5" dirty="0">
                <a:latin typeface="Rockwell"/>
                <a:cs typeface="Rockwell"/>
              </a:rPr>
              <a:t>a</a:t>
            </a:r>
            <a:r>
              <a:rPr sz="2400" i="1" spc="-10" dirty="0">
                <a:latin typeface="Rockwell"/>
                <a:cs typeface="Rockwell"/>
              </a:rPr>
              <a:t>rd</a:t>
            </a:r>
            <a:r>
              <a:rPr sz="2400" i="1" spc="5" dirty="0">
                <a:latin typeface="Rockwell"/>
                <a:cs typeface="Rockwell"/>
              </a:rPr>
              <a:t> </a:t>
            </a:r>
            <a:r>
              <a:rPr sz="2400" i="1" spc="-10" dirty="0">
                <a:latin typeface="Rockwell"/>
                <a:cs typeface="Rockwell"/>
              </a:rPr>
              <a:t>to</a:t>
            </a:r>
            <a:r>
              <a:rPr sz="2400" i="1" spc="-5" dirty="0">
                <a:latin typeface="Rockwell"/>
                <a:cs typeface="Rockwell"/>
              </a:rPr>
              <a:t> </a:t>
            </a:r>
            <a:r>
              <a:rPr sz="2400" i="1" spc="-20" dirty="0">
                <a:latin typeface="Rockwell"/>
                <a:cs typeface="Rockwell"/>
              </a:rPr>
              <a:t>mak</a:t>
            </a:r>
            <a:r>
              <a:rPr sz="2400" i="1" spc="-10" dirty="0">
                <a:latin typeface="Rockwell"/>
                <a:cs typeface="Rockwell"/>
              </a:rPr>
              <a:t>e</a:t>
            </a:r>
            <a:r>
              <a:rPr sz="2400" i="1" spc="10" dirty="0">
                <a:latin typeface="Rockwell"/>
                <a:cs typeface="Rockwell"/>
              </a:rPr>
              <a:t> </a:t>
            </a:r>
            <a:r>
              <a:rPr sz="2400" i="1" spc="-10" dirty="0">
                <a:latin typeface="Rockwell"/>
                <a:cs typeface="Rockwell"/>
              </a:rPr>
              <a:t>the d</a:t>
            </a:r>
            <a:r>
              <a:rPr sz="2400" i="1" spc="-20" dirty="0">
                <a:latin typeface="Rockwell"/>
                <a:cs typeface="Rockwell"/>
              </a:rPr>
              <a:t>e</a:t>
            </a:r>
            <a:r>
              <a:rPr sz="2400" i="1" spc="-10" dirty="0">
                <a:latin typeface="Rockwell"/>
                <a:cs typeface="Rockwell"/>
              </a:rPr>
              <a:t>cis</a:t>
            </a:r>
            <a:r>
              <a:rPr sz="2400" i="1" spc="-15" dirty="0">
                <a:latin typeface="Rockwell"/>
                <a:cs typeface="Rockwell"/>
              </a:rPr>
              <a:t>i</a:t>
            </a:r>
            <a:r>
              <a:rPr sz="2400" i="1" spc="-10" dirty="0">
                <a:latin typeface="Rockwell"/>
                <a:cs typeface="Rockwell"/>
              </a:rPr>
              <a:t>on</a:t>
            </a:r>
            <a:r>
              <a:rPr sz="2400" i="1" spc="15" dirty="0">
                <a:latin typeface="Rockwell"/>
                <a:cs typeface="Rockwell"/>
              </a:rPr>
              <a:t> </a:t>
            </a:r>
            <a:r>
              <a:rPr sz="2400" i="1" spc="-10" dirty="0">
                <a:latin typeface="Rockwell"/>
                <a:cs typeface="Rockwell"/>
              </a:rPr>
              <a:t>to</a:t>
            </a:r>
            <a:r>
              <a:rPr sz="2400" i="1" spc="-5" dirty="0">
                <a:latin typeface="Rockwell"/>
                <a:cs typeface="Rockwell"/>
              </a:rPr>
              <a:t> </a:t>
            </a:r>
            <a:r>
              <a:rPr sz="2400" i="1" spc="-10" dirty="0">
                <a:latin typeface="Rockwell"/>
                <a:cs typeface="Rockwell"/>
              </a:rPr>
              <a:t>sta</a:t>
            </a:r>
            <a:r>
              <a:rPr sz="2400" i="1" spc="-5" dirty="0">
                <a:latin typeface="Rockwell"/>
                <a:cs typeface="Rockwell"/>
              </a:rPr>
              <a:t>rt </a:t>
            </a:r>
            <a:r>
              <a:rPr sz="2400" i="1" spc="-10" dirty="0">
                <a:latin typeface="Rockwell"/>
                <a:cs typeface="Rockwell"/>
              </a:rPr>
              <a:t>the</a:t>
            </a:r>
            <a:r>
              <a:rPr sz="2400" i="1" spc="5" dirty="0">
                <a:latin typeface="Rockwell"/>
                <a:cs typeface="Rockwell"/>
              </a:rPr>
              <a:t> </a:t>
            </a:r>
            <a:r>
              <a:rPr sz="2400" i="1" spc="-10" dirty="0">
                <a:latin typeface="Rockwell"/>
                <a:cs typeface="Rockwell"/>
              </a:rPr>
              <a:t>In</a:t>
            </a:r>
            <a:r>
              <a:rPr sz="2400" i="1" spc="-15" dirty="0">
                <a:latin typeface="Rockwell"/>
                <a:cs typeface="Rockwell"/>
              </a:rPr>
              <a:t>i</a:t>
            </a:r>
            <a:r>
              <a:rPr sz="2400" i="1" spc="-10" dirty="0">
                <a:latin typeface="Rockwell"/>
                <a:cs typeface="Rockwell"/>
              </a:rPr>
              <a:t>tiation</a:t>
            </a:r>
            <a:r>
              <a:rPr sz="2400" i="1" spc="15" dirty="0">
                <a:latin typeface="Rockwell"/>
                <a:cs typeface="Rockwell"/>
              </a:rPr>
              <a:t> </a:t>
            </a:r>
            <a:r>
              <a:rPr sz="2400" i="1" spc="-10" dirty="0">
                <a:latin typeface="Rockwell"/>
                <a:cs typeface="Rockwell"/>
              </a:rPr>
              <a:t>Stag</a:t>
            </a:r>
            <a:r>
              <a:rPr sz="2400" i="1" spc="-20" dirty="0">
                <a:latin typeface="Rockwell"/>
                <a:cs typeface="Rockwell"/>
              </a:rPr>
              <a:t>e</a:t>
            </a:r>
            <a:r>
              <a:rPr sz="2400" i="1" spc="-5" dirty="0">
                <a:latin typeface="Rockwell"/>
                <a:cs typeface="Rockwell"/>
              </a:rPr>
              <a:t>.</a:t>
            </a:r>
          </a:p>
          <a:p>
            <a:pPr marL="355600" marR="5080" indent="-342900">
              <a:lnSpc>
                <a:spcPct val="100000"/>
              </a:lnSpc>
              <a:buClr>
                <a:srgbClr val="292929"/>
              </a:buClr>
              <a:buFont typeface="Wingdings"/>
              <a:buChar char=""/>
              <a:tabLst>
                <a:tab pos="355600" algn="l"/>
              </a:tabLst>
            </a:pPr>
            <a:r>
              <a:rPr lang="fr-CH" sz="2400" spc="-10" dirty="0" err="1">
                <a:latin typeface="Rockwell"/>
                <a:cs typeface="Rockwell"/>
              </a:rPr>
              <a:t>T</a:t>
            </a:r>
            <a:r>
              <a:rPr sz="2400" spc="-10" dirty="0" smtClean="0">
                <a:latin typeface="Rockwell"/>
                <a:cs typeface="Rockwell"/>
              </a:rPr>
              <a:t>he</a:t>
            </a:r>
            <a:r>
              <a:rPr sz="2400" spc="-5" dirty="0" smtClean="0">
                <a:latin typeface="Rockwell"/>
                <a:cs typeface="Rockwell"/>
              </a:rPr>
              <a:t> </a:t>
            </a:r>
            <a:r>
              <a:rPr sz="2400" spc="-10" dirty="0">
                <a:latin typeface="Rockwell"/>
                <a:cs typeface="Rockwell"/>
              </a:rPr>
              <a:t>pu</a:t>
            </a:r>
            <a:r>
              <a:rPr sz="2400" spc="-15" dirty="0">
                <a:latin typeface="Rockwell"/>
                <a:cs typeface="Rockwell"/>
              </a:rPr>
              <a:t>r</a:t>
            </a:r>
            <a:r>
              <a:rPr sz="2400" spc="-10" dirty="0">
                <a:latin typeface="Rockwell"/>
                <a:cs typeface="Rockwell"/>
              </a:rPr>
              <a:t>pose</a:t>
            </a:r>
            <a:r>
              <a:rPr sz="2400" spc="10" dirty="0">
                <a:latin typeface="Rockwell"/>
                <a:cs typeface="Rockwell"/>
              </a:rPr>
              <a:t> </a:t>
            </a:r>
            <a:r>
              <a:rPr sz="2400" spc="-15" dirty="0">
                <a:latin typeface="Rockwell"/>
                <a:cs typeface="Rockwell"/>
              </a:rPr>
              <a:t>o</a:t>
            </a:r>
            <a:r>
              <a:rPr sz="2400" spc="-5" dirty="0">
                <a:latin typeface="Rockwell"/>
                <a:cs typeface="Rockwell"/>
              </a:rPr>
              <a:t>f </a:t>
            </a:r>
            <a:r>
              <a:rPr sz="2400" spc="-15" dirty="0">
                <a:latin typeface="Rockwell"/>
                <a:cs typeface="Rockwell"/>
              </a:rPr>
              <a:t>thi</a:t>
            </a:r>
            <a:r>
              <a:rPr sz="2400" spc="-10" dirty="0">
                <a:latin typeface="Rockwell"/>
                <a:cs typeface="Rockwell"/>
              </a:rPr>
              <a:t>s</a:t>
            </a:r>
            <a:r>
              <a:rPr sz="2400" spc="5" dirty="0">
                <a:latin typeface="Rockwell"/>
                <a:cs typeface="Rockwell"/>
              </a:rPr>
              <a:t> </a:t>
            </a:r>
            <a:r>
              <a:rPr sz="2400" spc="-10" dirty="0">
                <a:latin typeface="Rockwell"/>
                <a:cs typeface="Rockwell"/>
              </a:rPr>
              <a:t>p</a:t>
            </a:r>
            <a:r>
              <a:rPr sz="2400" spc="-20" dirty="0">
                <a:latin typeface="Rockwell"/>
                <a:cs typeface="Rockwell"/>
              </a:rPr>
              <a:t>r</a:t>
            </a:r>
            <a:r>
              <a:rPr sz="2400" spc="-15" dirty="0">
                <a:latin typeface="Rockwell"/>
                <a:cs typeface="Rockwell"/>
              </a:rPr>
              <a:t>o</a:t>
            </a:r>
            <a:r>
              <a:rPr sz="2400" spc="-20" dirty="0">
                <a:latin typeface="Rockwell"/>
                <a:cs typeface="Rockwell"/>
              </a:rPr>
              <a:t>c</a:t>
            </a:r>
            <a:r>
              <a:rPr sz="2400" spc="-15" dirty="0">
                <a:latin typeface="Rockwell"/>
                <a:cs typeface="Rockwell"/>
              </a:rPr>
              <a:t>es</a:t>
            </a:r>
            <a:r>
              <a:rPr sz="2400" spc="-10" dirty="0">
                <a:latin typeface="Rockwell"/>
                <a:cs typeface="Rockwell"/>
              </a:rPr>
              <a:t>s</a:t>
            </a:r>
            <a:r>
              <a:rPr sz="2400" spc="15" dirty="0">
                <a:latin typeface="Rockwell"/>
                <a:cs typeface="Rockwell"/>
              </a:rPr>
              <a:t> </a:t>
            </a:r>
            <a:r>
              <a:rPr sz="2400" spc="-10" dirty="0">
                <a:latin typeface="Rockwell"/>
                <a:cs typeface="Rockwell"/>
              </a:rPr>
              <a:t>is</a:t>
            </a:r>
            <a:r>
              <a:rPr sz="2400" spc="10" dirty="0">
                <a:latin typeface="Rockwell"/>
                <a:cs typeface="Rockwell"/>
              </a:rPr>
              <a:t> </a:t>
            </a:r>
            <a:r>
              <a:rPr sz="2400" spc="-10" dirty="0">
                <a:latin typeface="Rockwell"/>
                <a:cs typeface="Rockwell"/>
              </a:rPr>
              <a:t>to</a:t>
            </a:r>
            <a:r>
              <a:rPr sz="2400" spc="-5" dirty="0">
                <a:latin typeface="Rockwell"/>
                <a:cs typeface="Rockwell"/>
              </a:rPr>
              <a:t> </a:t>
            </a:r>
            <a:r>
              <a:rPr sz="2400" spc="-10" dirty="0">
                <a:latin typeface="Rockwell"/>
                <a:cs typeface="Rockwell"/>
              </a:rPr>
              <a:t>pr</a:t>
            </a:r>
            <a:r>
              <a:rPr sz="2400" spc="-20" dirty="0">
                <a:latin typeface="Rockwell"/>
                <a:cs typeface="Rockwell"/>
              </a:rPr>
              <a:t>o</a:t>
            </a:r>
            <a:r>
              <a:rPr sz="2400" spc="-10" dirty="0">
                <a:latin typeface="Rockwell"/>
                <a:cs typeface="Rockwell"/>
              </a:rPr>
              <a:t>vide</a:t>
            </a:r>
            <a:r>
              <a:rPr sz="2400" b="0" dirty="0">
                <a:latin typeface="Rockwell"/>
                <a:cs typeface="Rockwell"/>
              </a:rPr>
              <a:t> </a:t>
            </a:r>
            <a:r>
              <a:rPr sz="2400" spc="-10" dirty="0">
                <a:latin typeface="Rockwell"/>
                <a:cs typeface="Rockwell"/>
              </a:rPr>
              <a:t>the</a:t>
            </a:r>
            <a:r>
              <a:rPr sz="2400" spc="-5" dirty="0">
                <a:latin typeface="Rockwell"/>
                <a:cs typeface="Rockwell"/>
              </a:rPr>
              <a:t> </a:t>
            </a:r>
            <a:r>
              <a:rPr sz="2400" spc="-15" dirty="0">
                <a:latin typeface="Rockwell"/>
                <a:cs typeface="Rockwell"/>
              </a:rPr>
              <a:t>P</a:t>
            </a:r>
            <a:r>
              <a:rPr sz="2400" spc="-20" dirty="0">
                <a:latin typeface="Rockwell"/>
                <a:cs typeface="Rockwell"/>
              </a:rPr>
              <a:t>r</a:t>
            </a:r>
            <a:r>
              <a:rPr sz="2400" spc="-15" dirty="0">
                <a:latin typeface="Rockwell"/>
                <a:cs typeface="Rockwell"/>
              </a:rPr>
              <a:t>oje</a:t>
            </a:r>
            <a:r>
              <a:rPr sz="2400" spc="-20" dirty="0">
                <a:latin typeface="Rockwell"/>
                <a:cs typeface="Rockwell"/>
              </a:rPr>
              <a:t>c</a:t>
            </a:r>
            <a:r>
              <a:rPr sz="2400" spc="-5" dirty="0">
                <a:latin typeface="Rockwell"/>
                <a:cs typeface="Rockwell"/>
              </a:rPr>
              <a:t>t</a:t>
            </a:r>
            <a:r>
              <a:rPr sz="2400" b="0" dirty="0">
                <a:latin typeface="Rockwell"/>
                <a:cs typeface="Rockwell"/>
              </a:rPr>
              <a:t> </a:t>
            </a:r>
            <a:r>
              <a:rPr sz="2400" spc="-10" dirty="0">
                <a:latin typeface="Rockwell"/>
                <a:cs typeface="Rockwell"/>
              </a:rPr>
              <a:t>B</a:t>
            </a:r>
            <a:r>
              <a:rPr sz="2400" spc="-15" dirty="0">
                <a:latin typeface="Rockwell"/>
                <a:cs typeface="Rockwell"/>
              </a:rPr>
              <a:t>oar</a:t>
            </a:r>
            <a:r>
              <a:rPr sz="2400" spc="-10" dirty="0">
                <a:latin typeface="Rockwell"/>
                <a:cs typeface="Rockwell"/>
              </a:rPr>
              <a:t>d</a:t>
            </a:r>
            <a:r>
              <a:rPr sz="2400" b="0" dirty="0">
                <a:latin typeface="Rockwell"/>
                <a:cs typeface="Rockwell"/>
              </a:rPr>
              <a:t> </a:t>
            </a:r>
            <a:r>
              <a:rPr sz="2400" spc="-10" dirty="0">
                <a:latin typeface="Rockwell"/>
                <a:cs typeface="Rockwell"/>
              </a:rPr>
              <a:t>with</a:t>
            </a:r>
            <a:r>
              <a:rPr sz="2400" b="0" dirty="0">
                <a:latin typeface="Rockwell"/>
                <a:cs typeface="Rockwell"/>
              </a:rPr>
              <a:t> </a:t>
            </a:r>
            <a:r>
              <a:rPr sz="2400" spc="-10" dirty="0">
                <a:latin typeface="Rockwell"/>
                <a:cs typeface="Rockwell"/>
              </a:rPr>
              <a:t>the</a:t>
            </a:r>
            <a:r>
              <a:rPr sz="2400" spc="-5" dirty="0">
                <a:latin typeface="Rockwell"/>
                <a:cs typeface="Rockwell"/>
              </a:rPr>
              <a:t> </a:t>
            </a:r>
            <a:r>
              <a:rPr sz="2400" spc="-15" dirty="0">
                <a:latin typeface="Rockwell"/>
                <a:cs typeface="Rockwell"/>
              </a:rPr>
              <a:t>n</a:t>
            </a:r>
            <a:r>
              <a:rPr sz="2400" spc="-20" dirty="0">
                <a:latin typeface="Rockwell"/>
                <a:cs typeface="Rockwell"/>
              </a:rPr>
              <a:t>e</a:t>
            </a:r>
            <a:r>
              <a:rPr sz="2400" spc="-10" dirty="0">
                <a:latin typeface="Rockwell"/>
                <a:cs typeface="Rockwell"/>
              </a:rPr>
              <a:t>c</a:t>
            </a:r>
            <a:r>
              <a:rPr sz="2400" spc="-20" dirty="0">
                <a:latin typeface="Rockwell"/>
                <a:cs typeface="Rockwell"/>
              </a:rPr>
              <a:t>e</a:t>
            </a:r>
            <a:r>
              <a:rPr sz="2400" spc="-10" dirty="0">
                <a:latin typeface="Rockwell"/>
                <a:cs typeface="Rockwell"/>
              </a:rPr>
              <a:t>ssary</a:t>
            </a:r>
            <a:r>
              <a:rPr sz="2400" b="0" dirty="0">
                <a:latin typeface="Rockwell"/>
                <a:cs typeface="Rockwell"/>
              </a:rPr>
              <a:t> </a:t>
            </a:r>
            <a:r>
              <a:rPr sz="2400" spc="-10" dirty="0">
                <a:latin typeface="Rockwell"/>
                <a:cs typeface="Rockwell"/>
              </a:rPr>
              <a:t>inf</a:t>
            </a:r>
            <a:r>
              <a:rPr sz="2400" spc="-20" dirty="0">
                <a:latin typeface="Rockwell"/>
                <a:cs typeface="Rockwell"/>
              </a:rPr>
              <a:t>or</a:t>
            </a:r>
            <a:r>
              <a:rPr sz="2400" spc="-15" dirty="0">
                <a:latin typeface="Rockwell"/>
                <a:cs typeface="Rockwell"/>
              </a:rPr>
              <a:t>matio</a:t>
            </a:r>
            <a:r>
              <a:rPr sz="2400" spc="-10" dirty="0">
                <a:latin typeface="Rockwell"/>
                <a:cs typeface="Rockwell"/>
              </a:rPr>
              <a:t>n</a:t>
            </a:r>
            <a:r>
              <a:rPr sz="2400" spc="-5" dirty="0">
                <a:latin typeface="Rockwell"/>
                <a:cs typeface="Rockwell"/>
              </a:rPr>
              <a:t> </a:t>
            </a:r>
            <a:r>
              <a:rPr sz="2400" spc="-10" dirty="0">
                <a:latin typeface="Rockwell"/>
                <a:cs typeface="Rockwell"/>
              </a:rPr>
              <a:t>to</a:t>
            </a:r>
            <a:r>
              <a:rPr sz="2400" spc="-5" dirty="0">
                <a:latin typeface="Rockwell"/>
                <a:cs typeface="Rockwell"/>
              </a:rPr>
              <a:t> </a:t>
            </a:r>
            <a:r>
              <a:rPr sz="2400" spc="-10" dirty="0">
                <a:latin typeface="Rockwell"/>
                <a:cs typeface="Rockwell"/>
              </a:rPr>
              <a:t>judge </a:t>
            </a:r>
            <a:r>
              <a:rPr sz="2400" spc="-5" dirty="0">
                <a:latin typeface="Rockwell"/>
                <a:cs typeface="Rockwell"/>
              </a:rPr>
              <a:t>if </a:t>
            </a:r>
            <a:r>
              <a:rPr sz="2400" spc="-15" dirty="0">
                <a:latin typeface="Rockwell"/>
                <a:cs typeface="Rockwell"/>
              </a:rPr>
              <a:t>th</a:t>
            </a:r>
            <a:r>
              <a:rPr sz="2400" spc="-10" dirty="0">
                <a:latin typeface="Rockwell"/>
                <a:cs typeface="Rockwell"/>
              </a:rPr>
              <a:t>e</a:t>
            </a:r>
            <a:r>
              <a:rPr sz="2400" spc="-5" dirty="0">
                <a:latin typeface="Rockwell"/>
                <a:cs typeface="Rockwell"/>
              </a:rPr>
              <a:t> </a:t>
            </a:r>
            <a:r>
              <a:rPr sz="2400" spc="-10" dirty="0">
                <a:latin typeface="Rockwell"/>
                <a:cs typeface="Rockwell"/>
              </a:rPr>
              <a:t>p</a:t>
            </a:r>
            <a:r>
              <a:rPr sz="2400" spc="-20" dirty="0">
                <a:latin typeface="Rockwell"/>
                <a:cs typeface="Rockwell"/>
              </a:rPr>
              <a:t>r</a:t>
            </a:r>
            <a:r>
              <a:rPr sz="2400" spc="-15" dirty="0">
                <a:latin typeface="Rockwell"/>
                <a:cs typeface="Rockwell"/>
              </a:rPr>
              <a:t>oj</a:t>
            </a:r>
            <a:r>
              <a:rPr sz="2400" spc="-20" dirty="0">
                <a:latin typeface="Rockwell"/>
                <a:cs typeface="Rockwell"/>
              </a:rPr>
              <a:t>e</a:t>
            </a:r>
            <a:r>
              <a:rPr sz="2400" spc="-10" dirty="0">
                <a:latin typeface="Rockwell"/>
                <a:cs typeface="Rockwell"/>
              </a:rPr>
              <a:t>ct</a:t>
            </a:r>
            <a:r>
              <a:rPr sz="2400" spc="10" dirty="0">
                <a:latin typeface="Rockwell"/>
                <a:cs typeface="Rockwell"/>
              </a:rPr>
              <a:t> </a:t>
            </a:r>
            <a:r>
              <a:rPr sz="2400" spc="-10" dirty="0">
                <a:latin typeface="Rockwell"/>
                <a:cs typeface="Rockwell"/>
              </a:rPr>
              <a:t>is</a:t>
            </a:r>
            <a:r>
              <a:rPr sz="2400" spc="-5" dirty="0">
                <a:latin typeface="Rockwell"/>
                <a:cs typeface="Rockwell"/>
              </a:rPr>
              <a:t> </a:t>
            </a:r>
            <a:r>
              <a:rPr sz="2400" spc="-15" dirty="0">
                <a:latin typeface="Rockwell"/>
                <a:cs typeface="Rockwell"/>
              </a:rPr>
              <a:t>wo</a:t>
            </a:r>
            <a:r>
              <a:rPr sz="2400" spc="-20" dirty="0">
                <a:latin typeface="Rockwell"/>
                <a:cs typeface="Rockwell"/>
              </a:rPr>
              <a:t>r</a:t>
            </a:r>
            <a:r>
              <a:rPr sz="2400" spc="-5" dirty="0">
                <a:latin typeface="Rockwell"/>
                <a:cs typeface="Rockwell"/>
              </a:rPr>
              <a:t>t</a:t>
            </a:r>
            <a:r>
              <a:rPr sz="2400" spc="-20" dirty="0">
                <a:latin typeface="Rockwell"/>
                <a:cs typeface="Rockwell"/>
              </a:rPr>
              <a:t>h</a:t>
            </a:r>
            <a:r>
              <a:rPr sz="2400" spc="-10" dirty="0">
                <a:latin typeface="Rockwell"/>
                <a:cs typeface="Rockwell"/>
              </a:rPr>
              <a:t>while.</a:t>
            </a:r>
            <a:r>
              <a:rPr sz="2400" spc="-5" dirty="0">
                <a:latin typeface="Rockwell"/>
                <a:cs typeface="Rockwell"/>
              </a:rPr>
              <a:t> </a:t>
            </a:r>
            <a:r>
              <a:rPr sz="2400" spc="-20" dirty="0">
                <a:latin typeface="Rockwell"/>
                <a:cs typeface="Rockwell"/>
              </a:rPr>
              <a:t>T</a:t>
            </a:r>
            <a:r>
              <a:rPr sz="2400" spc="-15" dirty="0">
                <a:latin typeface="Rockwell"/>
                <a:cs typeface="Rockwell"/>
              </a:rPr>
              <a:t>h</a:t>
            </a:r>
            <a:r>
              <a:rPr sz="2400" spc="-20" dirty="0">
                <a:latin typeface="Rockwell"/>
                <a:cs typeface="Rockwell"/>
              </a:rPr>
              <a:t>e</a:t>
            </a:r>
            <a:r>
              <a:rPr sz="2400" spc="-10" dirty="0">
                <a:latin typeface="Rockwell"/>
                <a:cs typeface="Rockwell"/>
              </a:rPr>
              <a:t>y</a:t>
            </a:r>
            <a:r>
              <a:rPr sz="2400" spc="5" dirty="0">
                <a:latin typeface="Rockwell"/>
                <a:cs typeface="Rockwell"/>
              </a:rPr>
              <a:t> </a:t>
            </a:r>
            <a:r>
              <a:rPr sz="2400" spc="-10" dirty="0">
                <a:latin typeface="Rockwell"/>
                <a:cs typeface="Rockwell"/>
              </a:rPr>
              <a:t>use </a:t>
            </a:r>
            <a:r>
              <a:rPr sz="2400" spc="-5" dirty="0">
                <a:latin typeface="Rockwell"/>
                <a:cs typeface="Rockwell"/>
              </a:rPr>
              <a:t>t</a:t>
            </a:r>
            <a:r>
              <a:rPr sz="2400" spc="-20" dirty="0">
                <a:latin typeface="Rockwell"/>
                <a:cs typeface="Rockwell"/>
              </a:rPr>
              <a:t>h</a:t>
            </a:r>
            <a:r>
              <a:rPr sz="2400" spc="-10" dirty="0">
                <a:latin typeface="Rockwell"/>
                <a:cs typeface="Rockwell"/>
              </a:rPr>
              <a:t>e</a:t>
            </a:r>
            <a:r>
              <a:rPr sz="2400" spc="-5" dirty="0">
                <a:latin typeface="Rockwell"/>
                <a:cs typeface="Rockwell"/>
              </a:rPr>
              <a:t> </a:t>
            </a:r>
            <a:r>
              <a:rPr sz="2400" spc="-15" dirty="0">
                <a:solidFill>
                  <a:schemeClr val="accent2"/>
                </a:solidFill>
                <a:latin typeface="Rockwell"/>
                <a:cs typeface="Rockwell"/>
              </a:rPr>
              <a:t>P</a:t>
            </a:r>
            <a:r>
              <a:rPr sz="2400" spc="-20" dirty="0">
                <a:solidFill>
                  <a:schemeClr val="accent2"/>
                </a:solidFill>
                <a:latin typeface="Rockwell"/>
                <a:cs typeface="Rockwell"/>
              </a:rPr>
              <a:t>r</a:t>
            </a:r>
            <a:r>
              <a:rPr sz="2400" spc="-15" dirty="0">
                <a:solidFill>
                  <a:schemeClr val="accent2"/>
                </a:solidFill>
                <a:latin typeface="Rockwell"/>
                <a:cs typeface="Rockwell"/>
              </a:rPr>
              <a:t>oj</a:t>
            </a:r>
            <a:r>
              <a:rPr sz="2400" spc="-20" dirty="0">
                <a:solidFill>
                  <a:schemeClr val="accent2"/>
                </a:solidFill>
                <a:latin typeface="Rockwell"/>
                <a:cs typeface="Rockwell"/>
              </a:rPr>
              <a:t>e</a:t>
            </a:r>
            <a:r>
              <a:rPr sz="2400" spc="-10" dirty="0">
                <a:solidFill>
                  <a:schemeClr val="accent2"/>
                </a:solidFill>
                <a:latin typeface="Rockwell"/>
                <a:cs typeface="Rockwell"/>
              </a:rPr>
              <a:t>ct</a:t>
            </a:r>
            <a:r>
              <a:rPr sz="2400" spc="10" dirty="0">
                <a:solidFill>
                  <a:schemeClr val="accent2"/>
                </a:solidFill>
                <a:latin typeface="Rockwell"/>
                <a:cs typeface="Rockwell"/>
              </a:rPr>
              <a:t> </a:t>
            </a:r>
            <a:r>
              <a:rPr sz="2400" spc="-10" dirty="0">
                <a:solidFill>
                  <a:schemeClr val="accent2"/>
                </a:solidFill>
                <a:latin typeface="Rockwell"/>
                <a:cs typeface="Rockwell"/>
              </a:rPr>
              <a:t>Bri</a:t>
            </a:r>
            <a:r>
              <a:rPr sz="2400" spc="-20" dirty="0">
                <a:solidFill>
                  <a:schemeClr val="accent2"/>
                </a:solidFill>
                <a:latin typeface="Rockwell"/>
                <a:cs typeface="Rockwell"/>
              </a:rPr>
              <a:t>e</a:t>
            </a:r>
            <a:r>
              <a:rPr sz="2400" spc="-5" dirty="0">
                <a:solidFill>
                  <a:schemeClr val="accent2"/>
                </a:solidFill>
                <a:latin typeface="Rockwell"/>
                <a:cs typeface="Rockwell"/>
              </a:rPr>
              <a:t>f</a:t>
            </a:r>
            <a:r>
              <a:rPr sz="2400" spc="-5" dirty="0">
                <a:latin typeface="Rockwell"/>
                <a:cs typeface="Rockwell"/>
              </a:rPr>
              <a:t>,</a:t>
            </a:r>
            <a:r>
              <a:rPr sz="2400" spc="-10" dirty="0">
                <a:latin typeface="Rockwell"/>
                <a:cs typeface="Rockwell"/>
              </a:rPr>
              <a:t> w</a:t>
            </a:r>
            <a:r>
              <a:rPr sz="2400" spc="-15" dirty="0">
                <a:latin typeface="Rockwell"/>
                <a:cs typeface="Rockwell"/>
              </a:rPr>
              <a:t>hic</a:t>
            </a:r>
            <a:r>
              <a:rPr sz="2400" spc="-10" dirty="0">
                <a:latin typeface="Rockwell"/>
                <a:cs typeface="Rockwell"/>
              </a:rPr>
              <a:t>h will</a:t>
            </a:r>
            <a:r>
              <a:rPr sz="2400" spc="-15" dirty="0">
                <a:latin typeface="Rockwell"/>
                <a:cs typeface="Rockwell"/>
              </a:rPr>
              <a:t> </a:t>
            </a:r>
            <a:r>
              <a:rPr sz="2400" spc="-10" dirty="0">
                <a:latin typeface="Rockwell"/>
                <a:cs typeface="Rockwell"/>
              </a:rPr>
              <a:t>c</a:t>
            </a:r>
            <a:r>
              <a:rPr sz="2400" spc="-20" dirty="0">
                <a:latin typeface="Rockwell"/>
                <a:cs typeface="Rockwell"/>
              </a:rPr>
              <a:t>o</a:t>
            </a:r>
            <a:r>
              <a:rPr sz="2400" spc="-15" dirty="0">
                <a:latin typeface="Rockwell"/>
                <a:cs typeface="Rockwell"/>
              </a:rPr>
              <a:t>ntai</a:t>
            </a:r>
            <a:r>
              <a:rPr sz="2400" spc="-10" dirty="0">
                <a:latin typeface="Rockwell"/>
                <a:cs typeface="Rockwell"/>
              </a:rPr>
              <a:t>n</a:t>
            </a:r>
            <a:r>
              <a:rPr sz="2400" spc="5" dirty="0">
                <a:latin typeface="Rockwell"/>
                <a:cs typeface="Rockwell"/>
              </a:rPr>
              <a:t> </a:t>
            </a:r>
            <a:r>
              <a:rPr sz="2400" spc="-10" dirty="0">
                <a:latin typeface="Rockwell"/>
                <a:cs typeface="Rockwell"/>
              </a:rPr>
              <a:t>info</a:t>
            </a:r>
            <a:r>
              <a:rPr sz="2400" spc="-20" dirty="0">
                <a:latin typeface="Rockwell"/>
                <a:cs typeface="Rockwell"/>
              </a:rPr>
              <a:t>r</a:t>
            </a:r>
            <a:r>
              <a:rPr sz="2400" spc="-15" dirty="0">
                <a:latin typeface="Rockwell"/>
                <a:cs typeface="Rockwell"/>
              </a:rPr>
              <a:t>matio</a:t>
            </a:r>
            <a:r>
              <a:rPr sz="2400" spc="-10" dirty="0">
                <a:latin typeface="Rockwell"/>
                <a:cs typeface="Rockwell"/>
              </a:rPr>
              <a:t>n</a:t>
            </a:r>
            <a:r>
              <a:rPr sz="2400" spc="5" dirty="0">
                <a:latin typeface="Rockwell"/>
                <a:cs typeface="Rockwell"/>
              </a:rPr>
              <a:t> </a:t>
            </a:r>
            <a:r>
              <a:rPr sz="2400" spc="-15" dirty="0">
                <a:latin typeface="Rockwell"/>
                <a:cs typeface="Rockwell"/>
              </a:rPr>
              <a:t>o</a:t>
            </a:r>
            <a:r>
              <a:rPr sz="2400" spc="-10" dirty="0">
                <a:latin typeface="Rockwell"/>
                <a:cs typeface="Rockwell"/>
              </a:rPr>
              <a:t>n </a:t>
            </a:r>
            <a:r>
              <a:rPr sz="2400" spc="-15" dirty="0">
                <a:latin typeface="Rockwell"/>
                <a:cs typeface="Rockwell"/>
              </a:rPr>
              <a:t>th</a:t>
            </a:r>
            <a:r>
              <a:rPr sz="2400" spc="-10" dirty="0">
                <a:latin typeface="Rockwell"/>
                <a:cs typeface="Rockwell"/>
              </a:rPr>
              <a:t>e</a:t>
            </a:r>
            <a:r>
              <a:rPr sz="2400" b="0" dirty="0">
                <a:latin typeface="Rockwell"/>
                <a:cs typeface="Rockwell"/>
              </a:rPr>
              <a:t> </a:t>
            </a:r>
            <a:r>
              <a:rPr sz="2400" spc="-10" dirty="0">
                <a:latin typeface="Rockwell"/>
                <a:cs typeface="Rockwell"/>
              </a:rPr>
              <a:t>Business</a:t>
            </a:r>
            <a:r>
              <a:rPr sz="2400" spc="15" dirty="0">
                <a:latin typeface="Rockwell"/>
                <a:cs typeface="Rockwell"/>
              </a:rPr>
              <a:t> </a:t>
            </a:r>
            <a:r>
              <a:rPr sz="2400" spc="-10" dirty="0">
                <a:latin typeface="Rockwell"/>
                <a:cs typeface="Rockwell"/>
              </a:rPr>
              <a:t>Case.</a:t>
            </a:r>
            <a:r>
              <a:rPr sz="2400" spc="-5" dirty="0">
                <a:latin typeface="Rockwell"/>
                <a:cs typeface="Rockwell"/>
              </a:rPr>
              <a:t> </a:t>
            </a:r>
            <a:r>
              <a:rPr sz="2400" spc="-15" dirty="0">
                <a:latin typeface="Rockwell"/>
                <a:cs typeface="Rockwell"/>
              </a:rPr>
              <a:t>Anot</a:t>
            </a:r>
            <a:r>
              <a:rPr sz="2400" spc="-20" dirty="0">
                <a:latin typeface="Rockwell"/>
                <a:cs typeface="Rockwell"/>
              </a:rPr>
              <a:t>h</a:t>
            </a:r>
            <a:r>
              <a:rPr sz="2400" spc="-15" dirty="0">
                <a:latin typeface="Rockwell"/>
                <a:cs typeface="Rockwell"/>
              </a:rPr>
              <a:t>e</a:t>
            </a:r>
            <a:r>
              <a:rPr sz="2400" spc="-10" dirty="0">
                <a:latin typeface="Rockwell"/>
                <a:cs typeface="Rockwell"/>
              </a:rPr>
              <a:t>r</a:t>
            </a:r>
            <a:r>
              <a:rPr sz="2400" spc="-5" dirty="0">
                <a:latin typeface="Rockwell"/>
                <a:cs typeface="Rockwell"/>
              </a:rPr>
              <a:t> </a:t>
            </a:r>
            <a:r>
              <a:rPr sz="2400" spc="-10" dirty="0">
                <a:latin typeface="Rockwell"/>
                <a:cs typeface="Rockwell"/>
              </a:rPr>
              <a:t>impo</a:t>
            </a:r>
            <a:r>
              <a:rPr sz="2400" spc="-20" dirty="0">
                <a:latin typeface="Rockwell"/>
                <a:cs typeface="Rockwell"/>
              </a:rPr>
              <a:t>r</a:t>
            </a:r>
            <a:r>
              <a:rPr sz="2400" spc="-10" dirty="0">
                <a:latin typeface="Rockwell"/>
                <a:cs typeface="Rockwell"/>
              </a:rPr>
              <a:t>tant</a:t>
            </a:r>
            <a:r>
              <a:rPr sz="2400" spc="15" dirty="0">
                <a:latin typeface="Rockwell"/>
                <a:cs typeface="Rockwell"/>
              </a:rPr>
              <a:t> </a:t>
            </a:r>
            <a:r>
              <a:rPr sz="2400" spc="-10" dirty="0">
                <a:latin typeface="Rockwell"/>
                <a:cs typeface="Rockwell"/>
              </a:rPr>
              <a:t>pu</a:t>
            </a:r>
            <a:r>
              <a:rPr sz="2400" spc="-15" dirty="0">
                <a:latin typeface="Rockwell"/>
                <a:cs typeface="Rockwell"/>
              </a:rPr>
              <a:t>r</a:t>
            </a:r>
            <a:r>
              <a:rPr sz="2400" spc="-10" dirty="0">
                <a:latin typeface="Rockwell"/>
                <a:cs typeface="Rockwell"/>
              </a:rPr>
              <a:t>pose</a:t>
            </a:r>
            <a:r>
              <a:rPr sz="2400" spc="10" dirty="0">
                <a:latin typeface="Rockwell"/>
                <a:cs typeface="Rockwell"/>
              </a:rPr>
              <a:t> </a:t>
            </a:r>
            <a:r>
              <a:rPr sz="2400" spc="-15" dirty="0">
                <a:latin typeface="Rockwell"/>
                <a:cs typeface="Rockwell"/>
              </a:rPr>
              <a:t>of</a:t>
            </a:r>
            <a:r>
              <a:rPr sz="2400" spc="-10" dirty="0">
                <a:latin typeface="Rockwell"/>
                <a:cs typeface="Rockwell"/>
              </a:rPr>
              <a:t>  the Starting</a:t>
            </a:r>
            <a:r>
              <a:rPr sz="2400" b="0" dirty="0">
                <a:latin typeface="Rockwell"/>
                <a:cs typeface="Rockwell"/>
              </a:rPr>
              <a:t> </a:t>
            </a:r>
            <a:r>
              <a:rPr sz="2400" spc="-15" dirty="0">
                <a:latin typeface="Rockwell"/>
                <a:cs typeface="Rockwell"/>
              </a:rPr>
              <a:t>Up</a:t>
            </a:r>
            <a:r>
              <a:rPr sz="2400" spc="15" dirty="0">
                <a:latin typeface="Rockwell"/>
                <a:cs typeface="Rockwell"/>
              </a:rPr>
              <a:t> </a:t>
            </a:r>
            <a:r>
              <a:rPr sz="2400" spc="-10" dirty="0">
                <a:latin typeface="Rockwell"/>
                <a:cs typeface="Rockwell"/>
              </a:rPr>
              <a:t>a</a:t>
            </a:r>
            <a:r>
              <a:rPr sz="2400" spc="-5" dirty="0">
                <a:latin typeface="Rockwell"/>
                <a:cs typeface="Rockwell"/>
              </a:rPr>
              <a:t> </a:t>
            </a:r>
            <a:r>
              <a:rPr sz="2400" spc="-15" dirty="0">
                <a:latin typeface="Rockwell"/>
                <a:cs typeface="Rockwell"/>
              </a:rPr>
              <a:t>P</a:t>
            </a:r>
            <a:r>
              <a:rPr sz="2400" spc="-20" dirty="0">
                <a:latin typeface="Rockwell"/>
                <a:cs typeface="Rockwell"/>
              </a:rPr>
              <a:t>r</a:t>
            </a:r>
            <a:r>
              <a:rPr sz="2400" spc="-15" dirty="0">
                <a:latin typeface="Rockwell"/>
                <a:cs typeface="Rockwell"/>
              </a:rPr>
              <a:t>oje</a:t>
            </a:r>
            <a:r>
              <a:rPr sz="2400" spc="-20" dirty="0">
                <a:latin typeface="Rockwell"/>
                <a:cs typeface="Rockwell"/>
              </a:rPr>
              <a:t>c</a:t>
            </a:r>
            <a:r>
              <a:rPr sz="2400" spc="-5" dirty="0">
                <a:latin typeface="Rockwell"/>
                <a:cs typeface="Rockwell"/>
              </a:rPr>
              <a:t>t</a:t>
            </a:r>
            <a:r>
              <a:rPr sz="2400" spc="15" dirty="0">
                <a:latin typeface="Rockwell"/>
                <a:cs typeface="Rockwell"/>
              </a:rPr>
              <a:t> </a:t>
            </a:r>
            <a:r>
              <a:rPr sz="2400" spc="-10" dirty="0">
                <a:latin typeface="Rockwell"/>
                <a:cs typeface="Rockwell"/>
              </a:rPr>
              <a:t>p</a:t>
            </a:r>
            <a:r>
              <a:rPr sz="2400" spc="-20" dirty="0">
                <a:latin typeface="Rockwell"/>
                <a:cs typeface="Rockwell"/>
              </a:rPr>
              <a:t>r</a:t>
            </a:r>
            <a:r>
              <a:rPr sz="2400" spc="-15" dirty="0">
                <a:latin typeface="Rockwell"/>
                <a:cs typeface="Rockwell"/>
              </a:rPr>
              <a:t>o</a:t>
            </a:r>
            <a:r>
              <a:rPr sz="2400" spc="-20" dirty="0">
                <a:latin typeface="Rockwell"/>
                <a:cs typeface="Rockwell"/>
              </a:rPr>
              <a:t>c</a:t>
            </a:r>
            <a:r>
              <a:rPr sz="2400" spc="-15" dirty="0">
                <a:latin typeface="Rockwell"/>
                <a:cs typeface="Rockwell"/>
              </a:rPr>
              <a:t>es</a:t>
            </a:r>
            <a:r>
              <a:rPr sz="2400" spc="-10" dirty="0">
                <a:latin typeface="Rockwell"/>
                <a:cs typeface="Rockwell"/>
              </a:rPr>
              <a:t>s</a:t>
            </a:r>
            <a:r>
              <a:rPr sz="2400" spc="15" dirty="0">
                <a:latin typeface="Rockwell"/>
                <a:cs typeface="Rockwell"/>
              </a:rPr>
              <a:t> </a:t>
            </a:r>
            <a:r>
              <a:rPr sz="2400" spc="-10" dirty="0">
                <a:latin typeface="Rockwell"/>
                <a:cs typeface="Rockwell"/>
              </a:rPr>
              <a:t>is</a:t>
            </a:r>
            <a:r>
              <a:rPr sz="2400" spc="10" dirty="0">
                <a:latin typeface="Rockwell"/>
                <a:cs typeface="Rockwell"/>
              </a:rPr>
              <a:t> </a:t>
            </a:r>
            <a:r>
              <a:rPr sz="2400" spc="-10" dirty="0">
                <a:latin typeface="Rockwell"/>
                <a:cs typeface="Rockwell"/>
              </a:rPr>
              <a:t>to</a:t>
            </a:r>
            <a:r>
              <a:rPr sz="2400" spc="-5" dirty="0">
                <a:latin typeface="Rockwell"/>
                <a:cs typeface="Rockwell"/>
              </a:rPr>
              <a:t> </a:t>
            </a:r>
            <a:r>
              <a:rPr sz="2400" spc="-10" dirty="0">
                <a:latin typeface="Rockwell"/>
                <a:cs typeface="Rockwell"/>
              </a:rPr>
              <a:t>pr</a:t>
            </a:r>
            <a:r>
              <a:rPr sz="2400" spc="-20" dirty="0">
                <a:latin typeface="Rockwell"/>
                <a:cs typeface="Rockwell"/>
              </a:rPr>
              <a:t>e</a:t>
            </a:r>
            <a:r>
              <a:rPr sz="2400" spc="-10" dirty="0">
                <a:latin typeface="Rockwell"/>
                <a:cs typeface="Rockwell"/>
              </a:rPr>
              <a:t>ve</a:t>
            </a:r>
            <a:r>
              <a:rPr sz="2400" spc="-20" dirty="0">
                <a:latin typeface="Rockwell"/>
                <a:cs typeface="Rockwell"/>
              </a:rPr>
              <a:t>n</a:t>
            </a:r>
            <a:r>
              <a:rPr sz="2400" spc="-5" dirty="0">
                <a:latin typeface="Rockwell"/>
                <a:cs typeface="Rockwell"/>
              </a:rPr>
              <a:t>t</a:t>
            </a:r>
            <a:r>
              <a:rPr sz="2400" b="0" dirty="0">
                <a:latin typeface="Rockwell"/>
                <a:cs typeface="Rockwell"/>
              </a:rPr>
              <a:t> </a:t>
            </a:r>
            <a:r>
              <a:rPr sz="2400" spc="-10" dirty="0">
                <a:latin typeface="Rockwell"/>
                <a:cs typeface="Rockwell"/>
              </a:rPr>
              <a:t>po</a:t>
            </a:r>
            <a:r>
              <a:rPr sz="2400" spc="-20" dirty="0">
                <a:latin typeface="Rockwell"/>
                <a:cs typeface="Rockwell"/>
              </a:rPr>
              <a:t>o</a:t>
            </a:r>
            <a:r>
              <a:rPr sz="2400" spc="-10" dirty="0">
                <a:latin typeface="Rockwell"/>
                <a:cs typeface="Rockwell"/>
              </a:rPr>
              <a:t>r</a:t>
            </a:r>
            <a:r>
              <a:rPr sz="2400" b="0" dirty="0">
                <a:latin typeface="Rockwell"/>
                <a:cs typeface="Rockwell"/>
              </a:rPr>
              <a:t> </a:t>
            </a:r>
            <a:r>
              <a:rPr sz="2400" spc="-10" dirty="0">
                <a:latin typeface="Rockwell"/>
                <a:cs typeface="Rockwell"/>
              </a:rPr>
              <a:t>p</a:t>
            </a:r>
            <a:r>
              <a:rPr sz="2400" spc="-20" dirty="0">
                <a:latin typeface="Rockwell"/>
                <a:cs typeface="Rockwell"/>
              </a:rPr>
              <a:t>r</a:t>
            </a:r>
            <a:r>
              <a:rPr sz="2400" spc="-15" dirty="0">
                <a:latin typeface="Rockwell"/>
                <a:cs typeface="Rockwell"/>
              </a:rPr>
              <a:t>oje</a:t>
            </a:r>
            <a:r>
              <a:rPr sz="2400" spc="-20" dirty="0">
                <a:latin typeface="Rockwell"/>
                <a:cs typeface="Rockwell"/>
              </a:rPr>
              <a:t>c</a:t>
            </a:r>
            <a:r>
              <a:rPr sz="2400" spc="-10" dirty="0">
                <a:latin typeface="Rockwell"/>
                <a:cs typeface="Rockwell"/>
              </a:rPr>
              <a:t>ts</a:t>
            </a:r>
            <a:r>
              <a:rPr sz="2400" spc="15" dirty="0">
                <a:latin typeface="Rockwell"/>
                <a:cs typeface="Rockwell"/>
              </a:rPr>
              <a:t> </a:t>
            </a:r>
            <a:r>
              <a:rPr sz="2400" spc="-10" dirty="0">
                <a:latin typeface="Rockwell"/>
                <a:cs typeface="Rockwell"/>
              </a:rPr>
              <a:t>fr</a:t>
            </a:r>
            <a:r>
              <a:rPr sz="2400" spc="-20" dirty="0">
                <a:latin typeface="Rockwell"/>
                <a:cs typeface="Rockwell"/>
              </a:rPr>
              <a:t>o</a:t>
            </a:r>
            <a:r>
              <a:rPr sz="2400" spc="-15" dirty="0">
                <a:latin typeface="Rockwell"/>
                <a:cs typeface="Rockwell"/>
              </a:rPr>
              <a:t>m</a:t>
            </a:r>
            <a:r>
              <a:rPr sz="2400" spc="5" dirty="0">
                <a:latin typeface="Rockwell"/>
                <a:cs typeface="Rockwell"/>
              </a:rPr>
              <a:t> </a:t>
            </a:r>
            <a:r>
              <a:rPr sz="2400" spc="-10" dirty="0">
                <a:latin typeface="Rockwell"/>
                <a:cs typeface="Rockwell"/>
              </a:rPr>
              <a:t>starting</a:t>
            </a:r>
            <a:r>
              <a:rPr sz="2400" spc="10" dirty="0">
                <a:latin typeface="Rockwell"/>
                <a:cs typeface="Rockwell"/>
              </a:rPr>
              <a:t> </a:t>
            </a:r>
            <a:r>
              <a:rPr sz="2400" spc="-10" dirty="0">
                <a:latin typeface="Rockwell"/>
                <a:cs typeface="Rockwell"/>
              </a:rPr>
              <a:t>up.</a:t>
            </a:r>
          </a:p>
          <a:p>
            <a:pPr>
              <a:lnSpc>
                <a:spcPct val="100000"/>
              </a:lnSpc>
              <a:spcBef>
                <a:spcPts val="43"/>
              </a:spcBef>
              <a:buClr>
                <a:srgbClr val="292929"/>
              </a:buClr>
              <a:buFont typeface="Wingdings"/>
              <a:buChar char=""/>
            </a:pPr>
            <a:endParaRPr sz="2000" dirty="0">
              <a:latin typeface="Times New Roman"/>
              <a:cs typeface="Times New Roman"/>
            </a:endParaRPr>
          </a:p>
          <a:p>
            <a:pPr marL="355600" marR="177800" indent="-342900">
              <a:lnSpc>
                <a:spcPct val="100000"/>
              </a:lnSpc>
              <a:buClr>
                <a:srgbClr val="292929"/>
              </a:buClr>
              <a:buFont typeface="Wingdings"/>
              <a:buChar char=""/>
              <a:tabLst>
                <a:tab pos="355600" algn="l"/>
              </a:tabLst>
            </a:pPr>
            <a:r>
              <a:rPr sz="2400" spc="-10" dirty="0">
                <a:latin typeface="Rockwell"/>
                <a:cs typeface="Rockwell"/>
              </a:rPr>
              <a:t>T</a:t>
            </a:r>
            <a:r>
              <a:rPr sz="2400" spc="-15" dirty="0">
                <a:latin typeface="Rockwell"/>
                <a:cs typeface="Rockwell"/>
              </a:rPr>
              <a:t>h</a:t>
            </a:r>
            <a:r>
              <a:rPr sz="2400" spc="-10" dirty="0">
                <a:latin typeface="Rockwell"/>
                <a:cs typeface="Rockwell"/>
              </a:rPr>
              <a:t>is</a:t>
            </a:r>
            <a:r>
              <a:rPr sz="2400" spc="-15" dirty="0">
                <a:latin typeface="Rockwell"/>
                <a:cs typeface="Rockwell"/>
              </a:rPr>
              <a:t> </a:t>
            </a:r>
            <a:r>
              <a:rPr sz="2400" spc="-10" dirty="0">
                <a:latin typeface="Rockwell"/>
                <a:cs typeface="Rockwell"/>
              </a:rPr>
              <a:t>p</a:t>
            </a:r>
            <a:r>
              <a:rPr sz="2400" spc="-20" dirty="0">
                <a:latin typeface="Rockwell"/>
                <a:cs typeface="Rockwell"/>
              </a:rPr>
              <a:t>r</a:t>
            </a:r>
            <a:r>
              <a:rPr sz="2400" spc="-10" dirty="0">
                <a:latin typeface="Rockwell"/>
                <a:cs typeface="Rockwell"/>
              </a:rPr>
              <a:t>o</a:t>
            </a:r>
            <a:r>
              <a:rPr sz="2400" spc="-20" dirty="0">
                <a:latin typeface="Rockwell"/>
                <a:cs typeface="Rockwell"/>
              </a:rPr>
              <a:t>c</a:t>
            </a:r>
            <a:r>
              <a:rPr sz="2400" spc="-10" dirty="0">
                <a:latin typeface="Rockwell"/>
                <a:cs typeface="Rockwell"/>
              </a:rPr>
              <a:t>ess</a:t>
            </a:r>
            <a:r>
              <a:rPr sz="2400" spc="25" dirty="0">
                <a:latin typeface="Rockwell"/>
                <a:cs typeface="Rockwell"/>
              </a:rPr>
              <a:t> </a:t>
            </a:r>
            <a:r>
              <a:rPr sz="2400" spc="-10" dirty="0">
                <a:latin typeface="Rockwell"/>
                <a:cs typeface="Rockwell"/>
              </a:rPr>
              <a:t>should</a:t>
            </a:r>
            <a:r>
              <a:rPr sz="2400" b="0" dirty="0">
                <a:latin typeface="Rockwell"/>
                <a:cs typeface="Rockwell"/>
              </a:rPr>
              <a:t> </a:t>
            </a:r>
            <a:r>
              <a:rPr sz="2400" spc="-10" dirty="0">
                <a:latin typeface="Rockwell"/>
                <a:cs typeface="Rockwell"/>
              </a:rPr>
              <a:t>be</a:t>
            </a:r>
            <a:r>
              <a:rPr sz="2400" spc="5" dirty="0">
                <a:latin typeface="Rockwell"/>
                <a:cs typeface="Rockwell"/>
              </a:rPr>
              <a:t> </a:t>
            </a:r>
            <a:r>
              <a:rPr sz="2400" spc="-10" dirty="0">
                <a:latin typeface="Rockwell"/>
                <a:cs typeface="Rockwell"/>
              </a:rPr>
              <a:t>bri</a:t>
            </a:r>
            <a:r>
              <a:rPr sz="2400" spc="-15" dirty="0">
                <a:latin typeface="Rockwell"/>
                <a:cs typeface="Rockwell"/>
              </a:rPr>
              <a:t>e</a:t>
            </a:r>
            <a:r>
              <a:rPr sz="2400" spc="-5" dirty="0">
                <a:latin typeface="Rockwell"/>
                <a:cs typeface="Rockwell"/>
              </a:rPr>
              <a:t>f;</a:t>
            </a:r>
            <a:r>
              <a:rPr sz="2400" spc="-15" dirty="0">
                <a:latin typeface="Rockwell"/>
                <a:cs typeface="Rockwell"/>
              </a:rPr>
              <a:t> </a:t>
            </a:r>
            <a:r>
              <a:rPr sz="2400" spc="-10" dirty="0">
                <a:latin typeface="Rockwell"/>
                <a:cs typeface="Rockwell"/>
              </a:rPr>
              <a:t>pe</a:t>
            </a:r>
            <a:r>
              <a:rPr sz="2400" spc="-20" dirty="0">
                <a:latin typeface="Rockwell"/>
                <a:cs typeface="Rockwell"/>
              </a:rPr>
              <a:t>r</a:t>
            </a:r>
            <a:r>
              <a:rPr sz="2400" spc="-10" dirty="0">
                <a:latin typeface="Rockwell"/>
                <a:cs typeface="Rockwell"/>
              </a:rPr>
              <a:t>haps</a:t>
            </a:r>
            <a:r>
              <a:rPr sz="2400" spc="15" dirty="0">
                <a:latin typeface="Rockwell"/>
                <a:cs typeface="Rockwell"/>
              </a:rPr>
              <a:t> </a:t>
            </a:r>
            <a:r>
              <a:rPr sz="2400" spc="-10" dirty="0">
                <a:latin typeface="Rockwell"/>
                <a:cs typeface="Rockwell"/>
              </a:rPr>
              <a:t>that’s</a:t>
            </a:r>
            <a:r>
              <a:rPr sz="2400" spc="5" dirty="0">
                <a:latin typeface="Rockwell"/>
                <a:cs typeface="Rockwell"/>
              </a:rPr>
              <a:t> </a:t>
            </a:r>
            <a:r>
              <a:rPr sz="2400" spc="-15" dirty="0">
                <a:latin typeface="Rockwell"/>
                <a:cs typeface="Rockwell"/>
              </a:rPr>
              <a:t>wher</a:t>
            </a:r>
            <a:r>
              <a:rPr sz="2400" spc="-10" dirty="0">
                <a:latin typeface="Rockwell"/>
                <a:cs typeface="Rockwell"/>
              </a:rPr>
              <a:t>e</a:t>
            </a:r>
            <a:r>
              <a:rPr sz="2400" b="0" dirty="0">
                <a:latin typeface="Rockwell"/>
                <a:cs typeface="Rockwell"/>
              </a:rPr>
              <a:t> </a:t>
            </a:r>
            <a:r>
              <a:rPr sz="2400" spc="-15" dirty="0">
                <a:latin typeface="Rockwell"/>
                <a:cs typeface="Rockwell"/>
              </a:rPr>
              <a:t>we</a:t>
            </a:r>
            <a:r>
              <a:rPr sz="2400" b="0" dirty="0">
                <a:latin typeface="Rockwell"/>
                <a:cs typeface="Rockwell"/>
              </a:rPr>
              <a:t> </a:t>
            </a:r>
            <a:r>
              <a:rPr sz="2400" spc="-10" dirty="0">
                <a:latin typeface="Rockwell"/>
                <a:cs typeface="Rockwell"/>
              </a:rPr>
              <a:t>get</a:t>
            </a:r>
            <a:r>
              <a:rPr sz="2400" b="0" dirty="0">
                <a:latin typeface="Rockwell"/>
                <a:cs typeface="Rockwell"/>
              </a:rPr>
              <a:t> </a:t>
            </a:r>
            <a:r>
              <a:rPr sz="2400" spc="-10" dirty="0">
                <a:latin typeface="Rockwell"/>
                <a:cs typeface="Rockwell"/>
              </a:rPr>
              <a:t>the</a:t>
            </a:r>
            <a:r>
              <a:rPr sz="2400" b="0" dirty="0">
                <a:latin typeface="Rockwell"/>
                <a:cs typeface="Rockwell"/>
              </a:rPr>
              <a:t> </a:t>
            </a:r>
            <a:r>
              <a:rPr sz="2400" spc="-15" dirty="0">
                <a:latin typeface="Rockwell"/>
                <a:cs typeface="Rockwell"/>
              </a:rPr>
              <a:t>name</a:t>
            </a:r>
            <a:r>
              <a:rPr sz="2400" spc="5" dirty="0">
                <a:latin typeface="Rockwell"/>
                <a:cs typeface="Rockwell"/>
              </a:rPr>
              <a:t> </a:t>
            </a:r>
            <a:r>
              <a:rPr sz="2400" spc="-10" dirty="0">
                <a:latin typeface="Rockwell"/>
                <a:cs typeface="Rockwell"/>
              </a:rPr>
              <a:t>P</a:t>
            </a:r>
            <a:r>
              <a:rPr sz="2400" spc="-20" dirty="0">
                <a:latin typeface="Rockwell"/>
                <a:cs typeface="Rockwell"/>
              </a:rPr>
              <a:t>r</a:t>
            </a:r>
            <a:r>
              <a:rPr sz="2400" spc="-10" dirty="0">
                <a:latin typeface="Rockwell"/>
                <a:cs typeface="Rockwell"/>
              </a:rPr>
              <a:t>oje</a:t>
            </a:r>
            <a:r>
              <a:rPr sz="2400" spc="-20" dirty="0">
                <a:latin typeface="Rockwell"/>
                <a:cs typeface="Rockwell"/>
              </a:rPr>
              <a:t>c</a:t>
            </a:r>
            <a:r>
              <a:rPr sz="2400" spc="-5" dirty="0">
                <a:latin typeface="Rockwell"/>
                <a:cs typeface="Rockwell"/>
              </a:rPr>
              <a:t>t</a:t>
            </a:r>
            <a:r>
              <a:rPr sz="2400" spc="15" dirty="0">
                <a:latin typeface="Rockwell"/>
                <a:cs typeface="Rockwell"/>
              </a:rPr>
              <a:t> </a:t>
            </a:r>
            <a:r>
              <a:rPr sz="2400" spc="-10" dirty="0">
                <a:latin typeface="Rockwell"/>
                <a:cs typeface="Rockwell"/>
              </a:rPr>
              <a:t>B</a:t>
            </a:r>
            <a:r>
              <a:rPr sz="2400" spc="-15" dirty="0">
                <a:latin typeface="Rockwell"/>
                <a:cs typeface="Rockwell"/>
              </a:rPr>
              <a:t>r</a:t>
            </a:r>
            <a:r>
              <a:rPr sz="2400" spc="-10" dirty="0">
                <a:latin typeface="Rockwell"/>
                <a:cs typeface="Rockwell"/>
              </a:rPr>
              <a:t>ief.</a:t>
            </a:r>
            <a:r>
              <a:rPr sz="2400" spc="-15" dirty="0">
                <a:latin typeface="Rockwell"/>
                <a:cs typeface="Rockwell"/>
              </a:rPr>
              <a:t> </a:t>
            </a:r>
            <a:r>
              <a:rPr sz="2400" spc="-10" dirty="0">
                <a:latin typeface="Rockwell"/>
                <a:cs typeface="Rockwell"/>
              </a:rPr>
              <a:t>In</a:t>
            </a:r>
            <a:r>
              <a:rPr sz="2400" spc="-5" dirty="0">
                <a:latin typeface="Rockwell"/>
                <a:cs typeface="Rockwell"/>
              </a:rPr>
              <a:t> fa</a:t>
            </a:r>
            <a:r>
              <a:rPr sz="2400" spc="-10" dirty="0">
                <a:latin typeface="Rockwell"/>
                <a:cs typeface="Rockwell"/>
              </a:rPr>
              <a:t>ct</a:t>
            </a:r>
            <a:r>
              <a:rPr sz="2400" spc="-5" dirty="0">
                <a:latin typeface="Rockwell"/>
                <a:cs typeface="Rockwell"/>
              </a:rPr>
              <a:t>, t</a:t>
            </a:r>
            <a:r>
              <a:rPr sz="2400" spc="-20" dirty="0">
                <a:latin typeface="Rockwell"/>
                <a:cs typeface="Rockwell"/>
              </a:rPr>
              <a:t>h</a:t>
            </a:r>
            <a:r>
              <a:rPr sz="2400" spc="-10" dirty="0">
                <a:latin typeface="Rockwell"/>
                <a:cs typeface="Rockwell"/>
              </a:rPr>
              <a:t>e</a:t>
            </a:r>
            <a:r>
              <a:rPr sz="2400" b="0" dirty="0">
                <a:latin typeface="Rockwell"/>
                <a:cs typeface="Rockwell"/>
              </a:rPr>
              <a:t> </a:t>
            </a:r>
            <a:r>
              <a:rPr sz="2400" spc="-10" dirty="0">
                <a:latin typeface="Rockwell"/>
                <a:cs typeface="Rockwell"/>
              </a:rPr>
              <a:t>aim</a:t>
            </a:r>
            <a:r>
              <a:rPr sz="2400" spc="-5" dirty="0">
                <a:latin typeface="Rockwell"/>
                <a:cs typeface="Rockwell"/>
              </a:rPr>
              <a:t> </a:t>
            </a:r>
            <a:r>
              <a:rPr sz="2400" spc="-10" dirty="0">
                <a:latin typeface="Rockwell"/>
                <a:cs typeface="Rockwell"/>
              </a:rPr>
              <a:t>is</a:t>
            </a:r>
            <a:r>
              <a:rPr sz="2400" spc="-5" dirty="0">
                <a:latin typeface="Rockwell"/>
                <a:cs typeface="Rockwell"/>
              </a:rPr>
              <a:t> </a:t>
            </a:r>
            <a:r>
              <a:rPr sz="2400" spc="-10" dirty="0">
                <a:latin typeface="Rockwell"/>
                <a:cs typeface="Rockwell"/>
              </a:rPr>
              <a:t>to</a:t>
            </a:r>
            <a:r>
              <a:rPr sz="2400" b="0" dirty="0">
                <a:latin typeface="Rockwell"/>
                <a:cs typeface="Rockwell"/>
              </a:rPr>
              <a:t> </a:t>
            </a:r>
            <a:r>
              <a:rPr sz="2400" spc="-10" dirty="0">
                <a:latin typeface="Rockwell"/>
                <a:cs typeface="Rockwell"/>
              </a:rPr>
              <a:t>do</a:t>
            </a:r>
            <a:r>
              <a:rPr sz="2400" b="0" dirty="0">
                <a:latin typeface="Rockwell"/>
                <a:cs typeface="Rockwell"/>
              </a:rPr>
              <a:t> </a:t>
            </a:r>
            <a:r>
              <a:rPr sz="2400" spc="-10" dirty="0">
                <a:latin typeface="Rockwell"/>
                <a:cs typeface="Rockwell"/>
              </a:rPr>
              <a:t>the</a:t>
            </a:r>
            <a:r>
              <a:rPr sz="2400" spc="-5" dirty="0">
                <a:latin typeface="Rockwell"/>
                <a:cs typeface="Rockwell"/>
              </a:rPr>
              <a:t> </a:t>
            </a:r>
            <a:r>
              <a:rPr sz="2400" spc="-15" dirty="0">
                <a:latin typeface="Rockwell"/>
                <a:cs typeface="Rockwell"/>
              </a:rPr>
              <a:t>minimum</a:t>
            </a:r>
            <a:r>
              <a:rPr sz="2400" spc="10" dirty="0">
                <a:latin typeface="Rockwell"/>
                <a:cs typeface="Rockwell"/>
              </a:rPr>
              <a:t> </a:t>
            </a:r>
            <a:r>
              <a:rPr sz="2400" spc="-15" dirty="0">
                <a:latin typeface="Rockwell"/>
                <a:cs typeface="Rockwell"/>
              </a:rPr>
              <a:t>n</a:t>
            </a:r>
            <a:r>
              <a:rPr sz="2400" spc="-20" dirty="0">
                <a:latin typeface="Rockwell"/>
                <a:cs typeface="Rockwell"/>
              </a:rPr>
              <a:t>e</a:t>
            </a:r>
            <a:r>
              <a:rPr sz="2400" spc="-10" dirty="0">
                <a:latin typeface="Rockwell"/>
                <a:cs typeface="Rockwell"/>
              </a:rPr>
              <a:t>c</a:t>
            </a:r>
            <a:r>
              <a:rPr sz="2400" spc="-20" dirty="0">
                <a:latin typeface="Rockwell"/>
                <a:cs typeface="Rockwell"/>
              </a:rPr>
              <a:t>e</a:t>
            </a:r>
            <a:r>
              <a:rPr sz="2400" spc="-10" dirty="0">
                <a:latin typeface="Rockwell"/>
                <a:cs typeface="Rockwell"/>
              </a:rPr>
              <a:t>ss</a:t>
            </a:r>
            <a:r>
              <a:rPr sz="2400" spc="-5" dirty="0">
                <a:latin typeface="Rockwell"/>
                <a:cs typeface="Rockwell"/>
              </a:rPr>
              <a:t>a</a:t>
            </a:r>
            <a:r>
              <a:rPr sz="2400" spc="-15" dirty="0">
                <a:latin typeface="Rockwell"/>
                <a:cs typeface="Rockwell"/>
              </a:rPr>
              <a:t>r</a:t>
            </a:r>
            <a:r>
              <a:rPr sz="2400" spc="-10" dirty="0">
                <a:latin typeface="Rockwell"/>
                <a:cs typeface="Rockwell"/>
              </a:rPr>
              <a:t>y</a:t>
            </a:r>
            <a:r>
              <a:rPr sz="2400" spc="30" dirty="0">
                <a:latin typeface="Rockwell"/>
                <a:cs typeface="Rockwell"/>
              </a:rPr>
              <a:t> </a:t>
            </a:r>
            <a:r>
              <a:rPr sz="2400" spc="-10" dirty="0">
                <a:latin typeface="Rockwell"/>
                <a:cs typeface="Rockwell"/>
              </a:rPr>
              <a:t>just</a:t>
            </a:r>
            <a:r>
              <a:rPr sz="2400" spc="5" dirty="0">
                <a:latin typeface="Rockwell"/>
                <a:cs typeface="Rockwell"/>
              </a:rPr>
              <a:t> </a:t>
            </a:r>
            <a:r>
              <a:rPr sz="2400" spc="-10" dirty="0">
                <a:latin typeface="Rockwell"/>
                <a:cs typeface="Rockwell"/>
              </a:rPr>
              <a:t>to</a:t>
            </a:r>
            <a:r>
              <a:rPr sz="2400" spc="-5" dirty="0">
                <a:latin typeface="Rockwell"/>
                <a:cs typeface="Rockwell"/>
              </a:rPr>
              <a:t> </a:t>
            </a:r>
            <a:r>
              <a:rPr sz="2400" spc="-10" dirty="0">
                <a:latin typeface="Rockwell"/>
                <a:cs typeface="Rockwell"/>
              </a:rPr>
              <a:t>s</a:t>
            </a:r>
            <a:r>
              <a:rPr sz="2400" spc="-15" dirty="0">
                <a:latin typeface="Rockwell"/>
                <a:cs typeface="Rockwell"/>
              </a:rPr>
              <a:t>e</a:t>
            </a:r>
            <a:r>
              <a:rPr sz="2400" spc="-10" dirty="0">
                <a:latin typeface="Rockwell"/>
                <a:cs typeface="Rockwell"/>
              </a:rPr>
              <a:t>e</a:t>
            </a:r>
            <a:r>
              <a:rPr sz="2400" b="0" dirty="0">
                <a:latin typeface="Rockwell"/>
                <a:cs typeface="Rockwell"/>
              </a:rPr>
              <a:t> </a:t>
            </a:r>
            <a:r>
              <a:rPr sz="2400" spc="-5" dirty="0">
                <a:latin typeface="Rockwell"/>
                <a:cs typeface="Rockwell"/>
              </a:rPr>
              <a:t>if</a:t>
            </a:r>
            <a:r>
              <a:rPr sz="2400" spc="-15" dirty="0">
                <a:latin typeface="Rockwell"/>
                <a:cs typeface="Rockwell"/>
              </a:rPr>
              <a:t> </a:t>
            </a:r>
            <a:r>
              <a:rPr sz="2400" spc="-10" dirty="0">
                <a:latin typeface="Rockwell"/>
                <a:cs typeface="Rockwell"/>
              </a:rPr>
              <a:t>the</a:t>
            </a:r>
            <a:r>
              <a:rPr sz="2400" spc="-5" dirty="0">
                <a:latin typeface="Rockwell"/>
                <a:cs typeface="Rockwell"/>
              </a:rPr>
              <a:t> </a:t>
            </a:r>
            <a:r>
              <a:rPr sz="2400" spc="-10" dirty="0">
                <a:latin typeface="Rockwell"/>
                <a:cs typeface="Rockwell"/>
              </a:rPr>
              <a:t>p</a:t>
            </a:r>
            <a:r>
              <a:rPr sz="2400" spc="-20" dirty="0">
                <a:latin typeface="Rockwell"/>
                <a:cs typeface="Rockwell"/>
              </a:rPr>
              <a:t>r</a:t>
            </a:r>
            <a:r>
              <a:rPr sz="2400" spc="-15" dirty="0">
                <a:latin typeface="Rockwell"/>
                <a:cs typeface="Rockwell"/>
              </a:rPr>
              <a:t>oje</a:t>
            </a:r>
            <a:r>
              <a:rPr sz="2400" spc="-20" dirty="0">
                <a:latin typeface="Rockwell"/>
                <a:cs typeface="Rockwell"/>
              </a:rPr>
              <a:t>c</a:t>
            </a:r>
            <a:r>
              <a:rPr sz="2400" spc="-5" dirty="0">
                <a:latin typeface="Rockwell"/>
                <a:cs typeface="Rockwell"/>
              </a:rPr>
              <a:t>t</a:t>
            </a:r>
            <a:r>
              <a:rPr sz="2400" spc="15" dirty="0">
                <a:latin typeface="Rockwell"/>
                <a:cs typeface="Rockwell"/>
              </a:rPr>
              <a:t> </a:t>
            </a:r>
            <a:r>
              <a:rPr sz="2400" spc="-10" dirty="0">
                <a:latin typeface="Rockwell"/>
                <a:cs typeface="Rockwell"/>
              </a:rPr>
              <a:t>is</a:t>
            </a:r>
            <a:r>
              <a:rPr sz="2400" spc="-5" dirty="0">
                <a:latin typeface="Rockwell"/>
                <a:cs typeface="Rockwell"/>
              </a:rPr>
              <a:t> </a:t>
            </a:r>
            <a:r>
              <a:rPr sz="2400" spc="-15" dirty="0">
                <a:latin typeface="Rockwell"/>
                <a:cs typeface="Rockwell"/>
              </a:rPr>
              <a:t>wo</a:t>
            </a:r>
            <a:r>
              <a:rPr sz="2400" spc="-20" dirty="0">
                <a:latin typeface="Rockwell"/>
                <a:cs typeface="Rockwell"/>
              </a:rPr>
              <a:t>r</a:t>
            </a:r>
            <a:r>
              <a:rPr sz="2400" spc="-10" dirty="0">
                <a:latin typeface="Rockwell"/>
                <a:cs typeface="Rockwell"/>
              </a:rPr>
              <a:t>thwhile d</a:t>
            </a:r>
            <a:r>
              <a:rPr sz="2400" spc="-20" dirty="0">
                <a:latin typeface="Rockwell"/>
                <a:cs typeface="Rockwell"/>
              </a:rPr>
              <a:t>o</a:t>
            </a:r>
            <a:r>
              <a:rPr sz="2400" spc="-10" dirty="0">
                <a:latin typeface="Rockwell"/>
                <a:cs typeface="Rockwell"/>
              </a:rPr>
              <a:t>ing </a:t>
            </a:r>
            <a:r>
              <a:rPr sz="2400" spc="-15" dirty="0">
                <a:latin typeface="Rockwell"/>
                <a:cs typeface="Rockwell"/>
              </a:rPr>
              <a:t>th</a:t>
            </a:r>
            <a:r>
              <a:rPr sz="2400" spc="-10" dirty="0">
                <a:latin typeface="Rockwell"/>
                <a:cs typeface="Rockwell"/>
              </a:rPr>
              <a:t>e</a:t>
            </a:r>
            <a:r>
              <a:rPr sz="2400" spc="-5" dirty="0">
                <a:latin typeface="Rockwell"/>
                <a:cs typeface="Rockwell"/>
              </a:rPr>
              <a:t> </a:t>
            </a:r>
            <a:r>
              <a:rPr sz="2400" spc="-10" dirty="0">
                <a:latin typeface="Rockwell"/>
                <a:cs typeface="Rockwell"/>
              </a:rPr>
              <a:t>Initiation s</a:t>
            </a:r>
            <a:r>
              <a:rPr sz="2400" spc="-15" dirty="0">
                <a:latin typeface="Rockwell"/>
                <a:cs typeface="Rockwell"/>
              </a:rPr>
              <a:t>t</a:t>
            </a:r>
            <a:r>
              <a:rPr sz="2400" spc="-10" dirty="0">
                <a:latin typeface="Rockwell"/>
                <a:cs typeface="Rockwell"/>
              </a:rPr>
              <a:t>age.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5763259" y="29832"/>
            <a:ext cx="1397000" cy="1846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200" dirty="0">
                <a:latin typeface="Courier New"/>
                <a:cs typeface="Courier New"/>
              </a:rPr>
              <a:t>- Pankaj </a:t>
            </a:r>
            <a:r>
              <a:rPr lang="es-ES" sz="1200" dirty="0">
                <a:latin typeface="Courier New"/>
                <a:cs typeface="Courier New"/>
              </a:rPr>
              <a:t> </a:t>
            </a:r>
            <a:endParaRPr sz="1200" dirty="0">
              <a:latin typeface="Courier New"/>
              <a:cs typeface="Courier New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0" y="16148"/>
            <a:ext cx="12192000" cy="548956"/>
          </a:xfrm>
          <a:prstGeom prst="rect">
            <a:avLst/>
          </a:prstGeom>
          <a:solidFill>
            <a:srgbClr val="00008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dirty="0" smtClean="0">
                <a:latin typeface="Rockwell" charset="0"/>
                <a:ea typeface="Rockwell" charset="0"/>
                <a:cs typeface="Rockwell" charset="0"/>
              </a:rPr>
              <a:t>Purpose of Starting up a Project</a:t>
            </a:r>
            <a:endParaRPr lang="en-US" sz="2800" dirty="0">
              <a:latin typeface="Rockwell" charset="0"/>
              <a:ea typeface="Rockwell" charset="0"/>
              <a:cs typeface="Rockwel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7191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-1" y="565104"/>
            <a:ext cx="384313" cy="6090331"/>
          </a:xfrm>
          <a:custGeom>
            <a:avLst/>
            <a:gdLst/>
            <a:ahLst/>
            <a:cxnLst/>
            <a:rect l="l" t="t" r="r" b="b"/>
            <a:pathLst>
              <a:path w="354330" h="5904230">
                <a:moveTo>
                  <a:pt x="0" y="5903975"/>
                </a:moveTo>
                <a:lnTo>
                  <a:pt x="354011" y="5903975"/>
                </a:lnTo>
                <a:lnTo>
                  <a:pt x="354011" y="0"/>
                </a:lnTo>
                <a:lnTo>
                  <a:pt x="0" y="0"/>
                </a:lnTo>
                <a:lnTo>
                  <a:pt x="0" y="5903975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6452870"/>
            <a:ext cx="12192000" cy="405130"/>
          </a:xfrm>
          <a:custGeom>
            <a:avLst/>
            <a:gdLst/>
            <a:ahLst/>
            <a:cxnLst/>
            <a:rect l="l" t="t" r="r" b="b"/>
            <a:pathLst>
              <a:path w="9144000" h="405129">
                <a:moveTo>
                  <a:pt x="9144000" y="404811"/>
                </a:moveTo>
                <a:lnTo>
                  <a:pt x="9144000" y="0"/>
                </a:lnTo>
                <a:lnTo>
                  <a:pt x="0" y="0"/>
                </a:lnTo>
                <a:lnTo>
                  <a:pt x="0" y="404811"/>
                </a:lnTo>
                <a:lnTo>
                  <a:pt x="9144000" y="404811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926743" y="28078"/>
            <a:ext cx="3770629" cy="4308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800" b="1" spc="-15" dirty="0">
                <a:solidFill>
                  <a:srgbClr val="FFFFFF"/>
                </a:solidFill>
                <a:latin typeface="Rockwell"/>
                <a:cs typeface="Rockwell"/>
              </a:rPr>
              <a:t>Start</a:t>
            </a:r>
            <a:r>
              <a:rPr sz="2800" b="1" spc="-25" dirty="0">
                <a:solidFill>
                  <a:srgbClr val="FFFFFF"/>
                </a:solidFill>
                <a:latin typeface="Rockwell"/>
                <a:cs typeface="Rockwell"/>
              </a:rPr>
              <a:t>i</a:t>
            </a:r>
            <a:r>
              <a:rPr sz="2800" b="1" spc="-20" dirty="0">
                <a:solidFill>
                  <a:srgbClr val="FFFFFF"/>
                </a:solidFill>
                <a:latin typeface="Rockwell"/>
                <a:cs typeface="Rockwell"/>
              </a:rPr>
              <a:t>ng</a:t>
            </a:r>
            <a:r>
              <a:rPr sz="2800" b="1" dirty="0">
                <a:solidFill>
                  <a:srgbClr val="FFFFFF"/>
                </a:solidFill>
                <a:latin typeface="Rockwell"/>
                <a:cs typeface="Rockwell"/>
              </a:rPr>
              <a:t> </a:t>
            </a:r>
            <a:r>
              <a:rPr sz="2800" b="1" spc="-20" dirty="0">
                <a:solidFill>
                  <a:srgbClr val="FFFFFF"/>
                </a:solidFill>
                <a:latin typeface="Rockwell"/>
                <a:cs typeface="Rockwell"/>
              </a:rPr>
              <a:t>Up</a:t>
            </a:r>
            <a:r>
              <a:rPr sz="2800" b="1" spc="5" dirty="0">
                <a:solidFill>
                  <a:srgbClr val="FFFFFF"/>
                </a:solidFill>
                <a:latin typeface="Rockwell"/>
                <a:cs typeface="Rockwell"/>
              </a:rPr>
              <a:t> </a:t>
            </a:r>
            <a:r>
              <a:rPr sz="2800" b="1" spc="-20" dirty="0">
                <a:solidFill>
                  <a:srgbClr val="FFFFFF"/>
                </a:solidFill>
                <a:latin typeface="Rockwell"/>
                <a:cs typeface="Rockwell"/>
              </a:rPr>
              <a:t>a</a:t>
            </a:r>
            <a:r>
              <a:rPr sz="2800" b="1" spc="5" dirty="0">
                <a:solidFill>
                  <a:srgbClr val="FFFFFF"/>
                </a:solidFill>
                <a:latin typeface="Rockwell"/>
                <a:cs typeface="Rockwell"/>
              </a:rPr>
              <a:t> </a:t>
            </a:r>
            <a:r>
              <a:rPr sz="2800" b="1" spc="-20" dirty="0">
                <a:solidFill>
                  <a:srgbClr val="FFFFFF"/>
                </a:solidFill>
                <a:latin typeface="Rockwell"/>
                <a:cs typeface="Rockwell"/>
              </a:rPr>
              <a:t>P</a:t>
            </a:r>
            <a:r>
              <a:rPr sz="2800" b="1" spc="-25" dirty="0">
                <a:solidFill>
                  <a:srgbClr val="FFFFFF"/>
                </a:solidFill>
                <a:latin typeface="Rockwell"/>
                <a:cs typeface="Rockwell"/>
              </a:rPr>
              <a:t>r</a:t>
            </a:r>
            <a:r>
              <a:rPr sz="2800" b="1" spc="-20" dirty="0">
                <a:solidFill>
                  <a:srgbClr val="FFFFFF"/>
                </a:solidFill>
                <a:latin typeface="Rockwell"/>
                <a:cs typeface="Rockwell"/>
              </a:rPr>
              <a:t>oj</a:t>
            </a:r>
            <a:r>
              <a:rPr sz="2800" b="1" spc="-315" dirty="0">
                <a:solidFill>
                  <a:srgbClr val="FFFFFF"/>
                </a:solidFill>
                <a:latin typeface="Rockwell"/>
                <a:cs typeface="Rockwell"/>
              </a:rPr>
              <a:t>e</a:t>
            </a:r>
            <a:r>
              <a:rPr spc="-644" baseline="62500" dirty="0">
                <a:latin typeface="Courier New"/>
                <a:cs typeface="Courier New"/>
              </a:rPr>
              <a:t>A</a:t>
            </a:r>
            <a:r>
              <a:rPr sz="2800" b="1" spc="-1170" dirty="0">
                <a:solidFill>
                  <a:srgbClr val="FFFFFF"/>
                </a:solidFill>
                <a:latin typeface="Rockwell"/>
                <a:cs typeface="Rockwell"/>
              </a:rPr>
              <a:t>c</a:t>
            </a:r>
            <a:r>
              <a:rPr baseline="62500" dirty="0">
                <a:latin typeface="Courier New"/>
                <a:cs typeface="Courier New"/>
              </a:rPr>
              <a:t>u</a:t>
            </a:r>
            <a:r>
              <a:rPr spc="-442" baseline="62500" dirty="0">
                <a:latin typeface="Courier New"/>
                <a:cs typeface="Courier New"/>
              </a:rPr>
              <a:t>t</a:t>
            </a:r>
            <a:r>
              <a:rPr sz="2800" b="1" spc="-680" dirty="0">
                <a:solidFill>
                  <a:srgbClr val="FFFFFF"/>
                </a:solidFill>
                <a:latin typeface="Rockwell"/>
                <a:cs typeface="Rockwell"/>
              </a:rPr>
              <a:t>t</a:t>
            </a:r>
            <a:r>
              <a:rPr baseline="62500" dirty="0">
                <a:latin typeface="Courier New"/>
                <a:cs typeface="Courier New"/>
              </a:rPr>
              <a:t>hor</a:t>
            </a:r>
            <a:endParaRPr baseline="625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76469" y="936165"/>
            <a:ext cx="11423373" cy="49244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buClr>
                <a:srgbClr val="292929"/>
              </a:buClr>
              <a:tabLst>
                <a:tab pos="355600" algn="l"/>
              </a:tabLst>
            </a:pPr>
            <a:r>
              <a:rPr sz="2000" spc="-15" dirty="0" smtClean="0">
                <a:solidFill>
                  <a:srgbClr val="4D4D4D"/>
                </a:solidFill>
                <a:latin typeface="Rockwell"/>
                <a:cs typeface="Rockwell"/>
              </a:rPr>
              <a:t>T</a:t>
            </a:r>
            <a:r>
              <a:rPr sz="2000" spc="-20" dirty="0" smtClean="0">
                <a:solidFill>
                  <a:srgbClr val="4D4D4D"/>
                </a:solidFill>
                <a:latin typeface="Rockwell"/>
                <a:cs typeface="Rockwell"/>
              </a:rPr>
              <a:t>h</a:t>
            </a:r>
            <a:r>
              <a:rPr sz="2000" spc="-10" dirty="0" smtClean="0">
                <a:solidFill>
                  <a:srgbClr val="4D4D4D"/>
                </a:solidFill>
                <a:latin typeface="Rockwell"/>
                <a:cs typeface="Rockwell"/>
              </a:rPr>
              <a:t>e</a:t>
            </a:r>
            <a:r>
              <a:rPr sz="2000" spc="-20" dirty="0" smtClean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spc="-15" dirty="0">
                <a:solidFill>
                  <a:srgbClr val="4D4D4D"/>
                </a:solidFill>
                <a:latin typeface="Rockwell"/>
                <a:cs typeface="Rockwell"/>
              </a:rPr>
              <a:t>objec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tives</a:t>
            </a:r>
            <a:r>
              <a:rPr sz="2000" spc="10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spc="-15" dirty="0">
                <a:solidFill>
                  <a:srgbClr val="4D4D4D"/>
                </a:solidFill>
                <a:latin typeface="Rockwell"/>
                <a:cs typeface="Rockwell"/>
              </a:rPr>
              <a:t>o</a:t>
            </a:r>
            <a:r>
              <a:rPr sz="2000" spc="-5" dirty="0">
                <a:solidFill>
                  <a:srgbClr val="4D4D4D"/>
                </a:solidFill>
                <a:latin typeface="Rockwell"/>
                <a:cs typeface="Rockwell"/>
              </a:rPr>
              <a:t>f </a:t>
            </a:r>
            <a:r>
              <a:rPr sz="2000" spc="-15" dirty="0">
                <a:solidFill>
                  <a:srgbClr val="4D4D4D"/>
                </a:solidFill>
                <a:latin typeface="Rockwell"/>
                <a:cs typeface="Rockwell"/>
              </a:rPr>
              <a:t>th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e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St</a:t>
            </a:r>
            <a:r>
              <a:rPr sz="2000" spc="-5" dirty="0">
                <a:solidFill>
                  <a:srgbClr val="4D4D4D"/>
                </a:solidFill>
                <a:latin typeface="Rockwell"/>
                <a:cs typeface="Rockwell"/>
              </a:rPr>
              <a:t>a</a:t>
            </a:r>
            <a:r>
              <a:rPr sz="2000" spc="-15" dirty="0">
                <a:solidFill>
                  <a:srgbClr val="4D4D4D"/>
                </a:solidFill>
                <a:latin typeface="Rockwell"/>
                <a:cs typeface="Rockwell"/>
              </a:rPr>
              <a:t>r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ting</a:t>
            </a:r>
            <a:r>
              <a:rPr sz="2000" spc="10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spc="-15" dirty="0">
                <a:solidFill>
                  <a:srgbClr val="4D4D4D"/>
                </a:solidFill>
                <a:latin typeface="Rockwell"/>
                <a:cs typeface="Rockwell"/>
              </a:rPr>
              <a:t>Up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a</a:t>
            </a:r>
            <a:r>
              <a:rPr sz="2000" spc="-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spc="-15" dirty="0">
                <a:solidFill>
                  <a:srgbClr val="4D4D4D"/>
                </a:solidFill>
                <a:latin typeface="Rockwell"/>
                <a:cs typeface="Rockwell"/>
              </a:rPr>
              <a:t>P</a:t>
            </a:r>
            <a:r>
              <a:rPr sz="2000" spc="-20" dirty="0">
                <a:solidFill>
                  <a:srgbClr val="4D4D4D"/>
                </a:solidFill>
                <a:latin typeface="Rockwell"/>
                <a:cs typeface="Rockwell"/>
              </a:rPr>
              <a:t>r</a:t>
            </a:r>
            <a:r>
              <a:rPr sz="2000" spc="-15" dirty="0">
                <a:solidFill>
                  <a:srgbClr val="4D4D4D"/>
                </a:solidFill>
                <a:latin typeface="Rockwell"/>
                <a:cs typeface="Rockwell"/>
              </a:rPr>
              <a:t>oje</a:t>
            </a:r>
            <a:r>
              <a:rPr sz="2000" spc="-20" dirty="0">
                <a:solidFill>
                  <a:srgbClr val="4D4D4D"/>
                </a:solidFill>
                <a:latin typeface="Rockwell"/>
                <a:cs typeface="Rockwell"/>
              </a:rPr>
              <a:t>c</a:t>
            </a:r>
            <a:r>
              <a:rPr sz="2000" spc="-5" dirty="0">
                <a:solidFill>
                  <a:srgbClr val="4D4D4D"/>
                </a:solidFill>
                <a:latin typeface="Rockwell"/>
                <a:cs typeface="Rockwell"/>
              </a:rPr>
              <a:t>t</a:t>
            </a:r>
            <a:r>
              <a:rPr sz="2000" spc="1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p</a:t>
            </a:r>
            <a:r>
              <a:rPr sz="2000" spc="-20" dirty="0">
                <a:solidFill>
                  <a:srgbClr val="4D4D4D"/>
                </a:solidFill>
                <a:latin typeface="Rockwell"/>
                <a:cs typeface="Rockwell"/>
              </a:rPr>
              <a:t>r</a:t>
            </a:r>
            <a:r>
              <a:rPr sz="2000" spc="-15" dirty="0">
                <a:solidFill>
                  <a:srgbClr val="4D4D4D"/>
                </a:solidFill>
                <a:latin typeface="Rockwell"/>
                <a:cs typeface="Rockwell"/>
              </a:rPr>
              <a:t>o</a:t>
            </a:r>
            <a:r>
              <a:rPr sz="2000" spc="-20" dirty="0">
                <a:solidFill>
                  <a:srgbClr val="4D4D4D"/>
                </a:solidFill>
                <a:latin typeface="Rockwell"/>
                <a:cs typeface="Rockwell"/>
              </a:rPr>
              <a:t>c</a:t>
            </a:r>
            <a:r>
              <a:rPr sz="2000" spc="-15" dirty="0">
                <a:solidFill>
                  <a:srgbClr val="4D4D4D"/>
                </a:solidFill>
                <a:latin typeface="Rockwell"/>
                <a:cs typeface="Rockwell"/>
              </a:rPr>
              <a:t>es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s</a:t>
            </a:r>
            <a:r>
              <a:rPr sz="2000" spc="1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are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to</a:t>
            </a:r>
            <a:r>
              <a:rPr sz="2000" spc="-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pr</a:t>
            </a:r>
            <a:r>
              <a:rPr sz="2000" spc="-20" dirty="0">
                <a:solidFill>
                  <a:srgbClr val="4D4D4D"/>
                </a:solidFill>
                <a:latin typeface="Rockwell"/>
                <a:cs typeface="Rockwell"/>
              </a:rPr>
              <a:t>e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pare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and</a:t>
            </a:r>
            <a:r>
              <a:rPr sz="2000" spc="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spc="-20" dirty="0">
                <a:solidFill>
                  <a:srgbClr val="4D4D4D"/>
                </a:solidFill>
                <a:latin typeface="Rockwell"/>
                <a:cs typeface="Rockwell"/>
              </a:rPr>
              <a:t>mak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e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su</a:t>
            </a:r>
            <a:r>
              <a:rPr sz="2000" spc="-20" dirty="0">
                <a:solidFill>
                  <a:srgbClr val="4D4D4D"/>
                </a:solidFill>
                <a:latin typeface="Rockwell"/>
                <a:cs typeface="Rockwell"/>
              </a:rPr>
              <a:t>r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e</a:t>
            </a:r>
            <a:r>
              <a:rPr sz="2000" spc="1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spc="-10" dirty="0" smtClean="0">
                <a:solidFill>
                  <a:srgbClr val="4D4D4D"/>
                </a:solidFill>
                <a:latin typeface="Rockwell"/>
                <a:cs typeface="Rockwell"/>
              </a:rPr>
              <a:t>that</a:t>
            </a:r>
            <a:r>
              <a:rPr lang="fr-CH" sz="2000" dirty="0">
                <a:latin typeface="Rockwell"/>
                <a:cs typeface="Rockwell"/>
              </a:rPr>
              <a:t> </a:t>
            </a:r>
            <a:r>
              <a:rPr sz="2000" spc="-5" dirty="0" smtClean="0">
                <a:solidFill>
                  <a:srgbClr val="4D4D4D"/>
                </a:solidFill>
                <a:latin typeface="Rockwell"/>
                <a:cs typeface="Rockwell"/>
              </a:rPr>
              <a:t>t</a:t>
            </a:r>
            <a:r>
              <a:rPr sz="2000" spc="-20" dirty="0" smtClean="0">
                <a:solidFill>
                  <a:srgbClr val="4D4D4D"/>
                </a:solidFill>
                <a:latin typeface="Rockwell"/>
                <a:cs typeface="Rockwell"/>
              </a:rPr>
              <a:t>h</a:t>
            </a:r>
            <a:r>
              <a:rPr sz="2000" spc="-10" dirty="0" smtClean="0">
                <a:solidFill>
                  <a:srgbClr val="4D4D4D"/>
                </a:solidFill>
                <a:latin typeface="Rockwell"/>
                <a:cs typeface="Rockwell"/>
              </a:rPr>
              <a:t>e 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following</a:t>
            </a:r>
            <a:r>
              <a:rPr sz="2000" spc="-2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is</a:t>
            </a:r>
            <a:r>
              <a:rPr sz="2000" spc="-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spc="-15" dirty="0">
                <a:solidFill>
                  <a:srgbClr val="4D4D4D"/>
                </a:solidFill>
                <a:latin typeface="Rockwell"/>
                <a:cs typeface="Rockwell"/>
              </a:rPr>
              <a:t>do</a:t>
            </a:r>
            <a:r>
              <a:rPr sz="2000" spc="-20" dirty="0">
                <a:solidFill>
                  <a:srgbClr val="4D4D4D"/>
                </a:solidFill>
                <a:latin typeface="Rockwell"/>
                <a:cs typeface="Rockwell"/>
              </a:rPr>
              <a:t>n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e</a:t>
            </a:r>
            <a:r>
              <a:rPr sz="2000" spc="-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du</a:t>
            </a:r>
            <a:r>
              <a:rPr sz="2000" spc="-15" dirty="0">
                <a:solidFill>
                  <a:srgbClr val="4D4D4D"/>
                </a:solidFill>
                <a:latin typeface="Rockwell"/>
                <a:cs typeface="Rockwell"/>
              </a:rPr>
              <a:t>r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ing</a:t>
            </a:r>
            <a:r>
              <a:rPr sz="2000" spc="-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and</a:t>
            </a:r>
            <a:r>
              <a:rPr sz="2000" spc="-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by</a:t>
            </a:r>
            <a:r>
              <a:rPr sz="2000" spc="-5" dirty="0">
                <a:solidFill>
                  <a:srgbClr val="4D4D4D"/>
                </a:solidFill>
                <a:latin typeface="Rockwell"/>
                <a:cs typeface="Rockwell"/>
              </a:rPr>
              <a:t> t</a:t>
            </a:r>
            <a:r>
              <a:rPr sz="2000" spc="-20" dirty="0">
                <a:solidFill>
                  <a:srgbClr val="4D4D4D"/>
                </a:solidFill>
                <a:latin typeface="Rockwell"/>
                <a:cs typeface="Rockwell"/>
              </a:rPr>
              <a:t>h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e</a:t>
            </a:r>
            <a:r>
              <a:rPr sz="2000" spc="-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spc="-15" dirty="0">
                <a:solidFill>
                  <a:srgbClr val="4D4D4D"/>
                </a:solidFill>
                <a:latin typeface="Rockwell"/>
                <a:cs typeface="Rockwell"/>
              </a:rPr>
              <a:t>en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d</a:t>
            </a:r>
            <a:r>
              <a:rPr sz="2000" spc="-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spc="-15" dirty="0">
                <a:solidFill>
                  <a:srgbClr val="4D4D4D"/>
                </a:solidFill>
                <a:latin typeface="Rockwell"/>
                <a:cs typeface="Rockwell"/>
              </a:rPr>
              <a:t>o</a:t>
            </a:r>
            <a:r>
              <a:rPr sz="2000" spc="-5" dirty="0">
                <a:solidFill>
                  <a:srgbClr val="4D4D4D"/>
                </a:solidFill>
                <a:latin typeface="Rockwell"/>
                <a:cs typeface="Rockwell"/>
              </a:rPr>
              <a:t>f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spc="-5" dirty="0">
                <a:solidFill>
                  <a:srgbClr val="4D4D4D"/>
                </a:solidFill>
                <a:latin typeface="Rockwell"/>
                <a:cs typeface="Rockwell"/>
              </a:rPr>
              <a:t>t</a:t>
            </a:r>
            <a:r>
              <a:rPr sz="2000" spc="-20" dirty="0">
                <a:solidFill>
                  <a:srgbClr val="4D4D4D"/>
                </a:solidFill>
                <a:latin typeface="Rockwell"/>
                <a:cs typeface="Rockwell"/>
              </a:rPr>
              <a:t>h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is</a:t>
            </a:r>
            <a:r>
              <a:rPr sz="2000" spc="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p</a:t>
            </a:r>
            <a:r>
              <a:rPr sz="2000" spc="-20" dirty="0">
                <a:solidFill>
                  <a:srgbClr val="4D4D4D"/>
                </a:solidFill>
                <a:latin typeface="Rockwell"/>
                <a:cs typeface="Rockwell"/>
              </a:rPr>
              <a:t>r</a:t>
            </a:r>
            <a:r>
              <a:rPr sz="2000" spc="-15" dirty="0">
                <a:solidFill>
                  <a:srgbClr val="4D4D4D"/>
                </a:solidFill>
                <a:latin typeface="Rockwell"/>
                <a:cs typeface="Rockwell"/>
              </a:rPr>
              <a:t>o</a:t>
            </a:r>
            <a:r>
              <a:rPr sz="2000" spc="-20" dirty="0">
                <a:solidFill>
                  <a:srgbClr val="4D4D4D"/>
                </a:solidFill>
                <a:latin typeface="Rockwell"/>
                <a:cs typeface="Rockwell"/>
              </a:rPr>
              <a:t>c</a:t>
            </a:r>
            <a:r>
              <a:rPr sz="2000" spc="-15" dirty="0">
                <a:solidFill>
                  <a:srgbClr val="4D4D4D"/>
                </a:solidFill>
                <a:latin typeface="Rockwell"/>
                <a:cs typeface="Rockwell"/>
              </a:rPr>
              <a:t>ess</a:t>
            </a:r>
            <a:r>
              <a:rPr sz="2000" spc="-15" dirty="0" smtClean="0">
                <a:solidFill>
                  <a:srgbClr val="4D4D4D"/>
                </a:solidFill>
                <a:latin typeface="Rockwell"/>
                <a:cs typeface="Rockwell"/>
              </a:rPr>
              <a:t>:</a:t>
            </a:r>
            <a:endParaRPr lang="fr-CH" sz="2000" spc="-15" dirty="0" smtClean="0">
              <a:solidFill>
                <a:srgbClr val="4D4D4D"/>
              </a:solidFill>
              <a:latin typeface="Rockwell"/>
              <a:cs typeface="Rockwell"/>
            </a:endParaRPr>
          </a:p>
          <a:p>
            <a:pPr marL="12700">
              <a:buClr>
                <a:srgbClr val="292929"/>
              </a:buClr>
              <a:tabLst>
                <a:tab pos="355600" algn="l"/>
              </a:tabLst>
            </a:pPr>
            <a:endParaRPr sz="2000" dirty="0">
              <a:latin typeface="Rockwell"/>
              <a:cs typeface="Rockwell"/>
            </a:endParaRPr>
          </a:p>
          <a:p>
            <a:pPr marL="355600" marR="111760" indent="-342900" algn="just">
              <a:spcBef>
                <a:spcPts val="384"/>
              </a:spcBef>
              <a:buClr>
                <a:srgbClr val="292929"/>
              </a:buClr>
              <a:buFont typeface="Wingdings"/>
              <a:buChar char=""/>
              <a:tabLst>
                <a:tab pos="355600" algn="l"/>
              </a:tabLst>
            </a:pPr>
            <a:r>
              <a:rPr sz="2000" spc="-15" dirty="0">
                <a:solidFill>
                  <a:srgbClr val="4D4D4D"/>
                </a:solidFill>
                <a:latin typeface="Rockwell"/>
                <a:cs typeface="Rockwell"/>
              </a:rPr>
              <a:t>T</a:t>
            </a:r>
            <a:r>
              <a:rPr sz="2000" spc="-20" dirty="0">
                <a:solidFill>
                  <a:srgbClr val="4D4D4D"/>
                </a:solidFill>
                <a:latin typeface="Rockwell"/>
                <a:cs typeface="Rockwell"/>
              </a:rPr>
              <a:t>h</a:t>
            </a:r>
            <a:r>
              <a:rPr sz="2000" spc="-15" dirty="0">
                <a:solidFill>
                  <a:srgbClr val="4D4D4D"/>
                </a:solidFill>
                <a:latin typeface="Rockwell"/>
                <a:cs typeface="Rockwell"/>
              </a:rPr>
              <a:t>e</a:t>
            </a:r>
            <a:r>
              <a:rPr sz="2000" spc="-20" dirty="0">
                <a:solidFill>
                  <a:srgbClr val="4D4D4D"/>
                </a:solidFill>
                <a:latin typeface="Rockwell"/>
                <a:cs typeface="Rockwell"/>
              </a:rPr>
              <a:t>r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e is</a:t>
            </a:r>
            <a:r>
              <a:rPr sz="2000" spc="-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a</a:t>
            </a:r>
            <a:r>
              <a:rPr sz="2000" spc="-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Business</a:t>
            </a:r>
            <a:r>
              <a:rPr sz="2000" spc="1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Case</a:t>
            </a:r>
            <a:r>
              <a:rPr sz="2000" spc="-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spc="-15" dirty="0">
                <a:solidFill>
                  <a:srgbClr val="4D4D4D"/>
                </a:solidFill>
                <a:latin typeface="Rockwell"/>
                <a:cs typeface="Rockwell"/>
              </a:rPr>
              <a:t>o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r</a:t>
            </a:r>
            <a:r>
              <a:rPr sz="2000" spc="-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a</a:t>
            </a:r>
            <a:r>
              <a:rPr sz="2000" spc="-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business</a:t>
            </a:r>
            <a:r>
              <a:rPr sz="2000" spc="1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spc="-15" dirty="0">
                <a:solidFill>
                  <a:srgbClr val="4D4D4D"/>
                </a:solidFill>
                <a:latin typeface="Rockwell"/>
                <a:cs typeface="Rockwell"/>
              </a:rPr>
              <a:t>reaso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n</a:t>
            </a:r>
            <a:r>
              <a:rPr sz="2000" spc="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and</a:t>
            </a:r>
            <a:r>
              <a:rPr sz="2000" spc="-5" dirty="0">
                <a:solidFill>
                  <a:srgbClr val="4D4D4D"/>
                </a:solidFill>
                <a:latin typeface="Rockwell"/>
                <a:cs typeface="Rockwell"/>
              </a:rPr>
              <a:t> t</a:t>
            </a:r>
            <a:r>
              <a:rPr sz="2000" spc="-20" dirty="0">
                <a:solidFill>
                  <a:srgbClr val="4D4D4D"/>
                </a:solidFill>
                <a:latin typeface="Rockwell"/>
                <a:cs typeface="Rockwell"/>
              </a:rPr>
              <a:t>h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is</a:t>
            </a:r>
            <a:r>
              <a:rPr sz="2000" spc="10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should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be</a:t>
            </a:r>
            <a:r>
              <a:rPr sz="2000" spc="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do</a:t>
            </a:r>
            <a:r>
              <a:rPr sz="2000" spc="-20" dirty="0">
                <a:solidFill>
                  <a:srgbClr val="4D4D4D"/>
                </a:solidFill>
                <a:latin typeface="Rockwell"/>
                <a:cs typeface="Rockwell"/>
              </a:rPr>
              <a:t>c</a:t>
            </a:r>
            <a:r>
              <a:rPr sz="2000" spc="-15" dirty="0">
                <a:solidFill>
                  <a:srgbClr val="4D4D4D"/>
                </a:solidFill>
                <a:latin typeface="Rockwell"/>
                <a:cs typeface="Rockwell"/>
              </a:rPr>
              <a:t>umente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d</a:t>
            </a:r>
            <a:r>
              <a:rPr sz="2000" spc="2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in</a:t>
            </a:r>
            <a:r>
              <a:rPr sz="2000" spc="-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spc="-15" dirty="0">
                <a:solidFill>
                  <a:srgbClr val="4D4D4D"/>
                </a:solidFill>
                <a:latin typeface="Rockwell"/>
                <a:cs typeface="Rockwell"/>
              </a:rPr>
              <a:t>the outlin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e</a:t>
            </a:r>
            <a:r>
              <a:rPr sz="2000" spc="-20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Business</a:t>
            </a:r>
            <a:r>
              <a:rPr sz="2000" spc="1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Case.</a:t>
            </a:r>
            <a:r>
              <a:rPr sz="2000" spc="-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spc="-15" dirty="0">
                <a:solidFill>
                  <a:srgbClr val="4D4D4D"/>
                </a:solidFill>
                <a:latin typeface="Rockwell"/>
                <a:cs typeface="Rockwell"/>
              </a:rPr>
              <a:t>Th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e Business</a:t>
            </a:r>
            <a:r>
              <a:rPr sz="2000" spc="1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Case</a:t>
            </a:r>
            <a:r>
              <a:rPr sz="2000" spc="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do</a:t>
            </a:r>
            <a:r>
              <a:rPr sz="2000" spc="-20" dirty="0">
                <a:solidFill>
                  <a:srgbClr val="4D4D4D"/>
                </a:solidFill>
                <a:latin typeface="Rockwell"/>
                <a:cs typeface="Rockwell"/>
              </a:rPr>
              <a:t>c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ument</a:t>
            </a:r>
            <a:r>
              <a:rPr sz="2000" spc="10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will</a:t>
            </a:r>
            <a:r>
              <a:rPr sz="2000" spc="-15" dirty="0">
                <a:solidFill>
                  <a:srgbClr val="4D4D4D"/>
                </a:solidFill>
                <a:latin typeface="Rockwell"/>
                <a:cs typeface="Rockwell"/>
              </a:rPr>
              <a:t> n</a:t>
            </a:r>
            <a:r>
              <a:rPr sz="2000" spc="-20" dirty="0">
                <a:solidFill>
                  <a:srgbClr val="4D4D4D"/>
                </a:solidFill>
                <a:latin typeface="Rockwell"/>
                <a:cs typeface="Rockwell"/>
              </a:rPr>
              <a:t>o</a:t>
            </a:r>
            <a:r>
              <a:rPr sz="2000" spc="-5" dirty="0">
                <a:solidFill>
                  <a:srgbClr val="4D4D4D"/>
                </a:solidFill>
                <a:latin typeface="Rockwell"/>
                <a:cs typeface="Rockwell"/>
              </a:rPr>
              <a:t>t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be</a:t>
            </a:r>
            <a:r>
              <a:rPr sz="2000" spc="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c</a:t>
            </a:r>
            <a:r>
              <a:rPr sz="2000" spc="-20" dirty="0">
                <a:solidFill>
                  <a:srgbClr val="4D4D4D"/>
                </a:solidFill>
                <a:latin typeface="Rockwell"/>
                <a:cs typeface="Rockwell"/>
              </a:rPr>
              <a:t>o</a:t>
            </a:r>
            <a:r>
              <a:rPr sz="2000" spc="-15" dirty="0">
                <a:solidFill>
                  <a:srgbClr val="4D4D4D"/>
                </a:solidFill>
                <a:latin typeface="Rockwell"/>
                <a:cs typeface="Rockwell"/>
              </a:rPr>
              <a:t>mplet</a:t>
            </a:r>
            <a:r>
              <a:rPr sz="2000" spc="-20" dirty="0">
                <a:solidFill>
                  <a:srgbClr val="4D4D4D"/>
                </a:solidFill>
                <a:latin typeface="Rockwell"/>
                <a:cs typeface="Rockwell"/>
              </a:rPr>
              <a:t>e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d</a:t>
            </a:r>
            <a:r>
              <a:rPr sz="2000" spc="2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until</a:t>
            </a:r>
            <a:r>
              <a:rPr sz="2000" spc="-5" dirty="0">
                <a:solidFill>
                  <a:srgbClr val="4D4D4D"/>
                </a:solidFill>
                <a:latin typeface="Rockwell"/>
                <a:cs typeface="Rockwell"/>
              </a:rPr>
              <a:t> t</a:t>
            </a:r>
            <a:r>
              <a:rPr sz="2000" spc="-20" dirty="0">
                <a:solidFill>
                  <a:srgbClr val="4D4D4D"/>
                </a:solidFill>
                <a:latin typeface="Rockwell"/>
                <a:cs typeface="Rockwell"/>
              </a:rPr>
              <a:t>h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e Initi</a:t>
            </a:r>
            <a:r>
              <a:rPr sz="2000" spc="-5" dirty="0">
                <a:solidFill>
                  <a:srgbClr val="4D4D4D"/>
                </a:solidFill>
                <a:latin typeface="Rockwell"/>
                <a:cs typeface="Rockwell"/>
              </a:rPr>
              <a:t>a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tion</a:t>
            </a:r>
            <a:r>
              <a:rPr sz="2000" spc="-2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St</a:t>
            </a:r>
            <a:r>
              <a:rPr sz="2000" spc="-5" dirty="0">
                <a:solidFill>
                  <a:srgbClr val="4D4D4D"/>
                </a:solidFill>
                <a:latin typeface="Rockwell"/>
                <a:cs typeface="Rockwell"/>
              </a:rPr>
              <a:t>a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ge.</a:t>
            </a:r>
            <a:endParaRPr sz="2000" dirty="0">
              <a:latin typeface="Rockwell"/>
              <a:cs typeface="Rockwell"/>
            </a:endParaRPr>
          </a:p>
          <a:p>
            <a:pPr marL="355600" marR="312420" indent="-342900" algn="just">
              <a:spcBef>
                <a:spcPts val="380"/>
              </a:spcBef>
              <a:buClr>
                <a:srgbClr val="292929"/>
              </a:buClr>
              <a:buFont typeface="Wingdings"/>
              <a:buChar char=""/>
              <a:tabLst>
                <a:tab pos="355600" algn="l"/>
              </a:tabLst>
            </a:pP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L</a:t>
            </a:r>
            <a:r>
              <a:rPr sz="2000" spc="-20" dirty="0">
                <a:solidFill>
                  <a:srgbClr val="4D4D4D"/>
                </a:solidFill>
                <a:latin typeface="Rockwell"/>
                <a:cs typeface="Rockwell"/>
              </a:rPr>
              <a:t>o</a:t>
            </a:r>
            <a:r>
              <a:rPr sz="2000" spc="-15" dirty="0">
                <a:solidFill>
                  <a:srgbClr val="4D4D4D"/>
                </a:solidFill>
                <a:latin typeface="Rockwell"/>
                <a:cs typeface="Rockwell"/>
              </a:rPr>
              <a:t>o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k at</a:t>
            </a:r>
            <a:r>
              <a:rPr sz="2000" spc="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the</a:t>
            </a:r>
            <a:r>
              <a:rPr sz="2000" spc="-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p</a:t>
            </a:r>
            <a:r>
              <a:rPr sz="2000" spc="-20" dirty="0">
                <a:solidFill>
                  <a:srgbClr val="4D4D4D"/>
                </a:solidFill>
                <a:latin typeface="Rockwell"/>
                <a:cs typeface="Rockwell"/>
              </a:rPr>
              <a:t>r</a:t>
            </a:r>
            <a:r>
              <a:rPr sz="2000" spc="-15" dirty="0">
                <a:solidFill>
                  <a:srgbClr val="4D4D4D"/>
                </a:solidFill>
                <a:latin typeface="Rockwell"/>
                <a:cs typeface="Rockwell"/>
              </a:rPr>
              <a:t>oje</a:t>
            </a:r>
            <a:r>
              <a:rPr sz="2000" spc="-20" dirty="0">
                <a:solidFill>
                  <a:srgbClr val="4D4D4D"/>
                </a:solidFill>
                <a:latin typeface="Rockwell"/>
                <a:cs typeface="Rockwell"/>
              </a:rPr>
              <a:t>c</a:t>
            </a:r>
            <a:r>
              <a:rPr sz="2000" spc="-5" dirty="0">
                <a:solidFill>
                  <a:srgbClr val="4D4D4D"/>
                </a:solidFill>
                <a:latin typeface="Rockwell"/>
                <a:cs typeface="Rockwell"/>
              </a:rPr>
              <a:t>t</a:t>
            </a:r>
            <a:r>
              <a:rPr sz="2000" spc="1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appr</a:t>
            </a:r>
            <a:r>
              <a:rPr sz="2000" spc="-20" dirty="0">
                <a:solidFill>
                  <a:srgbClr val="4D4D4D"/>
                </a:solidFill>
                <a:latin typeface="Rockwell"/>
                <a:cs typeface="Rockwell"/>
              </a:rPr>
              <a:t>o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ach,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spc="-15" dirty="0">
                <a:solidFill>
                  <a:srgbClr val="4D4D4D"/>
                </a:solidFill>
                <a:latin typeface="Rockwell"/>
                <a:cs typeface="Rockwell"/>
              </a:rPr>
              <a:t>whic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h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spc="-15" dirty="0">
                <a:solidFill>
                  <a:srgbClr val="4D4D4D"/>
                </a:solidFill>
                <a:latin typeface="Rockwell"/>
                <a:cs typeface="Rockwell"/>
              </a:rPr>
              <a:t>e</a:t>
            </a:r>
            <a:r>
              <a:rPr sz="2000" spc="-20" dirty="0">
                <a:solidFill>
                  <a:srgbClr val="4D4D4D"/>
                </a:solidFill>
                <a:latin typeface="Rockwell"/>
                <a:cs typeface="Rockwell"/>
              </a:rPr>
              <a:t>x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ami</a:t>
            </a:r>
            <a:r>
              <a:rPr sz="2000" spc="-15" dirty="0">
                <a:solidFill>
                  <a:srgbClr val="4D4D4D"/>
                </a:solidFill>
                <a:latin typeface="Rockwell"/>
                <a:cs typeface="Rockwell"/>
              </a:rPr>
              <a:t>n</a:t>
            </a:r>
            <a:r>
              <a:rPr sz="2000" spc="-20" dirty="0">
                <a:solidFill>
                  <a:srgbClr val="4D4D4D"/>
                </a:solidFill>
                <a:latin typeface="Rockwell"/>
                <a:cs typeface="Rockwell"/>
              </a:rPr>
              <a:t>e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s</a:t>
            </a:r>
            <a:r>
              <a:rPr sz="2000" spc="1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the</a:t>
            </a:r>
            <a:r>
              <a:rPr sz="2000" spc="-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best</a:t>
            </a:r>
            <a:r>
              <a:rPr sz="2000" spc="1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way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to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go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ab</a:t>
            </a:r>
            <a:r>
              <a:rPr sz="2000" spc="-15" dirty="0">
                <a:solidFill>
                  <a:srgbClr val="4D4D4D"/>
                </a:solidFill>
                <a:latin typeface="Rockwell"/>
                <a:cs typeface="Rockwell"/>
              </a:rPr>
              <a:t>ou</a:t>
            </a:r>
            <a:r>
              <a:rPr sz="2000" spc="-5" dirty="0">
                <a:solidFill>
                  <a:srgbClr val="4D4D4D"/>
                </a:solidFill>
                <a:latin typeface="Rockwell"/>
                <a:cs typeface="Rockwell"/>
              </a:rPr>
              <a:t>t</a:t>
            </a:r>
            <a:r>
              <a:rPr sz="2000" spc="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doing</a:t>
            </a:r>
            <a:r>
              <a:rPr sz="2000" spc="-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this p</a:t>
            </a:r>
            <a:r>
              <a:rPr sz="2000" spc="-20" dirty="0">
                <a:solidFill>
                  <a:srgbClr val="4D4D4D"/>
                </a:solidFill>
                <a:latin typeface="Rockwell"/>
                <a:cs typeface="Rockwell"/>
              </a:rPr>
              <a:t>r</a:t>
            </a:r>
            <a:r>
              <a:rPr sz="2000" spc="-15" dirty="0">
                <a:solidFill>
                  <a:srgbClr val="4D4D4D"/>
                </a:solidFill>
                <a:latin typeface="Rockwell"/>
                <a:cs typeface="Rockwell"/>
              </a:rPr>
              <a:t>oje</a:t>
            </a:r>
            <a:r>
              <a:rPr sz="2000" spc="-20" dirty="0">
                <a:solidFill>
                  <a:srgbClr val="4D4D4D"/>
                </a:solidFill>
                <a:latin typeface="Rockwell"/>
                <a:cs typeface="Rockwell"/>
              </a:rPr>
              <a:t>c</a:t>
            </a:r>
            <a:r>
              <a:rPr sz="2000" spc="-5" dirty="0">
                <a:solidFill>
                  <a:srgbClr val="4D4D4D"/>
                </a:solidFill>
                <a:latin typeface="Rockwell"/>
                <a:cs typeface="Rockwell"/>
              </a:rPr>
              <a:t>t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and</a:t>
            </a:r>
            <a:r>
              <a:rPr sz="2000" spc="-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spc="-20" dirty="0">
                <a:solidFill>
                  <a:srgbClr val="4D4D4D"/>
                </a:solidFill>
                <a:latin typeface="Rockwell"/>
                <a:cs typeface="Rockwell"/>
              </a:rPr>
              <a:t>o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btai</a:t>
            </a:r>
            <a:r>
              <a:rPr sz="2000" spc="-15" dirty="0">
                <a:solidFill>
                  <a:srgbClr val="4D4D4D"/>
                </a:solidFill>
                <a:latin typeface="Rockwell"/>
                <a:cs typeface="Rockwell"/>
              </a:rPr>
              <a:t>nin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g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spc="-5" dirty="0">
                <a:solidFill>
                  <a:srgbClr val="4D4D4D"/>
                </a:solidFill>
                <a:latin typeface="Rockwell"/>
                <a:cs typeface="Rockwell"/>
              </a:rPr>
              <a:t>a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dvice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fr</a:t>
            </a:r>
            <a:r>
              <a:rPr sz="2000" spc="-20" dirty="0">
                <a:solidFill>
                  <a:srgbClr val="4D4D4D"/>
                </a:solidFill>
                <a:latin typeface="Rockwell"/>
                <a:cs typeface="Rockwell"/>
              </a:rPr>
              <a:t>o</a:t>
            </a:r>
            <a:r>
              <a:rPr sz="2000" spc="-15" dirty="0">
                <a:solidFill>
                  <a:srgbClr val="4D4D4D"/>
                </a:solidFill>
                <a:latin typeface="Rockwell"/>
                <a:cs typeface="Rockwell"/>
              </a:rPr>
              <a:t>m</a:t>
            </a:r>
            <a:r>
              <a:rPr sz="2000" spc="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spc="-15" dirty="0">
                <a:solidFill>
                  <a:srgbClr val="4D4D4D"/>
                </a:solidFill>
                <a:latin typeface="Rockwell"/>
                <a:cs typeface="Rockwell"/>
              </a:rPr>
              <a:t>ot</a:t>
            </a:r>
            <a:r>
              <a:rPr sz="2000" spc="-20" dirty="0">
                <a:solidFill>
                  <a:srgbClr val="4D4D4D"/>
                </a:solidFill>
                <a:latin typeface="Rockwell"/>
                <a:cs typeface="Rockwell"/>
              </a:rPr>
              <a:t>h</a:t>
            </a:r>
            <a:r>
              <a:rPr sz="2000" spc="-15" dirty="0">
                <a:solidFill>
                  <a:srgbClr val="4D4D4D"/>
                </a:solidFill>
                <a:latin typeface="Rockwell"/>
                <a:cs typeface="Rockwell"/>
              </a:rPr>
              <a:t>e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r</a:t>
            </a:r>
            <a:r>
              <a:rPr sz="2000" spc="-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p</a:t>
            </a:r>
            <a:r>
              <a:rPr sz="2000" spc="-20" dirty="0">
                <a:solidFill>
                  <a:srgbClr val="4D4D4D"/>
                </a:solidFill>
                <a:latin typeface="Rockwell"/>
                <a:cs typeface="Rockwell"/>
              </a:rPr>
              <a:t>r</a:t>
            </a:r>
            <a:r>
              <a:rPr sz="2000" spc="-15" dirty="0">
                <a:solidFill>
                  <a:srgbClr val="4D4D4D"/>
                </a:solidFill>
                <a:latin typeface="Rockwell"/>
                <a:cs typeface="Rockwell"/>
              </a:rPr>
              <a:t>oje</a:t>
            </a:r>
            <a:r>
              <a:rPr sz="2000" spc="-20" dirty="0">
                <a:solidFill>
                  <a:srgbClr val="4D4D4D"/>
                </a:solidFill>
                <a:latin typeface="Rockwell"/>
                <a:cs typeface="Rockwell"/>
              </a:rPr>
              <a:t>c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ts</a:t>
            </a:r>
            <a:r>
              <a:rPr sz="2000" spc="1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in</a:t>
            </a:r>
            <a:r>
              <a:rPr sz="2000" spc="-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spc="-15" dirty="0">
                <a:solidFill>
                  <a:srgbClr val="4D4D4D"/>
                </a:solidFill>
                <a:latin typeface="Rockwell"/>
                <a:cs typeface="Rockwell"/>
              </a:rPr>
              <a:t>th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e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fo</a:t>
            </a:r>
            <a:r>
              <a:rPr sz="2000" spc="-20" dirty="0">
                <a:solidFill>
                  <a:srgbClr val="4D4D4D"/>
                </a:solidFill>
                <a:latin typeface="Rockwell"/>
                <a:cs typeface="Rockwell"/>
              </a:rPr>
              <a:t>r</a:t>
            </a:r>
            <a:r>
              <a:rPr sz="2000" spc="-15" dirty="0">
                <a:solidFill>
                  <a:srgbClr val="4D4D4D"/>
                </a:solidFill>
                <a:latin typeface="Rockwell"/>
                <a:cs typeface="Rockwell"/>
              </a:rPr>
              <a:t>m</a:t>
            </a:r>
            <a:r>
              <a:rPr sz="2000" spc="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spc="-15" dirty="0">
                <a:solidFill>
                  <a:srgbClr val="4D4D4D"/>
                </a:solidFill>
                <a:latin typeface="Rockwell"/>
                <a:cs typeface="Rockwell"/>
              </a:rPr>
              <a:t>o</a:t>
            </a:r>
            <a:r>
              <a:rPr sz="2000" spc="-5" dirty="0">
                <a:solidFill>
                  <a:srgbClr val="4D4D4D"/>
                </a:solidFill>
                <a:latin typeface="Rockwell"/>
                <a:cs typeface="Rockwell"/>
              </a:rPr>
              <a:t>f 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lesso</a:t>
            </a:r>
            <a:r>
              <a:rPr sz="2000" spc="-20" dirty="0">
                <a:solidFill>
                  <a:srgbClr val="4D4D4D"/>
                </a:solidFill>
                <a:latin typeface="Rockwell"/>
                <a:cs typeface="Rockwell"/>
              </a:rPr>
              <a:t>n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s</a:t>
            </a:r>
            <a:r>
              <a:rPr sz="2000" spc="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learn</a:t>
            </a:r>
            <a:r>
              <a:rPr sz="2000" spc="-20" dirty="0">
                <a:solidFill>
                  <a:srgbClr val="4D4D4D"/>
                </a:solidFill>
                <a:latin typeface="Rockwell"/>
                <a:cs typeface="Rockwell"/>
              </a:rPr>
              <a:t>e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d, sp</a:t>
            </a:r>
            <a:r>
              <a:rPr sz="2000" spc="-20" dirty="0">
                <a:solidFill>
                  <a:srgbClr val="4D4D4D"/>
                </a:solidFill>
                <a:latin typeface="Rockwell"/>
                <a:cs typeface="Rockwell"/>
              </a:rPr>
              <a:t>e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cialists</a:t>
            </a:r>
            <a:r>
              <a:rPr sz="2000" spc="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spc="-15" dirty="0">
                <a:solidFill>
                  <a:srgbClr val="4D4D4D"/>
                </a:solidFill>
                <a:latin typeface="Rockwell"/>
                <a:cs typeface="Rockwell"/>
              </a:rPr>
              <a:t>o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r </a:t>
            </a:r>
            <a:r>
              <a:rPr sz="2000" spc="-15" dirty="0">
                <a:solidFill>
                  <a:srgbClr val="4D4D4D"/>
                </a:solidFill>
                <a:latin typeface="Rockwell"/>
                <a:cs typeface="Rockwell"/>
              </a:rPr>
              <a:t>e</a:t>
            </a:r>
            <a:r>
              <a:rPr sz="2000" spc="-20" dirty="0">
                <a:solidFill>
                  <a:srgbClr val="4D4D4D"/>
                </a:solidFill>
                <a:latin typeface="Rockwell"/>
                <a:cs typeface="Rockwell"/>
              </a:rPr>
              <a:t>v</a:t>
            </a:r>
            <a:r>
              <a:rPr sz="2000" spc="-15" dirty="0">
                <a:solidFill>
                  <a:srgbClr val="4D4D4D"/>
                </a:solidFill>
                <a:latin typeface="Rockwell"/>
                <a:cs typeface="Rockwell"/>
              </a:rPr>
              <a:t>e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n </a:t>
            </a:r>
            <a:r>
              <a:rPr sz="2000" spc="-20" dirty="0">
                <a:solidFill>
                  <a:srgbClr val="4D4D4D"/>
                </a:solidFill>
                <a:latin typeface="Rockwell"/>
                <a:cs typeface="Rockwell"/>
              </a:rPr>
              <a:t>o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utside</a:t>
            </a:r>
            <a:r>
              <a:rPr sz="2000" spc="-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spc="-15" dirty="0">
                <a:solidFill>
                  <a:srgbClr val="4D4D4D"/>
                </a:solidFill>
                <a:latin typeface="Rockwell"/>
                <a:cs typeface="Rockwell"/>
              </a:rPr>
              <a:t>k</a:t>
            </a:r>
            <a:r>
              <a:rPr sz="2000" spc="-20" dirty="0">
                <a:solidFill>
                  <a:srgbClr val="4D4D4D"/>
                </a:solidFill>
                <a:latin typeface="Rockwell"/>
                <a:cs typeface="Rockwell"/>
              </a:rPr>
              <a:t>n</a:t>
            </a:r>
            <a:r>
              <a:rPr sz="2000" spc="-15" dirty="0">
                <a:solidFill>
                  <a:srgbClr val="4D4D4D"/>
                </a:solidFill>
                <a:latin typeface="Rockwell"/>
                <a:cs typeface="Rockwell"/>
              </a:rPr>
              <a:t>owle</a:t>
            </a:r>
            <a:r>
              <a:rPr sz="2000" spc="-20" dirty="0">
                <a:solidFill>
                  <a:srgbClr val="4D4D4D"/>
                </a:solidFill>
                <a:latin typeface="Rockwell"/>
                <a:cs typeface="Rockwell"/>
              </a:rPr>
              <a:t>d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g</a:t>
            </a:r>
            <a:r>
              <a:rPr sz="2000" spc="-20" dirty="0">
                <a:solidFill>
                  <a:srgbClr val="4D4D4D"/>
                </a:solidFill>
                <a:latin typeface="Rockwell"/>
                <a:cs typeface="Rockwell"/>
              </a:rPr>
              <a:t>e</a:t>
            </a:r>
            <a:r>
              <a:rPr sz="2000" spc="-5" dirty="0">
                <a:solidFill>
                  <a:srgbClr val="4D4D4D"/>
                </a:solidFill>
                <a:latin typeface="Rockwell"/>
                <a:cs typeface="Rockwell"/>
              </a:rPr>
              <a:t>.</a:t>
            </a:r>
            <a:endParaRPr sz="2000" dirty="0">
              <a:latin typeface="Rockwell"/>
              <a:cs typeface="Rockwell"/>
            </a:endParaRPr>
          </a:p>
          <a:p>
            <a:pPr marL="355600" marR="281940" indent="-342900" algn="just">
              <a:spcBef>
                <a:spcPts val="380"/>
              </a:spcBef>
              <a:buClr>
                <a:srgbClr val="292929"/>
              </a:buClr>
              <a:buFont typeface="Wingdings"/>
              <a:buChar char=""/>
              <a:tabLst>
                <a:tab pos="355600" algn="l"/>
              </a:tabLst>
            </a:pPr>
            <a:r>
              <a:rPr sz="2000" spc="-15" dirty="0">
                <a:solidFill>
                  <a:srgbClr val="4D4D4D"/>
                </a:solidFill>
                <a:latin typeface="Rockwell"/>
                <a:cs typeface="Rockwell"/>
              </a:rPr>
              <a:t>Ch</a:t>
            </a:r>
            <a:r>
              <a:rPr sz="2000" spc="-20" dirty="0">
                <a:solidFill>
                  <a:srgbClr val="4D4D4D"/>
                </a:solidFill>
                <a:latin typeface="Rockwell"/>
                <a:cs typeface="Rockwell"/>
              </a:rPr>
              <a:t>o</a:t>
            </a:r>
            <a:r>
              <a:rPr sz="2000" spc="-15" dirty="0">
                <a:solidFill>
                  <a:srgbClr val="4D4D4D"/>
                </a:solidFill>
                <a:latin typeface="Rockwell"/>
                <a:cs typeface="Rockwell"/>
              </a:rPr>
              <a:t>os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e the</a:t>
            </a:r>
            <a:r>
              <a:rPr sz="2000" spc="-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pe</a:t>
            </a:r>
            <a:r>
              <a:rPr sz="2000" spc="-20" dirty="0">
                <a:solidFill>
                  <a:srgbClr val="4D4D4D"/>
                </a:solidFill>
                <a:latin typeface="Rockwell"/>
                <a:cs typeface="Rockwell"/>
              </a:rPr>
              <a:t>o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ple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spc="-15" dirty="0">
                <a:solidFill>
                  <a:srgbClr val="4D4D4D"/>
                </a:solidFill>
                <a:latin typeface="Rockwell"/>
                <a:cs typeface="Rockwell"/>
              </a:rPr>
              <a:t>wh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o will</a:t>
            </a:r>
            <a:r>
              <a:rPr sz="2000" spc="-1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do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the</a:t>
            </a:r>
            <a:r>
              <a:rPr sz="2000" spc="-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spc="-15" dirty="0">
                <a:solidFill>
                  <a:srgbClr val="4D4D4D"/>
                </a:solidFill>
                <a:latin typeface="Rockwell"/>
                <a:cs typeface="Rockwell"/>
              </a:rPr>
              <a:t>wo</a:t>
            </a:r>
            <a:r>
              <a:rPr sz="2000" spc="-20" dirty="0">
                <a:solidFill>
                  <a:srgbClr val="4D4D4D"/>
                </a:solidFill>
                <a:latin typeface="Rockwell"/>
                <a:cs typeface="Rockwell"/>
              </a:rPr>
              <a:t>r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k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to</a:t>
            </a:r>
            <a:r>
              <a:rPr sz="2000" spc="-5" dirty="0">
                <a:solidFill>
                  <a:srgbClr val="4D4D4D"/>
                </a:solidFill>
                <a:latin typeface="Rockwell"/>
                <a:cs typeface="Rockwell"/>
              </a:rPr>
              <a:t> i</a:t>
            </a:r>
            <a:r>
              <a:rPr sz="2000" spc="-15" dirty="0">
                <a:solidFill>
                  <a:srgbClr val="4D4D4D"/>
                </a:solidFill>
                <a:latin typeface="Rockwell"/>
                <a:cs typeface="Rockwell"/>
              </a:rPr>
              <a:t>nitia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l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ize</a:t>
            </a:r>
            <a:r>
              <a:rPr sz="2000" spc="-3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the</a:t>
            </a:r>
            <a:r>
              <a:rPr sz="2000" spc="-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p</a:t>
            </a:r>
            <a:r>
              <a:rPr sz="2000" spc="-20" dirty="0">
                <a:solidFill>
                  <a:srgbClr val="4D4D4D"/>
                </a:solidFill>
                <a:latin typeface="Rockwell"/>
                <a:cs typeface="Rockwell"/>
              </a:rPr>
              <a:t>r</a:t>
            </a:r>
            <a:r>
              <a:rPr sz="2000" spc="-15" dirty="0">
                <a:solidFill>
                  <a:srgbClr val="4D4D4D"/>
                </a:solidFill>
                <a:latin typeface="Rockwell"/>
                <a:cs typeface="Rockwell"/>
              </a:rPr>
              <a:t>oje</a:t>
            </a:r>
            <a:r>
              <a:rPr sz="2000" spc="-20" dirty="0">
                <a:solidFill>
                  <a:srgbClr val="4D4D4D"/>
                </a:solidFill>
                <a:latin typeface="Rockwell"/>
                <a:cs typeface="Rockwell"/>
              </a:rPr>
              <a:t>c</a:t>
            </a:r>
            <a:r>
              <a:rPr sz="2000" spc="-5" dirty="0">
                <a:solidFill>
                  <a:srgbClr val="4D4D4D"/>
                </a:solidFill>
                <a:latin typeface="Rockwell"/>
                <a:cs typeface="Rockwell"/>
              </a:rPr>
              <a:t>t,</a:t>
            </a:r>
            <a:r>
              <a:rPr sz="2000" spc="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and</a:t>
            </a:r>
            <a:r>
              <a:rPr sz="2000" spc="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spc="-15" dirty="0">
                <a:solidFill>
                  <a:srgbClr val="4D4D4D"/>
                </a:solidFill>
                <a:latin typeface="Rockwell"/>
                <a:cs typeface="Rockwell"/>
              </a:rPr>
              <a:t>ot</a:t>
            </a:r>
            <a:r>
              <a:rPr sz="2000" spc="-20" dirty="0">
                <a:solidFill>
                  <a:srgbClr val="4D4D4D"/>
                </a:solidFill>
                <a:latin typeface="Rockwell"/>
                <a:cs typeface="Rockwell"/>
              </a:rPr>
              <a:t>h</a:t>
            </a:r>
            <a:r>
              <a:rPr sz="2000" spc="-15" dirty="0">
                <a:solidFill>
                  <a:srgbClr val="4D4D4D"/>
                </a:solidFill>
                <a:latin typeface="Rockwell"/>
                <a:cs typeface="Rockwell"/>
              </a:rPr>
              <a:t>e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r</a:t>
            </a:r>
            <a:r>
              <a:rPr sz="2000" spc="-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spc="-15" dirty="0">
                <a:solidFill>
                  <a:srgbClr val="4D4D4D"/>
                </a:solidFill>
                <a:latin typeface="Rockwell"/>
                <a:cs typeface="Rockwell"/>
              </a:rPr>
              <a:t>role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s</a:t>
            </a:r>
            <a:r>
              <a:rPr sz="2000" spc="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in the p</a:t>
            </a:r>
            <a:r>
              <a:rPr sz="2000" spc="-20" dirty="0">
                <a:solidFill>
                  <a:srgbClr val="4D4D4D"/>
                </a:solidFill>
                <a:latin typeface="Rockwell"/>
                <a:cs typeface="Rockwell"/>
              </a:rPr>
              <a:t>r</a:t>
            </a:r>
            <a:r>
              <a:rPr sz="2000" spc="-15" dirty="0">
                <a:solidFill>
                  <a:srgbClr val="4D4D4D"/>
                </a:solidFill>
                <a:latin typeface="Rockwell"/>
                <a:cs typeface="Rockwell"/>
              </a:rPr>
              <a:t>oje</a:t>
            </a:r>
            <a:r>
              <a:rPr sz="2000" spc="-20" dirty="0">
                <a:solidFill>
                  <a:srgbClr val="4D4D4D"/>
                </a:solidFill>
                <a:latin typeface="Rockwell"/>
                <a:cs typeface="Rockwell"/>
              </a:rPr>
              <a:t>c</a:t>
            </a:r>
            <a:r>
              <a:rPr sz="2000" spc="-5" dirty="0">
                <a:solidFill>
                  <a:srgbClr val="4D4D4D"/>
                </a:solidFill>
                <a:latin typeface="Rockwell"/>
                <a:cs typeface="Rockwell"/>
              </a:rPr>
              <a:t>t</a:t>
            </a:r>
            <a:r>
              <a:rPr sz="2000" spc="1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team.</a:t>
            </a:r>
            <a:endParaRPr sz="2000" dirty="0">
              <a:latin typeface="Rockwell"/>
              <a:cs typeface="Rockwell"/>
            </a:endParaRPr>
          </a:p>
          <a:p>
            <a:pPr marL="355600" marR="137160" indent="-342900" algn="just">
              <a:spcBef>
                <a:spcPts val="380"/>
              </a:spcBef>
              <a:buClr>
                <a:srgbClr val="292929"/>
              </a:buClr>
              <a:buFont typeface="Wingdings"/>
              <a:buChar char=""/>
              <a:tabLst>
                <a:tab pos="355600" algn="l"/>
              </a:tabLst>
            </a:pPr>
            <a:r>
              <a:rPr sz="2000" spc="-15" dirty="0">
                <a:solidFill>
                  <a:srgbClr val="4D4D4D"/>
                </a:solidFill>
                <a:latin typeface="Rockwell"/>
                <a:cs typeface="Rockwell"/>
              </a:rPr>
              <a:t>C</a:t>
            </a:r>
            <a:r>
              <a:rPr sz="2000" spc="-20" dirty="0">
                <a:solidFill>
                  <a:srgbClr val="4D4D4D"/>
                </a:solidFill>
                <a:latin typeface="Rockwell"/>
                <a:cs typeface="Rockwell"/>
              </a:rPr>
              <a:t>r</a:t>
            </a:r>
            <a:r>
              <a:rPr sz="2000" spc="-15" dirty="0">
                <a:solidFill>
                  <a:srgbClr val="4D4D4D"/>
                </a:solidFill>
                <a:latin typeface="Rockwell"/>
                <a:cs typeface="Rockwell"/>
              </a:rPr>
              <a:t>eat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e</a:t>
            </a:r>
            <a:r>
              <a:rPr sz="2000" spc="-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the</a:t>
            </a:r>
            <a:r>
              <a:rPr sz="2000" spc="-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spc="-15" dirty="0">
                <a:solidFill>
                  <a:srgbClr val="4D4D4D"/>
                </a:solidFill>
                <a:latin typeface="Rockwell"/>
                <a:cs typeface="Rockwell"/>
              </a:rPr>
              <a:t>P</a:t>
            </a:r>
            <a:r>
              <a:rPr sz="2000" spc="-20" dirty="0">
                <a:solidFill>
                  <a:srgbClr val="4D4D4D"/>
                </a:solidFill>
                <a:latin typeface="Rockwell"/>
                <a:cs typeface="Rockwell"/>
              </a:rPr>
              <a:t>r</a:t>
            </a:r>
            <a:r>
              <a:rPr sz="2000" spc="-15" dirty="0">
                <a:solidFill>
                  <a:srgbClr val="4D4D4D"/>
                </a:solidFill>
                <a:latin typeface="Rockwell"/>
                <a:cs typeface="Rockwell"/>
              </a:rPr>
              <a:t>oje</a:t>
            </a:r>
            <a:r>
              <a:rPr sz="2000" spc="-20" dirty="0">
                <a:solidFill>
                  <a:srgbClr val="4D4D4D"/>
                </a:solidFill>
                <a:latin typeface="Rockwell"/>
                <a:cs typeface="Rockwell"/>
              </a:rPr>
              <a:t>c</a:t>
            </a:r>
            <a:r>
              <a:rPr sz="2000" spc="-5" dirty="0">
                <a:solidFill>
                  <a:srgbClr val="4D4D4D"/>
                </a:solidFill>
                <a:latin typeface="Rockwell"/>
                <a:cs typeface="Rockwell"/>
              </a:rPr>
              <a:t>t</a:t>
            </a:r>
            <a:r>
              <a:rPr sz="2000" spc="1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B</a:t>
            </a:r>
            <a:r>
              <a:rPr sz="2000" spc="-15" dirty="0">
                <a:solidFill>
                  <a:srgbClr val="4D4D4D"/>
                </a:solidFill>
                <a:latin typeface="Rockwell"/>
                <a:cs typeface="Rockwell"/>
              </a:rPr>
              <a:t>r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ief,</a:t>
            </a:r>
            <a:r>
              <a:rPr sz="2000" spc="-15" dirty="0">
                <a:solidFill>
                  <a:srgbClr val="4D4D4D"/>
                </a:solidFill>
                <a:latin typeface="Rockwell"/>
                <a:cs typeface="Rockwell"/>
              </a:rPr>
              <a:t> whic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h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p</a:t>
            </a:r>
            <a:r>
              <a:rPr sz="2000" spc="-20" dirty="0">
                <a:solidFill>
                  <a:srgbClr val="4D4D4D"/>
                </a:solidFill>
                <a:latin typeface="Rockwell"/>
                <a:cs typeface="Rockwell"/>
              </a:rPr>
              <a:t>r</a:t>
            </a:r>
            <a:r>
              <a:rPr sz="2000" spc="-15" dirty="0">
                <a:solidFill>
                  <a:srgbClr val="4D4D4D"/>
                </a:solidFill>
                <a:latin typeface="Rockwell"/>
                <a:cs typeface="Rockwell"/>
              </a:rPr>
              <a:t>ovide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s</a:t>
            </a:r>
            <a:r>
              <a:rPr sz="2000" spc="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info</a:t>
            </a:r>
            <a:r>
              <a:rPr sz="2000" spc="-20" dirty="0">
                <a:solidFill>
                  <a:srgbClr val="4D4D4D"/>
                </a:solidFill>
                <a:latin typeface="Rockwell"/>
                <a:cs typeface="Rockwell"/>
              </a:rPr>
              <a:t>r</a:t>
            </a:r>
            <a:r>
              <a:rPr sz="2000" spc="-15" dirty="0">
                <a:solidFill>
                  <a:srgbClr val="4D4D4D"/>
                </a:solidFill>
                <a:latin typeface="Rockwell"/>
                <a:cs typeface="Rockwell"/>
              </a:rPr>
              <a:t>matio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n</a:t>
            </a:r>
            <a:r>
              <a:rPr sz="2000" spc="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spc="-15" dirty="0">
                <a:solidFill>
                  <a:srgbClr val="4D4D4D"/>
                </a:solidFill>
                <a:latin typeface="Rockwell"/>
                <a:cs typeface="Rockwell"/>
              </a:rPr>
              <a:t>o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n </a:t>
            </a:r>
            <a:r>
              <a:rPr sz="2000" spc="-15" dirty="0">
                <a:solidFill>
                  <a:srgbClr val="4D4D4D"/>
                </a:solidFill>
                <a:latin typeface="Rockwell"/>
                <a:cs typeface="Rockwell"/>
              </a:rPr>
              <a:t>th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e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sc</a:t>
            </a:r>
            <a:r>
              <a:rPr sz="2000" spc="-20" dirty="0">
                <a:solidFill>
                  <a:srgbClr val="4D4D4D"/>
                </a:solidFill>
                <a:latin typeface="Rockwell"/>
                <a:cs typeface="Rockwell"/>
              </a:rPr>
              <a:t>o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pe</a:t>
            </a:r>
            <a:r>
              <a:rPr sz="2000" spc="10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spc="-15" dirty="0">
                <a:solidFill>
                  <a:srgbClr val="4D4D4D"/>
                </a:solidFill>
                <a:latin typeface="Rockwell"/>
                <a:cs typeface="Rockwell"/>
              </a:rPr>
              <a:t>o</a:t>
            </a:r>
            <a:r>
              <a:rPr sz="2000" spc="-5" dirty="0">
                <a:solidFill>
                  <a:srgbClr val="4D4D4D"/>
                </a:solidFill>
                <a:latin typeface="Rockwell"/>
                <a:cs typeface="Rockwell"/>
              </a:rPr>
              <a:t>f </a:t>
            </a:r>
            <a:r>
              <a:rPr sz="2000" spc="-15" dirty="0">
                <a:solidFill>
                  <a:srgbClr val="4D4D4D"/>
                </a:solidFill>
                <a:latin typeface="Rockwell"/>
                <a:cs typeface="Rockwell"/>
              </a:rPr>
              <a:t>th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e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p</a:t>
            </a:r>
            <a:r>
              <a:rPr sz="2000" spc="-20" dirty="0">
                <a:solidFill>
                  <a:srgbClr val="4D4D4D"/>
                </a:solidFill>
                <a:latin typeface="Rockwell"/>
                <a:cs typeface="Rockwell"/>
              </a:rPr>
              <a:t>r</a:t>
            </a:r>
            <a:r>
              <a:rPr sz="2000" spc="-15" dirty="0">
                <a:solidFill>
                  <a:srgbClr val="4D4D4D"/>
                </a:solidFill>
                <a:latin typeface="Rockwell"/>
                <a:cs typeface="Rockwell"/>
              </a:rPr>
              <a:t>oje</a:t>
            </a:r>
            <a:r>
              <a:rPr sz="2000" spc="-20" dirty="0">
                <a:solidFill>
                  <a:srgbClr val="4D4D4D"/>
                </a:solidFill>
                <a:latin typeface="Rockwell"/>
                <a:cs typeface="Rockwell"/>
              </a:rPr>
              <a:t>c</a:t>
            </a:r>
            <a:r>
              <a:rPr sz="2000" spc="-5" dirty="0">
                <a:solidFill>
                  <a:srgbClr val="4D4D4D"/>
                </a:solidFill>
                <a:latin typeface="Rockwell"/>
                <a:cs typeface="Rockwell"/>
              </a:rPr>
              <a:t>t</a:t>
            </a:r>
            <a:r>
              <a:rPr sz="2000" spc="1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and</a:t>
            </a:r>
            <a:r>
              <a:rPr sz="2000" spc="-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spc="-20" dirty="0">
                <a:solidFill>
                  <a:srgbClr val="4D4D4D"/>
                </a:solidFill>
                <a:latin typeface="Rockwell"/>
                <a:cs typeface="Rockwell"/>
              </a:rPr>
              <a:t>mos</a:t>
            </a:r>
            <a:r>
              <a:rPr sz="2000" spc="-5" dirty="0">
                <a:solidFill>
                  <a:srgbClr val="4D4D4D"/>
                </a:solidFill>
                <a:latin typeface="Rockwell"/>
                <a:cs typeface="Rockwell"/>
              </a:rPr>
              <a:t>t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spc="-15" dirty="0">
                <a:solidFill>
                  <a:srgbClr val="4D4D4D"/>
                </a:solidFill>
                <a:latin typeface="Rockwell"/>
                <a:cs typeface="Rockwell"/>
              </a:rPr>
              <a:t>o</a:t>
            </a:r>
            <a:r>
              <a:rPr sz="2000" spc="-5" dirty="0">
                <a:solidFill>
                  <a:srgbClr val="4D4D4D"/>
                </a:solidFill>
                <a:latin typeface="Rockwell"/>
                <a:cs typeface="Rockwell"/>
              </a:rPr>
              <a:t>f </a:t>
            </a:r>
            <a:r>
              <a:rPr sz="2000" spc="-15" dirty="0">
                <a:solidFill>
                  <a:srgbClr val="4D4D4D"/>
                </a:solidFill>
                <a:latin typeface="Rockwell"/>
                <a:cs typeface="Rockwell"/>
              </a:rPr>
              <a:t>th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e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info</a:t>
            </a:r>
            <a:r>
              <a:rPr sz="2000" spc="-20" dirty="0">
                <a:solidFill>
                  <a:srgbClr val="4D4D4D"/>
                </a:solidFill>
                <a:latin typeface="Rockwell"/>
                <a:cs typeface="Rockwell"/>
              </a:rPr>
              <a:t>r</a:t>
            </a:r>
            <a:r>
              <a:rPr sz="2000" spc="-15" dirty="0">
                <a:solidFill>
                  <a:srgbClr val="4D4D4D"/>
                </a:solidFill>
                <a:latin typeface="Rockwell"/>
                <a:cs typeface="Rockwell"/>
              </a:rPr>
              <a:t>matio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n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spc="-20" dirty="0">
                <a:solidFill>
                  <a:srgbClr val="4D4D4D"/>
                </a:solidFill>
                <a:latin typeface="Rockwell"/>
                <a:cs typeface="Rockwell"/>
              </a:rPr>
              <a:t>c</a:t>
            </a:r>
            <a:r>
              <a:rPr sz="2000" spc="-15" dirty="0">
                <a:solidFill>
                  <a:srgbClr val="4D4D4D"/>
                </a:solidFill>
                <a:latin typeface="Rockwell"/>
                <a:cs typeface="Rockwell"/>
              </a:rPr>
              <a:t>ollecte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d</a:t>
            </a:r>
            <a:r>
              <a:rPr sz="2000" spc="2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to</a:t>
            </a:r>
            <a:r>
              <a:rPr sz="2000" spc="-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d</a:t>
            </a:r>
            <a:r>
              <a:rPr sz="2000" spc="-5" dirty="0">
                <a:solidFill>
                  <a:srgbClr val="4D4D4D"/>
                </a:solidFill>
                <a:latin typeface="Rockwell"/>
                <a:cs typeface="Rockwell"/>
              </a:rPr>
              <a:t>a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te</a:t>
            </a:r>
            <a:r>
              <a:rPr sz="2000" spc="-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in this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p</a:t>
            </a:r>
            <a:r>
              <a:rPr sz="2000" spc="-20" dirty="0">
                <a:solidFill>
                  <a:srgbClr val="4D4D4D"/>
                </a:solidFill>
                <a:latin typeface="Rockwell"/>
                <a:cs typeface="Rockwell"/>
              </a:rPr>
              <a:t>r</a:t>
            </a:r>
            <a:r>
              <a:rPr sz="2000" spc="-15" dirty="0">
                <a:solidFill>
                  <a:srgbClr val="4D4D4D"/>
                </a:solidFill>
                <a:latin typeface="Rockwell"/>
                <a:cs typeface="Rockwell"/>
              </a:rPr>
              <a:t>o</a:t>
            </a:r>
            <a:r>
              <a:rPr sz="2000" spc="-20" dirty="0">
                <a:solidFill>
                  <a:srgbClr val="4D4D4D"/>
                </a:solidFill>
                <a:latin typeface="Rockwell"/>
                <a:cs typeface="Rockwell"/>
              </a:rPr>
              <a:t>c</a:t>
            </a:r>
            <a:r>
              <a:rPr sz="2000" spc="-15" dirty="0">
                <a:solidFill>
                  <a:srgbClr val="4D4D4D"/>
                </a:solidFill>
                <a:latin typeface="Rockwell"/>
                <a:cs typeface="Rockwell"/>
              </a:rPr>
              <a:t>ess.</a:t>
            </a:r>
            <a:endParaRPr sz="2000" dirty="0">
              <a:latin typeface="Rockwell"/>
              <a:cs typeface="Rockwell"/>
            </a:endParaRPr>
          </a:p>
          <a:p>
            <a:pPr marL="355600" indent="-342900" algn="just">
              <a:spcBef>
                <a:spcPts val="380"/>
              </a:spcBef>
              <a:buClr>
                <a:srgbClr val="292929"/>
              </a:buClr>
              <a:buFont typeface="Wingdings"/>
              <a:buChar char=""/>
              <a:tabLst>
                <a:tab pos="355600" algn="l"/>
              </a:tabLst>
            </a:pPr>
            <a:r>
              <a:rPr sz="2000" spc="-15" dirty="0">
                <a:solidFill>
                  <a:srgbClr val="4D4D4D"/>
                </a:solidFill>
                <a:latin typeface="Rockwell"/>
                <a:cs typeface="Rockwell"/>
              </a:rPr>
              <a:t>C</a:t>
            </a:r>
            <a:r>
              <a:rPr sz="2000" spc="-20" dirty="0">
                <a:solidFill>
                  <a:srgbClr val="4D4D4D"/>
                </a:solidFill>
                <a:latin typeface="Rockwell"/>
                <a:cs typeface="Rockwell"/>
              </a:rPr>
              <a:t>r</a:t>
            </a:r>
            <a:r>
              <a:rPr sz="2000" spc="-15" dirty="0">
                <a:solidFill>
                  <a:srgbClr val="4D4D4D"/>
                </a:solidFill>
                <a:latin typeface="Rockwell"/>
                <a:cs typeface="Rockwell"/>
              </a:rPr>
              <a:t>eat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e</a:t>
            </a:r>
            <a:r>
              <a:rPr sz="2000" spc="-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a</a:t>
            </a:r>
            <a:r>
              <a:rPr sz="2000" spc="-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detailed</a:t>
            </a:r>
            <a:r>
              <a:rPr sz="2000" spc="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St</a:t>
            </a:r>
            <a:r>
              <a:rPr sz="2000" spc="-5" dirty="0">
                <a:solidFill>
                  <a:srgbClr val="4D4D4D"/>
                </a:solidFill>
                <a:latin typeface="Rockwell"/>
                <a:cs typeface="Rockwell"/>
              </a:rPr>
              <a:t>a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ge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spc="-15" dirty="0">
                <a:solidFill>
                  <a:srgbClr val="4D4D4D"/>
                </a:solidFill>
                <a:latin typeface="Rockwell"/>
                <a:cs typeface="Rockwell"/>
              </a:rPr>
              <a:t>Pla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n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to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plan the</a:t>
            </a:r>
            <a:r>
              <a:rPr sz="2000" spc="-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spc="-15" dirty="0">
                <a:solidFill>
                  <a:srgbClr val="4D4D4D"/>
                </a:solidFill>
                <a:latin typeface="Rockwell"/>
                <a:cs typeface="Rockwell"/>
              </a:rPr>
              <a:t>wo</a:t>
            </a:r>
            <a:r>
              <a:rPr sz="2000" spc="-20" dirty="0">
                <a:solidFill>
                  <a:srgbClr val="4D4D4D"/>
                </a:solidFill>
                <a:latin typeface="Rockwell"/>
                <a:cs typeface="Rockwell"/>
              </a:rPr>
              <a:t>r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k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to</a:t>
            </a:r>
            <a:r>
              <a:rPr sz="2000" spc="-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be do</a:t>
            </a:r>
            <a:r>
              <a:rPr sz="2000" spc="-20" dirty="0">
                <a:solidFill>
                  <a:srgbClr val="4D4D4D"/>
                </a:solidFill>
                <a:latin typeface="Rockwell"/>
                <a:cs typeface="Rockwell"/>
              </a:rPr>
              <a:t>n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e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in</a:t>
            </a:r>
            <a:r>
              <a:rPr sz="2000" spc="-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spc="-15" dirty="0">
                <a:solidFill>
                  <a:srgbClr val="4D4D4D"/>
                </a:solidFill>
                <a:latin typeface="Rockwell"/>
                <a:cs typeface="Rockwell"/>
              </a:rPr>
              <a:t>th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e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Initi</a:t>
            </a:r>
            <a:r>
              <a:rPr sz="2000" spc="-5" dirty="0">
                <a:solidFill>
                  <a:srgbClr val="4D4D4D"/>
                </a:solidFill>
                <a:latin typeface="Rockwell"/>
                <a:cs typeface="Rockwell"/>
              </a:rPr>
              <a:t>a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tion Stage.</a:t>
            </a:r>
            <a:endParaRPr sz="2000" dirty="0">
              <a:latin typeface="Rockwell"/>
              <a:cs typeface="Rockwell"/>
            </a:endParaRPr>
          </a:p>
          <a:p>
            <a:pPr marL="355600" indent="-342900" algn="just">
              <a:spcBef>
                <a:spcPts val="385"/>
              </a:spcBef>
              <a:buClr>
                <a:srgbClr val="292929"/>
              </a:buClr>
              <a:buFont typeface="Wingdings"/>
              <a:buChar char=""/>
              <a:tabLst>
                <a:tab pos="355600" algn="l"/>
              </a:tabLst>
            </a:pP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So</a:t>
            </a:r>
            <a:r>
              <a:rPr sz="2000" spc="-20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as</a:t>
            </a:r>
            <a:r>
              <a:rPr sz="2000" spc="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you can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se</a:t>
            </a:r>
            <a:r>
              <a:rPr sz="2000" spc="-20" dirty="0">
                <a:solidFill>
                  <a:srgbClr val="4D4D4D"/>
                </a:solidFill>
                <a:latin typeface="Rockwell"/>
                <a:cs typeface="Rockwell"/>
              </a:rPr>
              <a:t>e</a:t>
            </a:r>
            <a:r>
              <a:rPr sz="2000" spc="-5" dirty="0">
                <a:solidFill>
                  <a:srgbClr val="4D4D4D"/>
                </a:solidFill>
                <a:latin typeface="Rockwell"/>
                <a:cs typeface="Rockwell"/>
              </a:rPr>
              <a:t>,</a:t>
            </a:r>
            <a:r>
              <a:rPr sz="2000" spc="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spc="-5" dirty="0">
                <a:solidFill>
                  <a:srgbClr val="4D4D4D"/>
                </a:solidFill>
                <a:latin typeface="Rockwell"/>
                <a:cs typeface="Rockwell"/>
              </a:rPr>
              <a:t>t</a:t>
            </a:r>
            <a:r>
              <a:rPr sz="2000" spc="-20" dirty="0">
                <a:solidFill>
                  <a:srgbClr val="4D4D4D"/>
                </a:solidFill>
                <a:latin typeface="Rockwell"/>
                <a:cs typeface="Rockwell"/>
              </a:rPr>
              <a:t>h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e</a:t>
            </a:r>
            <a:r>
              <a:rPr sz="2000" spc="-5" dirty="0">
                <a:solidFill>
                  <a:srgbClr val="4D4D4D"/>
                </a:solidFill>
                <a:latin typeface="Rockwell"/>
                <a:cs typeface="Rockwell"/>
              </a:rPr>
              <a:t> S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ta</a:t>
            </a:r>
            <a:r>
              <a:rPr sz="2000" spc="-20" dirty="0">
                <a:solidFill>
                  <a:srgbClr val="4D4D4D"/>
                </a:solidFill>
                <a:latin typeface="Rockwell"/>
                <a:cs typeface="Rockwell"/>
              </a:rPr>
              <a:t>r</a:t>
            </a:r>
            <a:r>
              <a:rPr sz="2000" spc="-5" dirty="0">
                <a:solidFill>
                  <a:srgbClr val="4D4D4D"/>
                </a:solidFill>
                <a:latin typeface="Rockwell"/>
                <a:cs typeface="Rockwell"/>
              </a:rPr>
              <a:t>ti</a:t>
            </a:r>
            <a:r>
              <a:rPr sz="2000" spc="-20" dirty="0">
                <a:solidFill>
                  <a:srgbClr val="4D4D4D"/>
                </a:solidFill>
                <a:latin typeface="Rockwell"/>
                <a:cs typeface="Rockwell"/>
              </a:rPr>
              <a:t>n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g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spc="-15" dirty="0">
                <a:solidFill>
                  <a:srgbClr val="4D4D4D"/>
                </a:solidFill>
                <a:latin typeface="Rockwell"/>
                <a:cs typeface="Rockwell"/>
              </a:rPr>
              <a:t>Up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a</a:t>
            </a:r>
            <a:r>
              <a:rPr sz="2000" spc="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spc="-15" dirty="0">
                <a:solidFill>
                  <a:srgbClr val="4D4D4D"/>
                </a:solidFill>
                <a:latin typeface="Rockwell"/>
                <a:cs typeface="Rockwell"/>
              </a:rPr>
              <a:t>P</a:t>
            </a:r>
            <a:r>
              <a:rPr sz="2000" spc="-25" dirty="0">
                <a:solidFill>
                  <a:srgbClr val="4D4D4D"/>
                </a:solidFill>
                <a:latin typeface="Rockwell"/>
                <a:cs typeface="Rockwell"/>
              </a:rPr>
              <a:t>r</a:t>
            </a:r>
            <a:r>
              <a:rPr sz="2000" spc="-15" dirty="0">
                <a:solidFill>
                  <a:srgbClr val="4D4D4D"/>
                </a:solidFill>
                <a:latin typeface="Rockwell"/>
                <a:cs typeface="Rockwell"/>
              </a:rPr>
              <a:t>oj</a:t>
            </a:r>
            <a:r>
              <a:rPr sz="2000" spc="-20" dirty="0">
                <a:solidFill>
                  <a:srgbClr val="4D4D4D"/>
                </a:solidFill>
                <a:latin typeface="Rockwell"/>
                <a:cs typeface="Rockwell"/>
              </a:rPr>
              <a:t>e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ct</a:t>
            </a:r>
            <a:r>
              <a:rPr sz="2000" spc="-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p</a:t>
            </a:r>
            <a:r>
              <a:rPr sz="2000" spc="-20" dirty="0">
                <a:solidFill>
                  <a:srgbClr val="4D4D4D"/>
                </a:solidFill>
                <a:latin typeface="Rockwell"/>
                <a:cs typeface="Rockwell"/>
              </a:rPr>
              <a:t>r</a:t>
            </a:r>
            <a:r>
              <a:rPr sz="2000" spc="-15" dirty="0">
                <a:solidFill>
                  <a:srgbClr val="4D4D4D"/>
                </a:solidFill>
                <a:latin typeface="Rockwell"/>
                <a:cs typeface="Rockwell"/>
              </a:rPr>
              <a:t>o</a:t>
            </a:r>
            <a:r>
              <a:rPr sz="2000" spc="-20" dirty="0">
                <a:solidFill>
                  <a:srgbClr val="4D4D4D"/>
                </a:solidFill>
                <a:latin typeface="Rockwell"/>
                <a:cs typeface="Rockwell"/>
              </a:rPr>
              <a:t>c</a:t>
            </a:r>
            <a:r>
              <a:rPr sz="2000" spc="-15" dirty="0">
                <a:solidFill>
                  <a:srgbClr val="4D4D4D"/>
                </a:solidFill>
                <a:latin typeface="Rockwell"/>
                <a:cs typeface="Rockwell"/>
              </a:rPr>
              <a:t>es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s</a:t>
            </a:r>
            <a:r>
              <a:rPr sz="2000" spc="2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spc="-15" dirty="0">
                <a:solidFill>
                  <a:srgbClr val="4D4D4D"/>
                </a:solidFill>
                <a:latin typeface="Rockwell"/>
                <a:cs typeface="Rockwell"/>
              </a:rPr>
              <a:t>obj</a:t>
            </a:r>
            <a:r>
              <a:rPr sz="2000" spc="-20" dirty="0">
                <a:solidFill>
                  <a:srgbClr val="4D4D4D"/>
                </a:solidFill>
                <a:latin typeface="Rockwell"/>
                <a:cs typeface="Rockwell"/>
              </a:rPr>
              <a:t>e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c</a:t>
            </a:r>
            <a:r>
              <a:rPr sz="2000" spc="-15" dirty="0">
                <a:solidFill>
                  <a:srgbClr val="4D4D4D"/>
                </a:solidFill>
                <a:latin typeface="Rockwell"/>
                <a:cs typeface="Rockwell"/>
              </a:rPr>
              <a:t>t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iv</a:t>
            </a:r>
            <a:r>
              <a:rPr sz="2000" spc="-20" dirty="0">
                <a:solidFill>
                  <a:srgbClr val="4D4D4D"/>
                </a:solidFill>
                <a:latin typeface="Rockwell"/>
                <a:cs typeface="Rockwell"/>
              </a:rPr>
              <a:t>e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s</a:t>
            </a:r>
            <a:r>
              <a:rPr sz="2000" spc="1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are </a:t>
            </a:r>
            <a:r>
              <a:rPr sz="2000" spc="-15" dirty="0">
                <a:solidFill>
                  <a:srgbClr val="4D4D4D"/>
                </a:solidFill>
                <a:latin typeface="Rockwell"/>
                <a:cs typeface="Rockwell"/>
              </a:rPr>
              <a:t>t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o</a:t>
            </a:r>
            <a:r>
              <a:rPr sz="2000" spc="-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p</a:t>
            </a:r>
            <a:r>
              <a:rPr sz="2000" spc="-15" dirty="0">
                <a:solidFill>
                  <a:srgbClr val="4D4D4D"/>
                </a:solidFill>
                <a:latin typeface="Rockwell"/>
                <a:cs typeface="Rockwell"/>
              </a:rPr>
              <a:t>ro</a:t>
            </a:r>
            <a:r>
              <a:rPr sz="2000" spc="-20" dirty="0">
                <a:solidFill>
                  <a:srgbClr val="4D4D4D"/>
                </a:solidFill>
                <a:latin typeface="Rockwell"/>
                <a:cs typeface="Rockwell"/>
              </a:rPr>
              <a:t>v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ide</a:t>
            </a:r>
            <a:r>
              <a:rPr sz="2000" spc="-5" dirty="0">
                <a:solidFill>
                  <a:srgbClr val="4D4D4D"/>
                </a:solidFill>
                <a:latin typeface="Rockwell"/>
                <a:cs typeface="Rockwell"/>
              </a:rPr>
              <a:t> t</a:t>
            </a:r>
            <a:r>
              <a:rPr sz="2000" spc="-20" dirty="0">
                <a:solidFill>
                  <a:srgbClr val="4D4D4D"/>
                </a:solidFill>
                <a:latin typeface="Rockwell"/>
                <a:cs typeface="Rockwell"/>
              </a:rPr>
              <a:t>h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e</a:t>
            </a:r>
            <a:endParaRPr sz="2000" dirty="0">
              <a:latin typeface="Rockwell"/>
              <a:cs typeface="Rockwell"/>
            </a:endParaRPr>
          </a:p>
          <a:p>
            <a:pPr marL="355600" algn="just"/>
            <a:r>
              <a:rPr sz="2000" spc="-15" dirty="0">
                <a:solidFill>
                  <a:srgbClr val="4D4D4D"/>
                </a:solidFill>
                <a:latin typeface="Rockwell"/>
                <a:cs typeface="Rockwell"/>
              </a:rPr>
              <a:t>P</a:t>
            </a:r>
            <a:r>
              <a:rPr sz="2000" spc="-20" dirty="0">
                <a:solidFill>
                  <a:srgbClr val="4D4D4D"/>
                </a:solidFill>
                <a:latin typeface="Rockwell"/>
                <a:cs typeface="Rockwell"/>
              </a:rPr>
              <a:t>r</a:t>
            </a:r>
            <a:r>
              <a:rPr sz="2000" spc="-15" dirty="0">
                <a:solidFill>
                  <a:srgbClr val="4D4D4D"/>
                </a:solidFill>
                <a:latin typeface="Rockwell"/>
                <a:cs typeface="Rockwell"/>
              </a:rPr>
              <a:t>oje</a:t>
            </a:r>
            <a:r>
              <a:rPr sz="2000" spc="-20" dirty="0">
                <a:solidFill>
                  <a:srgbClr val="4D4D4D"/>
                </a:solidFill>
                <a:latin typeface="Rockwell"/>
                <a:cs typeface="Rockwell"/>
              </a:rPr>
              <a:t>c</a:t>
            </a:r>
            <a:r>
              <a:rPr sz="2000" spc="-5" dirty="0">
                <a:solidFill>
                  <a:srgbClr val="4D4D4D"/>
                </a:solidFill>
                <a:latin typeface="Rockwell"/>
                <a:cs typeface="Rockwell"/>
              </a:rPr>
              <a:t>t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B</a:t>
            </a:r>
            <a:r>
              <a:rPr sz="2000" spc="-15" dirty="0">
                <a:solidFill>
                  <a:srgbClr val="4D4D4D"/>
                </a:solidFill>
                <a:latin typeface="Rockwell"/>
                <a:cs typeface="Rockwell"/>
              </a:rPr>
              <a:t>oar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d</a:t>
            </a:r>
            <a:r>
              <a:rPr sz="2000" spc="-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with</a:t>
            </a:r>
            <a:r>
              <a:rPr sz="2000" spc="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c</a:t>
            </a:r>
            <a:r>
              <a:rPr sz="2000" spc="-20" dirty="0">
                <a:solidFill>
                  <a:srgbClr val="4D4D4D"/>
                </a:solidFill>
                <a:latin typeface="Rockwell"/>
                <a:cs typeface="Rockwell"/>
              </a:rPr>
              <a:t>e</a:t>
            </a:r>
            <a:r>
              <a:rPr sz="2000" spc="-15" dirty="0">
                <a:solidFill>
                  <a:srgbClr val="4D4D4D"/>
                </a:solidFill>
                <a:latin typeface="Rockwell"/>
                <a:cs typeface="Rockwell"/>
              </a:rPr>
              <a:t>r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tain</a:t>
            </a:r>
            <a:r>
              <a:rPr sz="2000" spc="1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info</a:t>
            </a:r>
            <a:r>
              <a:rPr sz="2000" spc="-20" dirty="0">
                <a:solidFill>
                  <a:srgbClr val="4D4D4D"/>
                </a:solidFill>
                <a:latin typeface="Rockwell"/>
                <a:cs typeface="Rockwell"/>
              </a:rPr>
              <a:t>r</a:t>
            </a:r>
            <a:r>
              <a:rPr sz="2000" spc="-15" dirty="0">
                <a:solidFill>
                  <a:srgbClr val="4D4D4D"/>
                </a:solidFill>
                <a:latin typeface="Rockwell"/>
                <a:cs typeface="Rockwell"/>
              </a:rPr>
              <a:t>matio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n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and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to</a:t>
            </a:r>
            <a:r>
              <a:rPr sz="2000" spc="-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pr</a:t>
            </a:r>
            <a:r>
              <a:rPr sz="2000" spc="-20" dirty="0">
                <a:solidFill>
                  <a:srgbClr val="4D4D4D"/>
                </a:solidFill>
                <a:latin typeface="Rockwell"/>
                <a:cs typeface="Rockwell"/>
              </a:rPr>
              <a:t>e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pare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the</a:t>
            </a:r>
            <a:r>
              <a:rPr sz="2000" spc="-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Initi</a:t>
            </a:r>
            <a:r>
              <a:rPr sz="2000" spc="-5" dirty="0">
                <a:solidFill>
                  <a:srgbClr val="4D4D4D"/>
                </a:solidFill>
                <a:latin typeface="Rockwell"/>
                <a:cs typeface="Rockwell"/>
              </a:rPr>
              <a:t>a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tion Stage.</a:t>
            </a:r>
            <a:endParaRPr sz="2000" dirty="0">
              <a:latin typeface="Rockwell"/>
              <a:cs typeface="Rockwel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763259" y="29832"/>
            <a:ext cx="1397000" cy="1846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200" dirty="0">
                <a:latin typeface="Courier New"/>
                <a:cs typeface="Courier New"/>
              </a:rPr>
              <a:t>- Pankaj </a:t>
            </a:r>
            <a:r>
              <a:rPr lang="es-ES" sz="1200" dirty="0">
                <a:latin typeface="Courier New"/>
                <a:cs typeface="Courier New"/>
              </a:rPr>
              <a:t> </a:t>
            </a:r>
            <a:endParaRPr sz="1200" dirty="0">
              <a:latin typeface="Courier New"/>
              <a:cs typeface="Courier New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0" y="16148"/>
            <a:ext cx="12192000" cy="548956"/>
          </a:xfrm>
          <a:prstGeom prst="rect">
            <a:avLst/>
          </a:prstGeom>
          <a:solidFill>
            <a:srgbClr val="00008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dirty="0" smtClean="0">
                <a:latin typeface="Rockwell" charset="0"/>
                <a:ea typeface="Rockwell" charset="0"/>
                <a:cs typeface="Rockwell" charset="0"/>
              </a:rPr>
              <a:t>Objectives of Starting up a Project</a:t>
            </a:r>
            <a:endParaRPr lang="en-US" sz="2800" dirty="0">
              <a:latin typeface="Rockwell" charset="0"/>
              <a:ea typeface="Rockwell" charset="0"/>
              <a:cs typeface="Rockwel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48539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458964"/>
            <a:ext cx="354330" cy="5993905"/>
          </a:xfrm>
          <a:custGeom>
            <a:avLst/>
            <a:gdLst/>
            <a:ahLst/>
            <a:cxnLst/>
            <a:rect l="l" t="t" r="r" b="b"/>
            <a:pathLst>
              <a:path w="354330" h="5904230">
                <a:moveTo>
                  <a:pt x="0" y="5903975"/>
                </a:moveTo>
                <a:lnTo>
                  <a:pt x="354011" y="5903975"/>
                </a:lnTo>
                <a:lnTo>
                  <a:pt x="354011" y="0"/>
                </a:lnTo>
                <a:lnTo>
                  <a:pt x="0" y="0"/>
                </a:lnTo>
                <a:lnTo>
                  <a:pt x="0" y="5903975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6452870"/>
            <a:ext cx="12192000" cy="405130"/>
          </a:xfrm>
          <a:custGeom>
            <a:avLst/>
            <a:gdLst/>
            <a:ahLst/>
            <a:cxnLst/>
            <a:rect l="l" t="t" r="r" b="b"/>
            <a:pathLst>
              <a:path w="9144000" h="405129">
                <a:moveTo>
                  <a:pt x="9144000" y="404811"/>
                </a:moveTo>
                <a:lnTo>
                  <a:pt x="9144000" y="0"/>
                </a:lnTo>
                <a:lnTo>
                  <a:pt x="0" y="0"/>
                </a:lnTo>
                <a:lnTo>
                  <a:pt x="0" y="404811"/>
                </a:lnTo>
                <a:lnTo>
                  <a:pt x="9144000" y="404811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590606" y="836675"/>
            <a:ext cx="9010787" cy="551005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926743" y="28078"/>
            <a:ext cx="3770629" cy="4308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800" b="1" spc="-15" dirty="0">
                <a:solidFill>
                  <a:srgbClr val="FFFFFF"/>
                </a:solidFill>
                <a:latin typeface="Rockwell"/>
                <a:cs typeface="Rockwell"/>
              </a:rPr>
              <a:t>Start</a:t>
            </a:r>
            <a:r>
              <a:rPr sz="2800" b="1" spc="-25" dirty="0">
                <a:solidFill>
                  <a:srgbClr val="FFFFFF"/>
                </a:solidFill>
                <a:latin typeface="Rockwell"/>
                <a:cs typeface="Rockwell"/>
              </a:rPr>
              <a:t>i</a:t>
            </a:r>
            <a:r>
              <a:rPr sz="2800" b="1" spc="-20" dirty="0">
                <a:solidFill>
                  <a:srgbClr val="FFFFFF"/>
                </a:solidFill>
                <a:latin typeface="Rockwell"/>
                <a:cs typeface="Rockwell"/>
              </a:rPr>
              <a:t>ng</a:t>
            </a:r>
            <a:r>
              <a:rPr sz="2800" b="1" dirty="0">
                <a:solidFill>
                  <a:srgbClr val="FFFFFF"/>
                </a:solidFill>
                <a:latin typeface="Rockwell"/>
                <a:cs typeface="Rockwell"/>
              </a:rPr>
              <a:t> </a:t>
            </a:r>
            <a:r>
              <a:rPr sz="2800" b="1" spc="-20" dirty="0">
                <a:solidFill>
                  <a:srgbClr val="FFFFFF"/>
                </a:solidFill>
                <a:latin typeface="Rockwell"/>
                <a:cs typeface="Rockwell"/>
              </a:rPr>
              <a:t>Up</a:t>
            </a:r>
            <a:r>
              <a:rPr sz="2800" b="1" spc="5" dirty="0">
                <a:solidFill>
                  <a:srgbClr val="FFFFFF"/>
                </a:solidFill>
                <a:latin typeface="Rockwell"/>
                <a:cs typeface="Rockwell"/>
              </a:rPr>
              <a:t> </a:t>
            </a:r>
            <a:r>
              <a:rPr sz="2800" b="1" spc="-20" dirty="0">
                <a:solidFill>
                  <a:srgbClr val="FFFFFF"/>
                </a:solidFill>
                <a:latin typeface="Rockwell"/>
                <a:cs typeface="Rockwell"/>
              </a:rPr>
              <a:t>a</a:t>
            </a:r>
            <a:r>
              <a:rPr sz="2800" b="1" spc="5" dirty="0">
                <a:solidFill>
                  <a:srgbClr val="FFFFFF"/>
                </a:solidFill>
                <a:latin typeface="Rockwell"/>
                <a:cs typeface="Rockwell"/>
              </a:rPr>
              <a:t> </a:t>
            </a:r>
            <a:r>
              <a:rPr sz="2800" b="1" spc="-20" dirty="0">
                <a:solidFill>
                  <a:srgbClr val="FFFFFF"/>
                </a:solidFill>
                <a:latin typeface="Rockwell"/>
                <a:cs typeface="Rockwell"/>
              </a:rPr>
              <a:t>P</a:t>
            </a:r>
            <a:r>
              <a:rPr sz="2800" b="1" spc="-25" dirty="0">
                <a:solidFill>
                  <a:srgbClr val="FFFFFF"/>
                </a:solidFill>
                <a:latin typeface="Rockwell"/>
                <a:cs typeface="Rockwell"/>
              </a:rPr>
              <a:t>r</a:t>
            </a:r>
            <a:r>
              <a:rPr sz="2800" b="1" spc="-20" dirty="0">
                <a:solidFill>
                  <a:srgbClr val="FFFFFF"/>
                </a:solidFill>
                <a:latin typeface="Rockwell"/>
                <a:cs typeface="Rockwell"/>
              </a:rPr>
              <a:t>oj</a:t>
            </a:r>
            <a:r>
              <a:rPr sz="2800" b="1" spc="-315" dirty="0">
                <a:solidFill>
                  <a:srgbClr val="FFFFFF"/>
                </a:solidFill>
                <a:latin typeface="Rockwell"/>
                <a:cs typeface="Rockwell"/>
              </a:rPr>
              <a:t>e</a:t>
            </a:r>
            <a:r>
              <a:rPr spc="-644" baseline="62500" dirty="0">
                <a:latin typeface="Courier New"/>
                <a:cs typeface="Courier New"/>
              </a:rPr>
              <a:t>A</a:t>
            </a:r>
            <a:r>
              <a:rPr sz="2800" b="1" spc="-1170" dirty="0">
                <a:solidFill>
                  <a:srgbClr val="FFFFFF"/>
                </a:solidFill>
                <a:latin typeface="Rockwell"/>
                <a:cs typeface="Rockwell"/>
              </a:rPr>
              <a:t>c</a:t>
            </a:r>
            <a:r>
              <a:rPr baseline="62500" dirty="0">
                <a:latin typeface="Courier New"/>
                <a:cs typeface="Courier New"/>
              </a:rPr>
              <a:t>u</a:t>
            </a:r>
            <a:r>
              <a:rPr spc="-442" baseline="62500" dirty="0">
                <a:latin typeface="Courier New"/>
                <a:cs typeface="Courier New"/>
              </a:rPr>
              <a:t>t</a:t>
            </a:r>
            <a:r>
              <a:rPr sz="2800" b="1" spc="-680" dirty="0">
                <a:solidFill>
                  <a:srgbClr val="FFFFFF"/>
                </a:solidFill>
                <a:latin typeface="Rockwell"/>
                <a:cs typeface="Rockwell"/>
              </a:rPr>
              <a:t>t</a:t>
            </a:r>
            <a:r>
              <a:rPr baseline="62500" dirty="0">
                <a:latin typeface="Courier New"/>
                <a:cs typeface="Courier New"/>
              </a:rPr>
              <a:t>hor</a:t>
            </a:r>
            <a:endParaRPr baseline="625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763259" y="29832"/>
            <a:ext cx="1397000" cy="1846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200" dirty="0">
                <a:latin typeface="Courier New"/>
                <a:cs typeface="Courier New"/>
              </a:rPr>
              <a:t>- Pankaj </a:t>
            </a:r>
            <a:r>
              <a:rPr lang="es-ES" sz="1200" dirty="0">
                <a:latin typeface="Courier New"/>
                <a:cs typeface="Courier New"/>
              </a:rPr>
              <a:t> </a:t>
            </a:r>
            <a:endParaRPr sz="1200" dirty="0">
              <a:latin typeface="Courier New"/>
              <a:cs typeface="Courier New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0" y="16148"/>
            <a:ext cx="12192000" cy="548956"/>
          </a:xfrm>
          <a:prstGeom prst="rect">
            <a:avLst/>
          </a:prstGeom>
          <a:solidFill>
            <a:srgbClr val="00008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dirty="0" smtClean="0">
                <a:latin typeface="Rockwell" charset="0"/>
                <a:ea typeface="Rockwell" charset="0"/>
                <a:cs typeface="Rockwell" charset="0"/>
              </a:rPr>
              <a:t>Starting up a Project</a:t>
            </a:r>
            <a:endParaRPr lang="en-US" sz="2800" dirty="0">
              <a:latin typeface="Rockwell" charset="0"/>
              <a:ea typeface="Rockwell" charset="0"/>
              <a:cs typeface="Rockwel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58729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458964"/>
            <a:ext cx="354330" cy="6025309"/>
          </a:xfrm>
          <a:custGeom>
            <a:avLst/>
            <a:gdLst/>
            <a:ahLst/>
            <a:cxnLst/>
            <a:rect l="l" t="t" r="r" b="b"/>
            <a:pathLst>
              <a:path w="354330" h="5904230">
                <a:moveTo>
                  <a:pt x="0" y="5903975"/>
                </a:moveTo>
                <a:lnTo>
                  <a:pt x="354011" y="5903975"/>
                </a:lnTo>
                <a:lnTo>
                  <a:pt x="354011" y="0"/>
                </a:lnTo>
                <a:lnTo>
                  <a:pt x="0" y="0"/>
                </a:lnTo>
                <a:lnTo>
                  <a:pt x="0" y="5903975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6484274"/>
            <a:ext cx="12192000" cy="405130"/>
          </a:xfrm>
          <a:custGeom>
            <a:avLst/>
            <a:gdLst/>
            <a:ahLst/>
            <a:cxnLst/>
            <a:rect l="l" t="t" r="r" b="b"/>
            <a:pathLst>
              <a:path w="9144000" h="405129">
                <a:moveTo>
                  <a:pt x="9144000" y="404811"/>
                </a:moveTo>
                <a:lnTo>
                  <a:pt x="9144000" y="0"/>
                </a:lnTo>
                <a:lnTo>
                  <a:pt x="0" y="0"/>
                </a:lnTo>
                <a:lnTo>
                  <a:pt x="0" y="404811"/>
                </a:lnTo>
                <a:lnTo>
                  <a:pt x="9144000" y="404811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926743" y="28078"/>
            <a:ext cx="3770629" cy="4308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800" b="1" spc="-15" dirty="0">
                <a:solidFill>
                  <a:srgbClr val="FFFFFF"/>
                </a:solidFill>
                <a:latin typeface="Rockwell"/>
                <a:cs typeface="Rockwell"/>
              </a:rPr>
              <a:t>Start</a:t>
            </a:r>
            <a:r>
              <a:rPr sz="2800" b="1" spc="-25" dirty="0">
                <a:solidFill>
                  <a:srgbClr val="FFFFFF"/>
                </a:solidFill>
                <a:latin typeface="Rockwell"/>
                <a:cs typeface="Rockwell"/>
              </a:rPr>
              <a:t>i</a:t>
            </a:r>
            <a:r>
              <a:rPr sz="2800" b="1" spc="-20" dirty="0">
                <a:solidFill>
                  <a:srgbClr val="FFFFFF"/>
                </a:solidFill>
                <a:latin typeface="Rockwell"/>
                <a:cs typeface="Rockwell"/>
              </a:rPr>
              <a:t>ng</a:t>
            </a:r>
            <a:r>
              <a:rPr sz="2800" b="1" dirty="0">
                <a:solidFill>
                  <a:srgbClr val="FFFFFF"/>
                </a:solidFill>
                <a:latin typeface="Rockwell"/>
                <a:cs typeface="Rockwell"/>
              </a:rPr>
              <a:t> </a:t>
            </a:r>
            <a:r>
              <a:rPr sz="2800" b="1" spc="-20" dirty="0">
                <a:solidFill>
                  <a:srgbClr val="FFFFFF"/>
                </a:solidFill>
                <a:latin typeface="Rockwell"/>
                <a:cs typeface="Rockwell"/>
              </a:rPr>
              <a:t>Up</a:t>
            </a:r>
            <a:r>
              <a:rPr sz="2800" b="1" spc="5" dirty="0">
                <a:solidFill>
                  <a:srgbClr val="FFFFFF"/>
                </a:solidFill>
                <a:latin typeface="Rockwell"/>
                <a:cs typeface="Rockwell"/>
              </a:rPr>
              <a:t> </a:t>
            </a:r>
            <a:r>
              <a:rPr sz="2800" b="1" spc="-20" dirty="0">
                <a:solidFill>
                  <a:srgbClr val="FFFFFF"/>
                </a:solidFill>
                <a:latin typeface="Rockwell"/>
                <a:cs typeface="Rockwell"/>
              </a:rPr>
              <a:t>a</a:t>
            </a:r>
            <a:r>
              <a:rPr sz="2800" b="1" spc="5" dirty="0">
                <a:solidFill>
                  <a:srgbClr val="FFFFFF"/>
                </a:solidFill>
                <a:latin typeface="Rockwell"/>
                <a:cs typeface="Rockwell"/>
              </a:rPr>
              <a:t> </a:t>
            </a:r>
            <a:r>
              <a:rPr sz="2800" b="1" spc="-20" dirty="0">
                <a:solidFill>
                  <a:srgbClr val="FFFFFF"/>
                </a:solidFill>
                <a:latin typeface="Rockwell"/>
                <a:cs typeface="Rockwell"/>
              </a:rPr>
              <a:t>P</a:t>
            </a:r>
            <a:r>
              <a:rPr sz="2800" b="1" spc="-25" dirty="0">
                <a:solidFill>
                  <a:srgbClr val="FFFFFF"/>
                </a:solidFill>
                <a:latin typeface="Rockwell"/>
                <a:cs typeface="Rockwell"/>
              </a:rPr>
              <a:t>r</a:t>
            </a:r>
            <a:r>
              <a:rPr sz="2800" b="1" spc="-20" dirty="0">
                <a:solidFill>
                  <a:srgbClr val="FFFFFF"/>
                </a:solidFill>
                <a:latin typeface="Rockwell"/>
                <a:cs typeface="Rockwell"/>
              </a:rPr>
              <a:t>oj</a:t>
            </a:r>
            <a:r>
              <a:rPr sz="2800" b="1" spc="-315" dirty="0">
                <a:solidFill>
                  <a:srgbClr val="FFFFFF"/>
                </a:solidFill>
                <a:latin typeface="Rockwell"/>
                <a:cs typeface="Rockwell"/>
              </a:rPr>
              <a:t>e</a:t>
            </a:r>
            <a:r>
              <a:rPr spc="-644" baseline="62500" dirty="0">
                <a:latin typeface="Courier New"/>
                <a:cs typeface="Courier New"/>
              </a:rPr>
              <a:t>A</a:t>
            </a:r>
            <a:r>
              <a:rPr sz="2800" b="1" spc="-1170" dirty="0">
                <a:solidFill>
                  <a:srgbClr val="FFFFFF"/>
                </a:solidFill>
                <a:latin typeface="Rockwell"/>
                <a:cs typeface="Rockwell"/>
              </a:rPr>
              <a:t>c</a:t>
            </a:r>
            <a:r>
              <a:rPr baseline="62500" dirty="0">
                <a:latin typeface="Courier New"/>
                <a:cs typeface="Courier New"/>
              </a:rPr>
              <a:t>u</a:t>
            </a:r>
            <a:r>
              <a:rPr spc="-442" baseline="62500" dirty="0">
                <a:latin typeface="Courier New"/>
                <a:cs typeface="Courier New"/>
              </a:rPr>
              <a:t>t</a:t>
            </a:r>
            <a:r>
              <a:rPr sz="2800" b="1" spc="-680" dirty="0">
                <a:solidFill>
                  <a:srgbClr val="FFFFFF"/>
                </a:solidFill>
                <a:latin typeface="Rockwell"/>
                <a:cs typeface="Rockwell"/>
              </a:rPr>
              <a:t>t</a:t>
            </a:r>
            <a:r>
              <a:rPr baseline="62500" dirty="0">
                <a:latin typeface="Courier New"/>
                <a:cs typeface="Courier New"/>
              </a:rPr>
              <a:t>hor</a:t>
            </a:r>
            <a:endParaRPr baseline="62500">
              <a:latin typeface="Courier New"/>
              <a:cs typeface="Courier New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56590" y="968620"/>
            <a:ext cx="11449879" cy="44955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15875">
              <a:lnSpc>
                <a:spcPct val="120000"/>
              </a:lnSpc>
            </a:pPr>
            <a:r>
              <a:rPr dirty="0">
                <a:solidFill>
                  <a:srgbClr val="4D4D4D"/>
                </a:solidFill>
                <a:latin typeface="Rockwell"/>
                <a:cs typeface="Rockwell"/>
              </a:rPr>
              <a:t>The</a:t>
            </a:r>
            <a:r>
              <a:rPr spc="-1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dirty="0">
                <a:solidFill>
                  <a:srgbClr val="4D4D4D"/>
                </a:solidFill>
                <a:latin typeface="Rockwell"/>
                <a:cs typeface="Rockwell"/>
              </a:rPr>
              <a:t>’</a:t>
            </a:r>
            <a:r>
              <a:rPr spc="-10" dirty="0">
                <a:solidFill>
                  <a:srgbClr val="4D4D4D"/>
                </a:solidFill>
                <a:latin typeface="Rockwell"/>
                <a:cs typeface="Rockwell"/>
              </a:rPr>
              <a:t>s</a:t>
            </a:r>
            <a:r>
              <a:rPr dirty="0">
                <a:solidFill>
                  <a:srgbClr val="4D4D4D"/>
                </a:solidFill>
                <a:latin typeface="Rockwell"/>
                <a:cs typeface="Rockwell"/>
              </a:rPr>
              <a:t>tarting</a:t>
            </a:r>
            <a:r>
              <a:rPr spc="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dirty="0">
                <a:solidFill>
                  <a:srgbClr val="4D4D4D"/>
                </a:solidFill>
                <a:latin typeface="Rockwell"/>
                <a:cs typeface="Rockwell"/>
              </a:rPr>
              <a:t>up</a:t>
            </a:r>
            <a:r>
              <a:rPr spc="-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dirty="0">
                <a:solidFill>
                  <a:srgbClr val="4D4D4D"/>
                </a:solidFill>
                <a:latin typeface="Rockwell"/>
                <a:cs typeface="Rockwell"/>
              </a:rPr>
              <a:t>a</a:t>
            </a:r>
            <a:r>
              <a:rPr spc="-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dirty="0">
                <a:solidFill>
                  <a:srgbClr val="4D4D4D"/>
                </a:solidFill>
                <a:latin typeface="Rockwell"/>
                <a:cs typeface="Rockwell"/>
              </a:rPr>
              <a:t>project’</a:t>
            </a:r>
            <a:r>
              <a:rPr spc="2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dirty="0">
                <a:solidFill>
                  <a:srgbClr val="4D4D4D"/>
                </a:solidFill>
                <a:latin typeface="Rockwell"/>
                <a:cs typeface="Rockwell"/>
              </a:rPr>
              <a:t>proce</a:t>
            </a:r>
            <a:r>
              <a:rPr spc="-10" dirty="0">
                <a:solidFill>
                  <a:srgbClr val="4D4D4D"/>
                </a:solidFill>
                <a:latin typeface="Rockwell"/>
                <a:cs typeface="Rockwell"/>
              </a:rPr>
              <a:t>s</a:t>
            </a:r>
            <a:r>
              <a:rPr dirty="0">
                <a:solidFill>
                  <a:srgbClr val="4D4D4D"/>
                </a:solidFill>
                <a:latin typeface="Rockwell"/>
                <a:cs typeface="Rockwell"/>
              </a:rPr>
              <a:t>s</a:t>
            </a:r>
            <a:r>
              <a:rPr spc="10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dirty="0">
                <a:solidFill>
                  <a:srgbClr val="4D4D4D"/>
                </a:solidFill>
                <a:latin typeface="Rockwell"/>
                <a:cs typeface="Rockwell"/>
              </a:rPr>
              <a:t>ensures</a:t>
            </a:r>
            <a:r>
              <a:rPr spc="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dirty="0">
                <a:solidFill>
                  <a:srgbClr val="4D4D4D"/>
                </a:solidFill>
                <a:latin typeface="Rockwell"/>
                <a:cs typeface="Rockwell"/>
              </a:rPr>
              <a:t>t</a:t>
            </a:r>
            <a:r>
              <a:rPr spc="5" dirty="0">
                <a:solidFill>
                  <a:srgbClr val="4D4D4D"/>
                </a:solidFill>
                <a:latin typeface="Rockwell"/>
                <a:cs typeface="Rockwell"/>
              </a:rPr>
              <a:t>h</a:t>
            </a:r>
            <a:r>
              <a:rPr spc="-10" dirty="0">
                <a:solidFill>
                  <a:srgbClr val="4D4D4D"/>
                </a:solidFill>
                <a:latin typeface="Rockwell"/>
                <a:cs typeface="Rockwell"/>
              </a:rPr>
              <a:t>a</a:t>
            </a:r>
            <a:r>
              <a:rPr dirty="0">
                <a:solidFill>
                  <a:srgbClr val="4D4D4D"/>
                </a:solidFill>
                <a:latin typeface="Rockwell"/>
                <a:cs typeface="Rockwell"/>
              </a:rPr>
              <a:t>t</a:t>
            </a:r>
            <a:r>
              <a:rPr spc="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pc="-10" dirty="0">
                <a:solidFill>
                  <a:srgbClr val="4D4D4D"/>
                </a:solidFill>
                <a:latin typeface="Rockwell"/>
                <a:cs typeface="Rockwell"/>
              </a:rPr>
              <a:t>s</a:t>
            </a:r>
            <a:r>
              <a:rPr dirty="0">
                <a:solidFill>
                  <a:srgbClr val="4D4D4D"/>
                </a:solidFill>
                <a:latin typeface="Rockwell"/>
                <a:cs typeface="Rockwell"/>
              </a:rPr>
              <a:t>uffi</a:t>
            </a:r>
            <a:r>
              <a:rPr spc="-10" dirty="0">
                <a:solidFill>
                  <a:srgbClr val="4D4D4D"/>
                </a:solidFill>
                <a:latin typeface="Rockwell"/>
                <a:cs typeface="Rockwell"/>
              </a:rPr>
              <a:t>c</a:t>
            </a:r>
            <a:r>
              <a:rPr dirty="0">
                <a:solidFill>
                  <a:srgbClr val="4D4D4D"/>
                </a:solidFill>
                <a:latin typeface="Rockwell"/>
                <a:cs typeface="Rockwell"/>
              </a:rPr>
              <a:t>ient</a:t>
            </a:r>
            <a:r>
              <a:rPr spc="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dirty="0">
                <a:solidFill>
                  <a:srgbClr val="4D4D4D"/>
                </a:solidFill>
                <a:latin typeface="Rockwell"/>
                <a:cs typeface="Rockwell"/>
              </a:rPr>
              <a:t>planning is</a:t>
            </a:r>
            <a:r>
              <a:rPr spc="-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dirty="0">
                <a:solidFill>
                  <a:srgbClr val="4D4D4D"/>
                </a:solidFill>
                <a:latin typeface="Rockwell"/>
                <a:cs typeface="Rockwell"/>
              </a:rPr>
              <a:t>in pla</a:t>
            </a:r>
            <a:r>
              <a:rPr spc="-10" dirty="0">
                <a:solidFill>
                  <a:srgbClr val="4D4D4D"/>
                </a:solidFill>
                <a:latin typeface="Rockwell"/>
                <a:cs typeface="Rockwell"/>
              </a:rPr>
              <a:t>c</a:t>
            </a:r>
            <a:r>
              <a:rPr dirty="0">
                <a:solidFill>
                  <a:srgbClr val="4D4D4D"/>
                </a:solidFill>
                <a:latin typeface="Rockwell"/>
                <a:cs typeface="Rockwell"/>
              </a:rPr>
              <a:t>e</a:t>
            </a:r>
            <a:r>
              <a:rPr spc="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dirty="0">
                <a:solidFill>
                  <a:srgbClr val="4D4D4D"/>
                </a:solidFill>
                <a:latin typeface="Rockwell"/>
                <a:cs typeface="Rockwell"/>
              </a:rPr>
              <a:t>before</a:t>
            </a:r>
            <a:r>
              <a:rPr spc="1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dirty="0">
                <a:solidFill>
                  <a:srgbClr val="4D4D4D"/>
                </a:solidFill>
                <a:latin typeface="Rockwell"/>
                <a:cs typeface="Rockwell"/>
              </a:rPr>
              <a:t>initi</a:t>
            </a:r>
            <a:r>
              <a:rPr spc="-10" dirty="0">
                <a:solidFill>
                  <a:srgbClr val="4D4D4D"/>
                </a:solidFill>
                <a:latin typeface="Rockwell"/>
                <a:cs typeface="Rockwell"/>
              </a:rPr>
              <a:t>a</a:t>
            </a:r>
            <a:r>
              <a:rPr spc="-5" dirty="0">
                <a:solidFill>
                  <a:srgbClr val="4D4D4D"/>
                </a:solidFill>
                <a:latin typeface="Rockwell"/>
                <a:cs typeface="Rockwell"/>
              </a:rPr>
              <a:t>ti</a:t>
            </a:r>
            <a:r>
              <a:rPr spc="5" dirty="0">
                <a:solidFill>
                  <a:srgbClr val="4D4D4D"/>
                </a:solidFill>
                <a:latin typeface="Rockwell"/>
                <a:cs typeface="Rockwell"/>
              </a:rPr>
              <a:t>n</a:t>
            </a:r>
            <a:r>
              <a:rPr dirty="0">
                <a:solidFill>
                  <a:srgbClr val="4D4D4D"/>
                </a:solidFill>
                <a:latin typeface="Rockwell"/>
                <a:cs typeface="Rockwell"/>
              </a:rPr>
              <a:t>g</a:t>
            </a:r>
            <a:r>
              <a:rPr spc="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dirty="0">
                <a:solidFill>
                  <a:srgbClr val="4D4D4D"/>
                </a:solidFill>
                <a:latin typeface="Rockwell"/>
                <a:cs typeface="Rockwell"/>
              </a:rPr>
              <a:t>a</a:t>
            </a:r>
            <a:r>
              <a:rPr spc="-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dirty="0">
                <a:solidFill>
                  <a:srgbClr val="4D4D4D"/>
                </a:solidFill>
                <a:latin typeface="Rockwell"/>
                <a:cs typeface="Rockwell"/>
              </a:rPr>
              <a:t>project.</a:t>
            </a:r>
            <a:r>
              <a:rPr spc="2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pc="-15" dirty="0">
                <a:solidFill>
                  <a:srgbClr val="4D4D4D"/>
                </a:solidFill>
                <a:latin typeface="Rockwell"/>
                <a:cs typeface="Rockwell"/>
              </a:rPr>
              <a:t>T</a:t>
            </a:r>
            <a:r>
              <a:rPr dirty="0">
                <a:solidFill>
                  <a:srgbClr val="4D4D4D"/>
                </a:solidFill>
                <a:latin typeface="Rockwell"/>
                <a:cs typeface="Rockwell"/>
              </a:rPr>
              <a:t>he</a:t>
            </a:r>
            <a:r>
              <a:rPr spc="-1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dirty="0">
                <a:solidFill>
                  <a:srgbClr val="4D4D4D"/>
                </a:solidFill>
                <a:latin typeface="Rockwell"/>
                <a:cs typeface="Rockwell"/>
              </a:rPr>
              <a:t>proce</a:t>
            </a:r>
            <a:r>
              <a:rPr spc="-10" dirty="0">
                <a:solidFill>
                  <a:srgbClr val="4D4D4D"/>
                </a:solidFill>
                <a:latin typeface="Rockwell"/>
                <a:cs typeface="Rockwell"/>
              </a:rPr>
              <a:t>ss</a:t>
            </a:r>
            <a:r>
              <a:rPr spc="20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pc="-10" dirty="0">
                <a:solidFill>
                  <a:srgbClr val="4D4D4D"/>
                </a:solidFill>
                <a:latin typeface="Rockwell"/>
                <a:cs typeface="Rockwell"/>
              </a:rPr>
              <a:t>is</a:t>
            </a:r>
            <a:r>
              <a:rPr spc="-1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pc="-5" dirty="0">
                <a:solidFill>
                  <a:srgbClr val="4D4D4D"/>
                </a:solidFill>
                <a:latin typeface="Rockwell"/>
                <a:cs typeface="Rockwell"/>
              </a:rPr>
              <a:t>trig</a:t>
            </a:r>
            <a:r>
              <a:rPr spc="5" dirty="0">
                <a:solidFill>
                  <a:srgbClr val="4D4D4D"/>
                </a:solidFill>
                <a:latin typeface="Rockwell"/>
                <a:cs typeface="Rockwell"/>
              </a:rPr>
              <a:t>g</a:t>
            </a:r>
            <a:r>
              <a:rPr spc="-5" dirty="0">
                <a:solidFill>
                  <a:srgbClr val="4D4D4D"/>
                </a:solidFill>
                <a:latin typeface="Rockwell"/>
                <a:cs typeface="Rockwell"/>
              </a:rPr>
              <a:t>ere</a:t>
            </a:r>
            <a:r>
              <a:rPr dirty="0">
                <a:solidFill>
                  <a:srgbClr val="4D4D4D"/>
                </a:solidFill>
                <a:latin typeface="Rockwell"/>
                <a:cs typeface="Rockwell"/>
              </a:rPr>
              <a:t>d</a:t>
            </a:r>
            <a:r>
              <a:rPr spc="30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pc="-10" dirty="0">
                <a:solidFill>
                  <a:srgbClr val="4D4D4D"/>
                </a:solidFill>
                <a:latin typeface="Rockwell"/>
                <a:cs typeface="Rockwell"/>
              </a:rPr>
              <a:t>a</a:t>
            </a:r>
            <a:r>
              <a:rPr dirty="0">
                <a:solidFill>
                  <a:srgbClr val="4D4D4D"/>
                </a:solidFill>
                <a:latin typeface="Rockwell"/>
                <a:cs typeface="Rockwell"/>
              </a:rPr>
              <a:t>fter</a:t>
            </a:r>
            <a:r>
              <a:rPr spc="1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pc="-5" dirty="0">
                <a:solidFill>
                  <a:srgbClr val="4D4D4D"/>
                </a:solidFill>
                <a:latin typeface="Rockwell"/>
                <a:cs typeface="Rockwell"/>
              </a:rPr>
              <a:t>t</a:t>
            </a:r>
            <a:r>
              <a:rPr spc="5" dirty="0">
                <a:solidFill>
                  <a:srgbClr val="4D4D4D"/>
                </a:solidFill>
                <a:latin typeface="Rockwell"/>
                <a:cs typeface="Rockwell"/>
              </a:rPr>
              <a:t>h</a:t>
            </a:r>
            <a:r>
              <a:rPr dirty="0">
                <a:solidFill>
                  <a:srgbClr val="4D4D4D"/>
                </a:solidFill>
                <a:latin typeface="Rockwell"/>
                <a:cs typeface="Rockwell"/>
              </a:rPr>
              <a:t>e m</a:t>
            </a:r>
            <a:r>
              <a:rPr spc="-10" dirty="0">
                <a:solidFill>
                  <a:srgbClr val="4D4D4D"/>
                </a:solidFill>
                <a:latin typeface="Rockwell"/>
                <a:cs typeface="Rockwell"/>
              </a:rPr>
              <a:t>a</a:t>
            </a:r>
            <a:r>
              <a:rPr dirty="0">
                <a:solidFill>
                  <a:srgbClr val="4D4D4D"/>
                </a:solidFill>
                <a:latin typeface="Rockwell"/>
                <a:cs typeface="Rockwell"/>
              </a:rPr>
              <a:t>nd</a:t>
            </a:r>
            <a:r>
              <a:rPr spc="-10" dirty="0">
                <a:solidFill>
                  <a:srgbClr val="4D4D4D"/>
                </a:solidFill>
                <a:latin typeface="Rockwell"/>
                <a:cs typeface="Rockwell"/>
              </a:rPr>
              <a:t>a</a:t>
            </a:r>
            <a:r>
              <a:rPr spc="-5" dirty="0">
                <a:solidFill>
                  <a:srgbClr val="4D4D4D"/>
                </a:solidFill>
                <a:latin typeface="Rockwell"/>
                <a:cs typeface="Rockwell"/>
              </a:rPr>
              <a:t>t</a:t>
            </a:r>
            <a:r>
              <a:rPr dirty="0">
                <a:solidFill>
                  <a:srgbClr val="4D4D4D"/>
                </a:solidFill>
                <a:latin typeface="Rockwell"/>
                <a:cs typeface="Rockwell"/>
              </a:rPr>
              <a:t>e </a:t>
            </a:r>
            <a:r>
              <a:rPr spc="-10" dirty="0">
                <a:solidFill>
                  <a:srgbClr val="4D4D4D"/>
                </a:solidFill>
                <a:latin typeface="Rockwell"/>
                <a:cs typeface="Rockwell"/>
              </a:rPr>
              <a:t>is</a:t>
            </a:r>
            <a:r>
              <a:rPr spc="-5" dirty="0">
                <a:solidFill>
                  <a:srgbClr val="4D4D4D"/>
                </a:solidFill>
                <a:latin typeface="Rockwell"/>
                <a:cs typeface="Rockwell"/>
              </a:rPr>
              <a:t> re</a:t>
            </a:r>
            <a:r>
              <a:rPr spc="-10" dirty="0">
                <a:solidFill>
                  <a:srgbClr val="4D4D4D"/>
                </a:solidFill>
                <a:latin typeface="Rockwell"/>
                <a:cs typeface="Rockwell"/>
              </a:rPr>
              <a:t>c</a:t>
            </a:r>
            <a:r>
              <a:rPr spc="-5" dirty="0">
                <a:solidFill>
                  <a:srgbClr val="4D4D4D"/>
                </a:solidFill>
                <a:latin typeface="Rockwell"/>
                <a:cs typeface="Rockwell"/>
              </a:rPr>
              <a:t>eive</a:t>
            </a:r>
            <a:r>
              <a:rPr dirty="0">
                <a:solidFill>
                  <a:srgbClr val="4D4D4D"/>
                </a:solidFill>
                <a:latin typeface="Rockwell"/>
                <a:cs typeface="Rockwell"/>
              </a:rPr>
              <a:t>d</a:t>
            </a:r>
            <a:r>
              <a:rPr spc="30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dirty="0">
                <a:solidFill>
                  <a:srgbClr val="4D4D4D"/>
                </a:solidFill>
                <a:latin typeface="Rockwell"/>
                <a:cs typeface="Rockwell"/>
              </a:rPr>
              <a:t>from</a:t>
            </a:r>
            <a:r>
              <a:rPr spc="1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pc="-5" dirty="0">
                <a:solidFill>
                  <a:srgbClr val="4D4D4D"/>
                </a:solidFill>
                <a:latin typeface="Rockwell"/>
                <a:cs typeface="Rockwell"/>
              </a:rPr>
              <a:t>t</a:t>
            </a:r>
            <a:r>
              <a:rPr spc="5" dirty="0">
                <a:solidFill>
                  <a:srgbClr val="4D4D4D"/>
                </a:solidFill>
                <a:latin typeface="Rockwell"/>
                <a:cs typeface="Rockwell"/>
              </a:rPr>
              <a:t>h</a:t>
            </a:r>
            <a:r>
              <a:rPr dirty="0">
                <a:solidFill>
                  <a:srgbClr val="4D4D4D"/>
                </a:solidFill>
                <a:latin typeface="Rockwell"/>
                <a:cs typeface="Rockwell"/>
              </a:rPr>
              <a:t>e</a:t>
            </a:r>
            <a:r>
              <a:rPr spc="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pc="-25" dirty="0">
                <a:solidFill>
                  <a:srgbClr val="4D4D4D"/>
                </a:solidFill>
                <a:latin typeface="Rockwell"/>
                <a:cs typeface="Rockwell"/>
              </a:rPr>
              <a:t>c</a:t>
            </a:r>
            <a:r>
              <a:rPr spc="-5" dirty="0">
                <a:solidFill>
                  <a:srgbClr val="4D4D4D"/>
                </a:solidFill>
                <a:latin typeface="Rockwell"/>
                <a:cs typeface="Rockwell"/>
              </a:rPr>
              <a:t>orporat</a:t>
            </a:r>
            <a:r>
              <a:rPr dirty="0">
                <a:solidFill>
                  <a:srgbClr val="4D4D4D"/>
                </a:solidFill>
                <a:latin typeface="Rockwell"/>
                <a:cs typeface="Rockwell"/>
              </a:rPr>
              <a:t>e</a:t>
            </a:r>
            <a:r>
              <a:rPr spc="4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dirty="0">
                <a:solidFill>
                  <a:srgbClr val="4D4D4D"/>
                </a:solidFill>
                <a:latin typeface="Rockwell"/>
                <a:cs typeface="Rockwell"/>
              </a:rPr>
              <a:t>program</a:t>
            </a:r>
            <a:r>
              <a:rPr spc="1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dirty="0">
                <a:solidFill>
                  <a:srgbClr val="4D4D4D"/>
                </a:solidFill>
                <a:latin typeface="Rockwell"/>
                <a:cs typeface="Rockwell"/>
              </a:rPr>
              <a:t>m</a:t>
            </a:r>
            <a:r>
              <a:rPr spc="-10" dirty="0">
                <a:solidFill>
                  <a:srgbClr val="4D4D4D"/>
                </a:solidFill>
                <a:latin typeface="Rockwell"/>
                <a:cs typeface="Rockwell"/>
              </a:rPr>
              <a:t>a</a:t>
            </a:r>
            <a:r>
              <a:rPr dirty="0">
                <a:solidFill>
                  <a:srgbClr val="4D4D4D"/>
                </a:solidFill>
                <a:latin typeface="Rockwell"/>
                <a:cs typeface="Rockwell"/>
              </a:rPr>
              <a:t>nagem</a:t>
            </a:r>
            <a:r>
              <a:rPr spc="-5" dirty="0">
                <a:solidFill>
                  <a:srgbClr val="4D4D4D"/>
                </a:solidFill>
                <a:latin typeface="Rockwell"/>
                <a:cs typeface="Rockwell"/>
              </a:rPr>
              <a:t>en</a:t>
            </a:r>
            <a:r>
              <a:rPr spc="5" dirty="0">
                <a:solidFill>
                  <a:srgbClr val="4D4D4D"/>
                </a:solidFill>
                <a:latin typeface="Rockwell"/>
                <a:cs typeface="Rockwell"/>
              </a:rPr>
              <a:t>t</a:t>
            </a:r>
            <a:r>
              <a:rPr dirty="0">
                <a:solidFill>
                  <a:srgbClr val="4D4D4D"/>
                </a:solidFill>
                <a:latin typeface="Rockwell"/>
                <a:cs typeface="Rockwell"/>
              </a:rPr>
              <a:t>.</a:t>
            </a:r>
            <a:r>
              <a:rPr spc="10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pc="-15" dirty="0">
                <a:solidFill>
                  <a:srgbClr val="4D4D4D"/>
                </a:solidFill>
                <a:latin typeface="Rockwell"/>
                <a:cs typeface="Rockwell"/>
              </a:rPr>
              <a:t>T</a:t>
            </a:r>
            <a:r>
              <a:rPr dirty="0">
                <a:solidFill>
                  <a:srgbClr val="4D4D4D"/>
                </a:solidFill>
                <a:latin typeface="Rockwell"/>
                <a:cs typeface="Rockwell"/>
              </a:rPr>
              <a:t>he prim</a:t>
            </a:r>
            <a:r>
              <a:rPr spc="-10" dirty="0">
                <a:solidFill>
                  <a:srgbClr val="4D4D4D"/>
                </a:solidFill>
                <a:latin typeface="Rockwell"/>
                <a:cs typeface="Rockwell"/>
              </a:rPr>
              <a:t>a</a:t>
            </a:r>
            <a:r>
              <a:rPr spc="-5" dirty="0">
                <a:solidFill>
                  <a:srgbClr val="4D4D4D"/>
                </a:solidFill>
                <a:latin typeface="Rockwell"/>
                <a:cs typeface="Rockwell"/>
              </a:rPr>
              <a:t>r</a:t>
            </a:r>
            <a:r>
              <a:rPr dirty="0">
                <a:solidFill>
                  <a:srgbClr val="4D4D4D"/>
                </a:solidFill>
                <a:latin typeface="Rockwell"/>
                <a:cs typeface="Rockwell"/>
              </a:rPr>
              <a:t>y</a:t>
            </a:r>
            <a:r>
              <a:rPr spc="10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pc="-5" dirty="0">
                <a:solidFill>
                  <a:srgbClr val="4D4D4D"/>
                </a:solidFill>
                <a:latin typeface="Rockwell"/>
                <a:cs typeface="Rockwell"/>
              </a:rPr>
              <a:t>ou</a:t>
            </a:r>
            <a:r>
              <a:rPr spc="5" dirty="0">
                <a:solidFill>
                  <a:srgbClr val="4D4D4D"/>
                </a:solidFill>
                <a:latin typeface="Rockwell"/>
                <a:cs typeface="Rockwell"/>
              </a:rPr>
              <a:t>t</a:t>
            </a:r>
            <a:r>
              <a:rPr dirty="0">
                <a:solidFill>
                  <a:srgbClr val="4D4D4D"/>
                </a:solidFill>
                <a:latin typeface="Rockwell"/>
                <a:cs typeface="Rockwell"/>
              </a:rPr>
              <a:t>put</a:t>
            </a:r>
            <a:r>
              <a:rPr spc="-5" dirty="0">
                <a:solidFill>
                  <a:srgbClr val="4D4D4D"/>
                </a:solidFill>
                <a:latin typeface="Rockwell"/>
                <a:cs typeface="Rockwell"/>
              </a:rPr>
              <a:t> o</a:t>
            </a:r>
            <a:r>
              <a:rPr dirty="0">
                <a:solidFill>
                  <a:srgbClr val="4D4D4D"/>
                </a:solidFill>
                <a:latin typeface="Rockwell"/>
                <a:cs typeface="Rockwell"/>
              </a:rPr>
              <a:t>f </a:t>
            </a:r>
            <a:r>
              <a:rPr spc="5" dirty="0">
                <a:solidFill>
                  <a:srgbClr val="4D4D4D"/>
                </a:solidFill>
                <a:latin typeface="Rockwell"/>
                <a:cs typeface="Rockwell"/>
              </a:rPr>
              <a:t>t</a:t>
            </a:r>
            <a:r>
              <a:rPr spc="-10" dirty="0">
                <a:solidFill>
                  <a:srgbClr val="4D4D4D"/>
                </a:solidFill>
                <a:latin typeface="Rockwell"/>
                <a:cs typeface="Rockwell"/>
              </a:rPr>
              <a:t>his</a:t>
            </a:r>
            <a:r>
              <a:rPr dirty="0">
                <a:solidFill>
                  <a:srgbClr val="4D4D4D"/>
                </a:solidFill>
                <a:latin typeface="Rockwell"/>
                <a:cs typeface="Rockwell"/>
              </a:rPr>
              <a:t> proce</a:t>
            </a:r>
            <a:r>
              <a:rPr spc="-10" dirty="0">
                <a:solidFill>
                  <a:srgbClr val="4D4D4D"/>
                </a:solidFill>
                <a:latin typeface="Rockwell"/>
                <a:cs typeface="Rockwell"/>
              </a:rPr>
              <a:t>ss</a:t>
            </a:r>
            <a:r>
              <a:rPr spc="10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pc="-10" dirty="0">
                <a:solidFill>
                  <a:srgbClr val="4D4D4D"/>
                </a:solidFill>
                <a:latin typeface="Rockwell"/>
                <a:cs typeface="Rockwell"/>
              </a:rPr>
              <a:t>is</a:t>
            </a:r>
            <a:r>
              <a:rPr spc="-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dirty="0">
                <a:solidFill>
                  <a:srgbClr val="4D4D4D"/>
                </a:solidFill>
                <a:latin typeface="Rockwell"/>
                <a:cs typeface="Rockwell"/>
              </a:rPr>
              <a:t>project</a:t>
            </a:r>
            <a:r>
              <a:rPr spc="10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dirty="0">
                <a:solidFill>
                  <a:srgbClr val="4D4D4D"/>
                </a:solidFill>
                <a:latin typeface="Rockwell"/>
                <a:cs typeface="Rockwell"/>
              </a:rPr>
              <a:t>brief.</a:t>
            </a:r>
            <a:endParaRPr dirty="0">
              <a:latin typeface="Rockwell"/>
              <a:cs typeface="Rockwell"/>
            </a:endParaRPr>
          </a:p>
          <a:p>
            <a:pPr>
              <a:spcBef>
                <a:spcPts val="34"/>
              </a:spcBef>
            </a:pPr>
            <a:endParaRPr sz="2600" dirty="0">
              <a:latin typeface="Times New Roman"/>
              <a:cs typeface="Times New Roman"/>
            </a:endParaRPr>
          </a:p>
          <a:p>
            <a:pPr marL="12700"/>
            <a:r>
              <a:rPr spc="-15" dirty="0">
                <a:solidFill>
                  <a:srgbClr val="4D4D4D"/>
                </a:solidFill>
                <a:latin typeface="Rockwell"/>
                <a:cs typeface="Rockwell"/>
              </a:rPr>
              <a:t>The </a:t>
            </a:r>
            <a:r>
              <a:rPr dirty="0">
                <a:solidFill>
                  <a:srgbClr val="4D4D4D"/>
                </a:solidFill>
                <a:latin typeface="Rockwell"/>
                <a:cs typeface="Rockwell"/>
              </a:rPr>
              <a:t>key </a:t>
            </a:r>
            <a:r>
              <a:rPr spc="-10" dirty="0">
                <a:solidFill>
                  <a:srgbClr val="4D4D4D"/>
                </a:solidFill>
                <a:latin typeface="Rockwell"/>
                <a:cs typeface="Rockwell"/>
              </a:rPr>
              <a:t>a</a:t>
            </a:r>
            <a:r>
              <a:rPr spc="-25" dirty="0">
                <a:solidFill>
                  <a:srgbClr val="4D4D4D"/>
                </a:solidFill>
                <a:latin typeface="Rockwell"/>
                <a:cs typeface="Rockwell"/>
              </a:rPr>
              <a:t>c</a:t>
            </a:r>
            <a:r>
              <a:rPr spc="-5" dirty="0">
                <a:solidFill>
                  <a:srgbClr val="4D4D4D"/>
                </a:solidFill>
                <a:latin typeface="Rockwell"/>
                <a:cs typeface="Rockwell"/>
              </a:rPr>
              <a:t>tivi</a:t>
            </a:r>
            <a:r>
              <a:rPr spc="5" dirty="0">
                <a:solidFill>
                  <a:srgbClr val="4D4D4D"/>
                </a:solidFill>
                <a:latin typeface="Rockwell"/>
                <a:cs typeface="Rockwell"/>
              </a:rPr>
              <a:t>t</a:t>
            </a:r>
            <a:r>
              <a:rPr dirty="0">
                <a:solidFill>
                  <a:srgbClr val="4D4D4D"/>
                </a:solidFill>
                <a:latin typeface="Rockwell"/>
                <a:cs typeface="Rockwell"/>
              </a:rPr>
              <a:t>ies</a:t>
            </a:r>
            <a:r>
              <a:rPr spc="20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dirty="0">
                <a:solidFill>
                  <a:srgbClr val="4D4D4D"/>
                </a:solidFill>
                <a:latin typeface="Rockwell"/>
                <a:cs typeface="Rockwell"/>
              </a:rPr>
              <a:t>in </a:t>
            </a:r>
            <a:r>
              <a:rPr spc="-5" dirty="0">
                <a:solidFill>
                  <a:srgbClr val="4D4D4D"/>
                </a:solidFill>
                <a:latin typeface="Rockwell"/>
                <a:cs typeface="Rockwell"/>
              </a:rPr>
              <a:t>thi</a:t>
            </a:r>
            <a:r>
              <a:rPr dirty="0">
                <a:solidFill>
                  <a:srgbClr val="4D4D4D"/>
                </a:solidFill>
                <a:latin typeface="Rockwell"/>
                <a:cs typeface="Rockwell"/>
              </a:rPr>
              <a:t>s proce</a:t>
            </a:r>
            <a:r>
              <a:rPr spc="-10" dirty="0">
                <a:solidFill>
                  <a:srgbClr val="4D4D4D"/>
                </a:solidFill>
                <a:latin typeface="Rockwell"/>
                <a:cs typeface="Rockwell"/>
              </a:rPr>
              <a:t>ss</a:t>
            </a:r>
            <a:r>
              <a:rPr spc="10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pc="-10" dirty="0">
                <a:solidFill>
                  <a:srgbClr val="4D4D4D"/>
                </a:solidFill>
                <a:latin typeface="Rockwell"/>
                <a:cs typeface="Rockwell"/>
              </a:rPr>
              <a:t>a</a:t>
            </a:r>
            <a:r>
              <a:rPr spc="-5" dirty="0">
                <a:solidFill>
                  <a:srgbClr val="4D4D4D"/>
                </a:solidFill>
                <a:latin typeface="Rockwell"/>
                <a:cs typeface="Rockwell"/>
              </a:rPr>
              <a:t>re</a:t>
            </a:r>
            <a:endParaRPr dirty="0">
              <a:latin typeface="Rockwell"/>
              <a:cs typeface="Rockwell"/>
            </a:endParaRPr>
          </a:p>
          <a:p>
            <a:pPr>
              <a:spcBef>
                <a:spcPts val="36"/>
              </a:spcBef>
            </a:pPr>
            <a:endParaRPr sz="2600" dirty="0">
              <a:latin typeface="Times New Roman"/>
              <a:cs typeface="Times New Roman"/>
            </a:endParaRPr>
          </a:p>
          <a:p>
            <a:pPr marL="355600"/>
            <a:r>
              <a:rPr lang="en-US" spc="-5" dirty="0">
                <a:solidFill>
                  <a:srgbClr val="4D4D4D"/>
                </a:solidFill>
                <a:latin typeface="Rockwell"/>
                <a:cs typeface="Rockwell"/>
              </a:rPr>
              <a:t>A</a:t>
            </a:r>
            <a:r>
              <a:rPr lang="en-US" spc="5" dirty="0">
                <a:solidFill>
                  <a:srgbClr val="4D4D4D"/>
                </a:solidFill>
                <a:latin typeface="Rockwell"/>
                <a:cs typeface="Rockwell"/>
              </a:rPr>
              <a:t>p</a:t>
            </a:r>
            <a:r>
              <a:rPr lang="en-US" dirty="0">
                <a:solidFill>
                  <a:srgbClr val="4D4D4D"/>
                </a:solidFill>
                <a:latin typeface="Rockwell"/>
                <a:cs typeface="Rockwell"/>
              </a:rPr>
              <a:t>point </a:t>
            </a:r>
            <a:r>
              <a:rPr lang="en-US" spc="-5" dirty="0">
                <a:solidFill>
                  <a:srgbClr val="4D4D4D"/>
                </a:solidFill>
                <a:latin typeface="Rockwell"/>
                <a:cs typeface="Rockwell"/>
              </a:rPr>
              <a:t>t</a:t>
            </a:r>
            <a:r>
              <a:rPr lang="en-US" spc="5" dirty="0">
                <a:solidFill>
                  <a:srgbClr val="4D4D4D"/>
                </a:solidFill>
                <a:latin typeface="Rockwell"/>
                <a:cs typeface="Rockwell"/>
              </a:rPr>
              <a:t>h</a:t>
            </a:r>
            <a:r>
              <a:rPr lang="en-US" dirty="0">
                <a:solidFill>
                  <a:srgbClr val="4D4D4D"/>
                </a:solidFill>
                <a:latin typeface="Rockwell"/>
                <a:cs typeface="Rockwell"/>
              </a:rPr>
              <a:t>e</a:t>
            </a:r>
            <a:r>
              <a:rPr lang="en-US" spc="-10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lang="en-US" spc="-15" dirty="0">
                <a:solidFill>
                  <a:srgbClr val="4D4D4D"/>
                </a:solidFill>
                <a:latin typeface="Rockwell"/>
                <a:cs typeface="Rockwell"/>
              </a:rPr>
              <a:t>E</a:t>
            </a:r>
            <a:r>
              <a:rPr lang="en-US" spc="-25" dirty="0">
                <a:solidFill>
                  <a:srgbClr val="4D4D4D"/>
                </a:solidFill>
                <a:latin typeface="Rockwell"/>
                <a:cs typeface="Rockwell"/>
              </a:rPr>
              <a:t>x</a:t>
            </a:r>
            <a:r>
              <a:rPr lang="en-US" spc="-5" dirty="0">
                <a:solidFill>
                  <a:srgbClr val="4D4D4D"/>
                </a:solidFill>
                <a:latin typeface="Rockwell"/>
                <a:cs typeface="Rockwell"/>
              </a:rPr>
              <a:t>ecutiv</a:t>
            </a:r>
            <a:r>
              <a:rPr lang="en-US" dirty="0">
                <a:solidFill>
                  <a:srgbClr val="4D4D4D"/>
                </a:solidFill>
                <a:latin typeface="Rockwell"/>
                <a:cs typeface="Rockwell"/>
              </a:rPr>
              <a:t>e</a:t>
            </a:r>
            <a:r>
              <a:rPr lang="en-US" spc="30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lang="en-US" spc="-10" dirty="0">
                <a:solidFill>
                  <a:srgbClr val="4D4D4D"/>
                </a:solidFill>
                <a:latin typeface="Rockwell"/>
                <a:cs typeface="Rockwell"/>
              </a:rPr>
              <a:t>a</a:t>
            </a:r>
            <a:r>
              <a:rPr lang="en-US" dirty="0">
                <a:solidFill>
                  <a:srgbClr val="4D4D4D"/>
                </a:solidFill>
                <a:latin typeface="Rockwell"/>
                <a:cs typeface="Rockwell"/>
              </a:rPr>
              <a:t>nd</a:t>
            </a:r>
            <a:r>
              <a:rPr lang="en-US" spc="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lang="en-US" dirty="0">
                <a:solidFill>
                  <a:srgbClr val="4D4D4D"/>
                </a:solidFill>
                <a:latin typeface="Rockwell"/>
                <a:cs typeface="Rockwell"/>
              </a:rPr>
              <a:t>Proje</a:t>
            </a:r>
            <a:r>
              <a:rPr lang="en-US" spc="-15" dirty="0">
                <a:solidFill>
                  <a:srgbClr val="4D4D4D"/>
                </a:solidFill>
                <a:latin typeface="Rockwell"/>
                <a:cs typeface="Rockwell"/>
              </a:rPr>
              <a:t>c</a:t>
            </a:r>
            <a:r>
              <a:rPr lang="en-US" dirty="0">
                <a:solidFill>
                  <a:srgbClr val="4D4D4D"/>
                </a:solidFill>
                <a:latin typeface="Rockwell"/>
                <a:cs typeface="Rockwell"/>
              </a:rPr>
              <a:t>t</a:t>
            </a:r>
            <a:r>
              <a:rPr lang="en-US" spc="20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lang="en-US" dirty="0">
                <a:solidFill>
                  <a:srgbClr val="4D4D4D"/>
                </a:solidFill>
                <a:latin typeface="Rockwell"/>
                <a:cs typeface="Rockwell"/>
              </a:rPr>
              <a:t>M</a:t>
            </a:r>
            <a:r>
              <a:rPr lang="en-US" spc="-10" dirty="0">
                <a:solidFill>
                  <a:srgbClr val="4D4D4D"/>
                </a:solidFill>
                <a:latin typeface="Rockwell"/>
                <a:cs typeface="Rockwell"/>
              </a:rPr>
              <a:t>a</a:t>
            </a:r>
            <a:r>
              <a:rPr lang="en-US" dirty="0">
                <a:solidFill>
                  <a:srgbClr val="4D4D4D"/>
                </a:solidFill>
                <a:latin typeface="Rockwell"/>
                <a:cs typeface="Rockwell"/>
              </a:rPr>
              <a:t>nager </a:t>
            </a:r>
            <a:endParaRPr lang="en-US" dirty="0" smtClean="0">
              <a:solidFill>
                <a:srgbClr val="4D4D4D"/>
              </a:solidFill>
              <a:latin typeface="Rockwell"/>
              <a:cs typeface="Rockwell"/>
            </a:endParaRPr>
          </a:p>
          <a:p>
            <a:pPr marL="355600"/>
            <a:r>
              <a:rPr lang="en-US" dirty="0" smtClean="0">
                <a:solidFill>
                  <a:srgbClr val="4D4D4D"/>
                </a:solidFill>
                <a:latin typeface="Rockwell"/>
                <a:cs typeface="Rockwell"/>
              </a:rPr>
              <a:t>Prepa</a:t>
            </a:r>
            <a:r>
              <a:rPr lang="en-US" spc="-10" dirty="0" smtClean="0">
                <a:solidFill>
                  <a:srgbClr val="4D4D4D"/>
                </a:solidFill>
                <a:latin typeface="Rockwell"/>
                <a:cs typeface="Rockwell"/>
              </a:rPr>
              <a:t>r</a:t>
            </a:r>
            <a:r>
              <a:rPr lang="en-US" dirty="0" smtClean="0">
                <a:solidFill>
                  <a:srgbClr val="4D4D4D"/>
                </a:solidFill>
                <a:latin typeface="Rockwell"/>
                <a:cs typeface="Rockwell"/>
              </a:rPr>
              <a:t>e</a:t>
            </a:r>
            <a:r>
              <a:rPr lang="en-US" spc="15" dirty="0" smtClean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lang="en-US" spc="-5" dirty="0">
                <a:solidFill>
                  <a:srgbClr val="4D4D4D"/>
                </a:solidFill>
                <a:latin typeface="Rockwell"/>
                <a:cs typeface="Rockwell"/>
              </a:rPr>
              <a:t>t</a:t>
            </a:r>
            <a:r>
              <a:rPr lang="en-US" spc="5" dirty="0">
                <a:solidFill>
                  <a:srgbClr val="4D4D4D"/>
                </a:solidFill>
                <a:latin typeface="Rockwell"/>
                <a:cs typeface="Rockwell"/>
              </a:rPr>
              <a:t>h</a:t>
            </a:r>
            <a:r>
              <a:rPr lang="en-US" dirty="0">
                <a:solidFill>
                  <a:srgbClr val="4D4D4D"/>
                </a:solidFill>
                <a:latin typeface="Rockwell"/>
                <a:cs typeface="Rockwell"/>
              </a:rPr>
              <a:t>e</a:t>
            </a:r>
            <a:r>
              <a:rPr lang="en-US" spc="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lang="en-US" dirty="0">
                <a:solidFill>
                  <a:srgbClr val="4D4D4D"/>
                </a:solidFill>
                <a:latin typeface="Rockwell"/>
                <a:cs typeface="Rockwell"/>
              </a:rPr>
              <a:t>Ou</a:t>
            </a:r>
            <a:r>
              <a:rPr lang="en-US" spc="5" dirty="0">
                <a:solidFill>
                  <a:srgbClr val="4D4D4D"/>
                </a:solidFill>
                <a:latin typeface="Rockwell"/>
                <a:cs typeface="Rockwell"/>
              </a:rPr>
              <a:t>t</a:t>
            </a:r>
            <a:r>
              <a:rPr lang="en-US" dirty="0">
                <a:solidFill>
                  <a:srgbClr val="4D4D4D"/>
                </a:solidFill>
                <a:latin typeface="Rockwell"/>
                <a:cs typeface="Rockwell"/>
              </a:rPr>
              <a:t>line</a:t>
            </a:r>
            <a:r>
              <a:rPr lang="en-US" spc="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lang="en-US" spc="-5" dirty="0">
                <a:solidFill>
                  <a:srgbClr val="4D4D4D"/>
                </a:solidFill>
                <a:latin typeface="Rockwell"/>
                <a:cs typeface="Rockwell"/>
              </a:rPr>
              <a:t>B</a:t>
            </a:r>
            <a:r>
              <a:rPr lang="en-US" spc="5" dirty="0">
                <a:solidFill>
                  <a:srgbClr val="4D4D4D"/>
                </a:solidFill>
                <a:latin typeface="Rockwell"/>
                <a:cs typeface="Rockwell"/>
              </a:rPr>
              <a:t>u</a:t>
            </a:r>
            <a:r>
              <a:rPr lang="en-US" spc="-15" dirty="0">
                <a:solidFill>
                  <a:srgbClr val="4D4D4D"/>
                </a:solidFill>
                <a:latin typeface="Rockwell"/>
                <a:cs typeface="Rockwell"/>
              </a:rPr>
              <a:t>s</a:t>
            </a:r>
            <a:r>
              <a:rPr lang="en-US" spc="-10" dirty="0">
                <a:solidFill>
                  <a:srgbClr val="4D4D4D"/>
                </a:solidFill>
                <a:latin typeface="Rockwell"/>
                <a:cs typeface="Rockwell"/>
              </a:rPr>
              <a:t>iness</a:t>
            </a:r>
            <a:r>
              <a:rPr lang="en-US" spc="-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lang="en-US" spc="-15" dirty="0" smtClean="0">
                <a:solidFill>
                  <a:srgbClr val="4D4D4D"/>
                </a:solidFill>
                <a:latin typeface="Rockwell"/>
                <a:cs typeface="Rockwell"/>
              </a:rPr>
              <a:t>C</a:t>
            </a:r>
            <a:r>
              <a:rPr lang="en-US" spc="-25" dirty="0" smtClean="0">
                <a:solidFill>
                  <a:srgbClr val="4D4D4D"/>
                </a:solidFill>
                <a:latin typeface="Rockwell"/>
                <a:cs typeface="Rockwell"/>
              </a:rPr>
              <a:t>a</a:t>
            </a:r>
            <a:r>
              <a:rPr lang="en-US" spc="-15" dirty="0" smtClean="0">
                <a:solidFill>
                  <a:srgbClr val="4D4D4D"/>
                </a:solidFill>
                <a:latin typeface="Rockwell"/>
                <a:cs typeface="Rockwell"/>
              </a:rPr>
              <a:t>s</a:t>
            </a:r>
            <a:r>
              <a:rPr lang="en-US" dirty="0" smtClean="0">
                <a:solidFill>
                  <a:srgbClr val="4D4D4D"/>
                </a:solidFill>
                <a:latin typeface="Rockwell"/>
                <a:cs typeface="Rockwell"/>
              </a:rPr>
              <a:t>e &amp; Project Product Description</a:t>
            </a:r>
            <a:endParaRPr lang="en-US" dirty="0">
              <a:latin typeface="Rockwell"/>
              <a:cs typeface="Rockwell"/>
            </a:endParaRPr>
          </a:p>
          <a:p>
            <a:pPr marL="355600"/>
            <a:r>
              <a:rPr dirty="0" smtClean="0">
                <a:solidFill>
                  <a:srgbClr val="4D4D4D"/>
                </a:solidFill>
                <a:latin typeface="Rockwell"/>
                <a:cs typeface="Rockwell"/>
              </a:rPr>
              <a:t>C</a:t>
            </a:r>
            <a:r>
              <a:rPr spc="-15" dirty="0" smtClean="0">
                <a:solidFill>
                  <a:srgbClr val="4D4D4D"/>
                </a:solidFill>
                <a:latin typeface="Rockwell"/>
                <a:cs typeface="Rockwell"/>
              </a:rPr>
              <a:t>a</a:t>
            </a:r>
            <a:r>
              <a:rPr dirty="0" smtClean="0">
                <a:solidFill>
                  <a:srgbClr val="4D4D4D"/>
                </a:solidFill>
                <a:latin typeface="Rockwell"/>
                <a:cs typeface="Rockwell"/>
              </a:rPr>
              <a:t>pture</a:t>
            </a:r>
            <a:r>
              <a:rPr spc="-10" dirty="0" smtClean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dirty="0">
                <a:solidFill>
                  <a:srgbClr val="4D4D4D"/>
                </a:solidFill>
                <a:latin typeface="Rockwell"/>
                <a:cs typeface="Rockwell"/>
              </a:rPr>
              <a:t>P</a:t>
            </a:r>
            <a:r>
              <a:rPr spc="-10" dirty="0">
                <a:solidFill>
                  <a:srgbClr val="4D4D4D"/>
                </a:solidFill>
                <a:latin typeface="Rockwell"/>
                <a:cs typeface="Rockwell"/>
              </a:rPr>
              <a:t>r</a:t>
            </a:r>
            <a:r>
              <a:rPr spc="-5" dirty="0">
                <a:solidFill>
                  <a:srgbClr val="4D4D4D"/>
                </a:solidFill>
                <a:latin typeface="Rockwell"/>
                <a:cs typeface="Rockwell"/>
              </a:rPr>
              <a:t>eviou</a:t>
            </a:r>
            <a:r>
              <a:rPr dirty="0">
                <a:solidFill>
                  <a:srgbClr val="4D4D4D"/>
                </a:solidFill>
                <a:latin typeface="Rockwell"/>
                <a:cs typeface="Rockwell"/>
              </a:rPr>
              <a:t>s</a:t>
            </a:r>
            <a:r>
              <a:rPr spc="1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dirty="0" smtClean="0">
                <a:solidFill>
                  <a:srgbClr val="4D4D4D"/>
                </a:solidFill>
                <a:latin typeface="Rockwell"/>
                <a:cs typeface="Rockwell"/>
              </a:rPr>
              <a:t>Le</a:t>
            </a:r>
            <a:r>
              <a:rPr spc="-10" dirty="0" smtClean="0">
                <a:solidFill>
                  <a:srgbClr val="4D4D4D"/>
                </a:solidFill>
                <a:latin typeface="Rockwell"/>
                <a:cs typeface="Rockwell"/>
              </a:rPr>
              <a:t>ss</a:t>
            </a:r>
            <a:r>
              <a:rPr spc="-5" dirty="0" smtClean="0">
                <a:solidFill>
                  <a:srgbClr val="4D4D4D"/>
                </a:solidFill>
                <a:latin typeface="Rockwell"/>
                <a:cs typeface="Rockwell"/>
              </a:rPr>
              <a:t>ons</a:t>
            </a:r>
            <a:endParaRPr lang="fr-CH" spc="-5" dirty="0" smtClean="0">
              <a:solidFill>
                <a:srgbClr val="4D4D4D"/>
              </a:solidFill>
              <a:latin typeface="Rockwell"/>
              <a:cs typeface="Rockwell"/>
            </a:endParaRPr>
          </a:p>
          <a:p>
            <a:pPr marL="355600"/>
            <a:r>
              <a:rPr lang="en-US" dirty="0" smtClean="0">
                <a:solidFill>
                  <a:srgbClr val="4D4D4D"/>
                </a:solidFill>
                <a:latin typeface="Rockwell"/>
                <a:cs typeface="Rockwell"/>
              </a:rPr>
              <a:t>Design and Appoint Project M</a:t>
            </a:r>
            <a:r>
              <a:rPr lang="en-US" spc="-10" dirty="0" smtClean="0">
                <a:solidFill>
                  <a:srgbClr val="4D4D4D"/>
                </a:solidFill>
                <a:latin typeface="Rockwell"/>
                <a:cs typeface="Rockwell"/>
              </a:rPr>
              <a:t>a</a:t>
            </a:r>
            <a:r>
              <a:rPr lang="en-US" dirty="0" smtClean="0">
                <a:solidFill>
                  <a:srgbClr val="4D4D4D"/>
                </a:solidFill>
                <a:latin typeface="Rockwell"/>
                <a:cs typeface="Rockwell"/>
              </a:rPr>
              <a:t>nagem</a:t>
            </a:r>
            <a:r>
              <a:rPr lang="en-US" spc="-5" dirty="0" smtClean="0">
                <a:solidFill>
                  <a:srgbClr val="4D4D4D"/>
                </a:solidFill>
                <a:latin typeface="Rockwell"/>
                <a:cs typeface="Rockwell"/>
              </a:rPr>
              <a:t>en</a:t>
            </a:r>
            <a:r>
              <a:rPr lang="en-US" dirty="0" smtClean="0">
                <a:solidFill>
                  <a:srgbClr val="4D4D4D"/>
                </a:solidFill>
                <a:latin typeface="Rockwell"/>
                <a:cs typeface="Rockwell"/>
              </a:rPr>
              <a:t>t</a:t>
            </a:r>
            <a:r>
              <a:rPr lang="en-US" spc="20" dirty="0" smtClean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lang="en-US" spc="-15" dirty="0">
                <a:solidFill>
                  <a:srgbClr val="4D4D4D"/>
                </a:solidFill>
                <a:latin typeface="Rockwell"/>
                <a:cs typeface="Rockwell"/>
              </a:rPr>
              <a:t>T</a:t>
            </a:r>
            <a:r>
              <a:rPr lang="en-US" spc="-5" dirty="0">
                <a:solidFill>
                  <a:srgbClr val="4D4D4D"/>
                </a:solidFill>
                <a:latin typeface="Rockwell"/>
                <a:cs typeface="Rockwell"/>
              </a:rPr>
              <a:t>eam</a:t>
            </a:r>
            <a:endParaRPr dirty="0">
              <a:latin typeface="Rockwell"/>
              <a:cs typeface="Rockwell"/>
            </a:endParaRPr>
          </a:p>
          <a:p>
            <a:pPr marL="355600">
              <a:spcBef>
                <a:spcPts val="430"/>
              </a:spcBef>
            </a:pPr>
            <a:r>
              <a:rPr dirty="0" smtClean="0">
                <a:solidFill>
                  <a:srgbClr val="4D4D4D"/>
                </a:solidFill>
                <a:latin typeface="Rockwell"/>
                <a:cs typeface="Rockwell"/>
              </a:rPr>
              <a:t>Sele</a:t>
            </a:r>
            <a:r>
              <a:rPr spc="-10" dirty="0" smtClean="0">
                <a:solidFill>
                  <a:srgbClr val="4D4D4D"/>
                </a:solidFill>
                <a:latin typeface="Rockwell"/>
                <a:cs typeface="Rockwell"/>
              </a:rPr>
              <a:t>c</a:t>
            </a:r>
            <a:r>
              <a:rPr dirty="0" smtClean="0">
                <a:solidFill>
                  <a:srgbClr val="4D4D4D"/>
                </a:solidFill>
                <a:latin typeface="Rockwell"/>
                <a:cs typeface="Rockwell"/>
              </a:rPr>
              <a:t>t </a:t>
            </a:r>
            <a:r>
              <a:rPr spc="-5" dirty="0">
                <a:solidFill>
                  <a:srgbClr val="4D4D4D"/>
                </a:solidFill>
                <a:latin typeface="Rockwell"/>
                <a:cs typeface="Rockwell"/>
              </a:rPr>
              <a:t>th</a:t>
            </a:r>
            <a:r>
              <a:rPr dirty="0">
                <a:solidFill>
                  <a:srgbClr val="4D4D4D"/>
                </a:solidFill>
                <a:latin typeface="Rockwell"/>
                <a:cs typeface="Rockwell"/>
              </a:rPr>
              <a:t>e</a:t>
            </a:r>
            <a:r>
              <a:rPr spc="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dirty="0">
                <a:solidFill>
                  <a:srgbClr val="4D4D4D"/>
                </a:solidFill>
                <a:latin typeface="Rockwell"/>
                <a:cs typeface="Rockwell"/>
              </a:rPr>
              <a:t>proj</a:t>
            </a:r>
            <a:r>
              <a:rPr spc="-10" dirty="0">
                <a:solidFill>
                  <a:srgbClr val="4D4D4D"/>
                </a:solidFill>
                <a:latin typeface="Rockwell"/>
                <a:cs typeface="Rockwell"/>
              </a:rPr>
              <a:t>ec</a:t>
            </a:r>
            <a:r>
              <a:rPr dirty="0">
                <a:solidFill>
                  <a:srgbClr val="4D4D4D"/>
                </a:solidFill>
                <a:latin typeface="Rockwell"/>
                <a:cs typeface="Rockwell"/>
              </a:rPr>
              <a:t>t</a:t>
            </a:r>
            <a:r>
              <a:rPr spc="20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pc="-10" dirty="0">
                <a:solidFill>
                  <a:srgbClr val="4D4D4D"/>
                </a:solidFill>
                <a:latin typeface="Rockwell"/>
                <a:cs typeface="Rockwell"/>
              </a:rPr>
              <a:t>a</a:t>
            </a:r>
            <a:r>
              <a:rPr dirty="0">
                <a:solidFill>
                  <a:srgbClr val="4D4D4D"/>
                </a:solidFill>
                <a:latin typeface="Rockwell"/>
                <a:cs typeface="Rockwell"/>
              </a:rPr>
              <a:t>ppro</a:t>
            </a:r>
            <a:r>
              <a:rPr spc="-10" dirty="0">
                <a:solidFill>
                  <a:srgbClr val="4D4D4D"/>
                </a:solidFill>
                <a:latin typeface="Rockwell"/>
                <a:cs typeface="Rockwell"/>
              </a:rPr>
              <a:t>ac</a:t>
            </a:r>
            <a:r>
              <a:rPr dirty="0">
                <a:solidFill>
                  <a:srgbClr val="4D4D4D"/>
                </a:solidFill>
                <a:latin typeface="Rockwell"/>
                <a:cs typeface="Rockwell"/>
              </a:rPr>
              <a:t>h</a:t>
            </a:r>
            <a:r>
              <a:rPr spc="2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pc="-10" dirty="0">
                <a:solidFill>
                  <a:srgbClr val="4D4D4D"/>
                </a:solidFill>
                <a:latin typeface="Rockwell"/>
                <a:cs typeface="Rockwell"/>
              </a:rPr>
              <a:t>a</a:t>
            </a:r>
            <a:r>
              <a:rPr dirty="0">
                <a:solidFill>
                  <a:srgbClr val="4D4D4D"/>
                </a:solidFill>
                <a:latin typeface="Rockwell"/>
                <a:cs typeface="Rockwell"/>
              </a:rPr>
              <a:t>nd </a:t>
            </a:r>
            <a:r>
              <a:rPr spc="-15" dirty="0">
                <a:solidFill>
                  <a:srgbClr val="4D4D4D"/>
                </a:solidFill>
                <a:latin typeface="Rockwell"/>
                <a:cs typeface="Rockwell"/>
              </a:rPr>
              <a:t>a</a:t>
            </a:r>
            <a:r>
              <a:rPr spc="-10" dirty="0">
                <a:solidFill>
                  <a:srgbClr val="4D4D4D"/>
                </a:solidFill>
                <a:latin typeface="Rockwell"/>
                <a:cs typeface="Rockwell"/>
              </a:rPr>
              <a:t>ss</a:t>
            </a:r>
            <a:r>
              <a:rPr spc="-5" dirty="0">
                <a:solidFill>
                  <a:srgbClr val="4D4D4D"/>
                </a:solidFill>
                <a:latin typeface="Rockwell"/>
                <a:cs typeface="Rockwell"/>
              </a:rPr>
              <a:t>embl</a:t>
            </a:r>
            <a:r>
              <a:rPr dirty="0">
                <a:solidFill>
                  <a:srgbClr val="4D4D4D"/>
                </a:solidFill>
                <a:latin typeface="Rockwell"/>
                <a:cs typeface="Rockwell"/>
              </a:rPr>
              <a:t>e</a:t>
            </a:r>
            <a:r>
              <a:rPr spc="1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pc="-5" dirty="0">
                <a:solidFill>
                  <a:srgbClr val="4D4D4D"/>
                </a:solidFill>
                <a:latin typeface="Rockwell"/>
                <a:cs typeface="Rockwell"/>
              </a:rPr>
              <a:t>t</a:t>
            </a:r>
            <a:r>
              <a:rPr dirty="0">
                <a:solidFill>
                  <a:srgbClr val="4D4D4D"/>
                </a:solidFill>
                <a:latin typeface="Rockwell"/>
                <a:cs typeface="Rockwell"/>
              </a:rPr>
              <a:t>he Proje</a:t>
            </a:r>
            <a:r>
              <a:rPr spc="-15" dirty="0">
                <a:solidFill>
                  <a:srgbClr val="4D4D4D"/>
                </a:solidFill>
                <a:latin typeface="Rockwell"/>
                <a:cs typeface="Rockwell"/>
              </a:rPr>
              <a:t>c</a:t>
            </a:r>
            <a:r>
              <a:rPr dirty="0">
                <a:solidFill>
                  <a:srgbClr val="4D4D4D"/>
                </a:solidFill>
                <a:latin typeface="Rockwell"/>
                <a:cs typeface="Rockwell"/>
              </a:rPr>
              <a:t>t</a:t>
            </a:r>
            <a:r>
              <a:rPr spc="30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pc="-5" dirty="0" smtClean="0">
                <a:solidFill>
                  <a:srgbClr val="4D4D4D"/>
                </a:solidFill>
                <a:latin typeface="Rockwell"/>
                <a:cs typeface="Rockwell"/>
              </a:rPr>
              <a:t>Brief</a:t>
            </a:r>
            <a:endParaRPr lang="fr-CH" spc="-5" dirty="0" smtClean="0">
              <a:solidFill>
                <a:srgbClr val="4D4D4D"/>
              </a:solidFill>
              <a:latin typeface="Rockwell"/>
              <a:cs typeface="Rockwell"/>
            </a:endParaRPr>
          </a:p>
          <a:p>
            <a:pPr marL="355600">
              <a:spcBef>
                <a:spcPts val="430"/>
              </a:spcBef>
            </a:pPr>
            <a:r>
              <a:rPr lang="fr-CH" dirty="0">
                <a:solidFill>
                  <a:srgbClr val="4D4D4D"/>
                </a:solidFill>
                <a:latin typeface="Rockwell"/>
                <a:cs typeface="Rockwell"/>
              </a:rPr>
              <a:t>Pl</a:t>
            </a:r>
            <a:r>
              <a:rPr lang="fr-CH" spc="-10" dirty="0">
                <a:solidFill>
                  <a:srgbClr val="4D4D4D"/>
                </a:solidFill>
                <a:latin typeface="Rockwell"/>
                <a:cs typeface="Rockwell"/>
              </a:rPr>
              <a:t>a</a:t>
            </a:r>
            <a:r>
              <a:rPr lang="fr-CH" dirty="0">
                <a:solidFill>
                  <a:srgbClr val="4D4D4D"/>
                </a:solidFill>
                <a:latin typeface="Rockwell"/>
                <a:cs typeface="Rockwell"/>
              </a:rPr>
              <a:t>n </a:t>
            </a:r>
            <a:r>
              <a:rPr lang="fr-CH" spc="-5" dirty="0">
                <a:solidFill>
                  <a:srgbClr val="4D4D4D"/>
                </a:solidFill>
                <a:latin typeface="Rockwell"/>
                <a:cs typeface="Rockwell"/>
              </a:rPr>
              <a:t>th</a:t>
            </a:r>
            <a:r>
              <a:rPr lang="fr-CH" dirty="0">
                <a:solidFill>
                  <a:srgbClr val="4D4D4D"/>
                </a:solidFill>
                <a:latin typeface="Rockwell"/>
                <a:cs typeface="Rockwell"/>
              </a:rPr>
              <a:t>e</a:t>
            </a:r>
            <a:r>
              <a:rPr lang="fr-CH" spc="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lang="fr-CH" dirty="0">
                <a:solidFill>
                  <a:srgbClr val="4D4D4D"/>
                </a:solidFill>
                <a:latin typeface="Rockwell"/>
                <a:cs typeface="Rockwell"/>
              </a:rPr>
              <a:t>initi</a:t>
            </a:r>
            <a:r>
              <a:rPr lang="fr-CH" spc="-10" dirty="0">
                <a:solidFill>
                  <a:srgbClr val="4D4D4D"/>
                </a:solidFill>
                <a:latin typeface="Rockwell"/>
                <a:cs typeface="Rockwell"/>
              </a:rPr>
              <a:t>a</a:t>
            </a:r>
            <a:r>
              <a:rPr lang="fr-CH" spc="-5" dirty="0">
                <a:solidFill>
                  <a:srgbClr val="4D4D4D"/>
                </a:solidFill>
                <a:latin typeface="Rockwell"/>
                <a:cs typeface="Rockwell"/>
              </a:rPr>
              <a:t>tio</a:t>
            </a:r>
            <a:r>
              <a:rPr lang="fr-CH" dirty="0">
                <a:solidFill>
                  <a:srgbClr val="4D4D4D"/>
                </a:solidFill>
                <a:latin typeface="Rockwell"/>
                <a:cs typeface="Rockwell"/>
              </a:rPr>
              <a:t>n</a:t>
            </a:r>
            <a:r>
              <a:rPr lang="fr-CH" spc="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lang="fr-CH" spc="-15" dirty="0">
                <a:solidFill>
                  <a:srgbClr val="4D4D4D"/>
                </a:solidFill>
                <a:latin typeface="Rockwell"/>
                <a:cs typeface="Rockwell"/>
              </a:rPr>
              <a:t>s</a:t>
            </a:r>
            <a:r>
              <a:rPr lang="fr-CH" spc="-5" dirty="0">
                <a:solidFill>
                  <a:srgbClr val="4D4D4D"/>
                </a:solidFill>
                <a:latin typeface="Rockwell"/>
                <a:cs typeface="Rockwell"/>
              </a:rPr>
              <a:t>tage</a:t>
            </a:r>
            <a:endParaRPr lang="fr-CH" dirty="0">
              <a:latin typeface="Rockwell"/>
              <a:cs typeface="Rockwell"/>
            </a:endParaRPr>
          </a:p>
          <a:p>
            <a:pPr marL="355600">
              <a:spcBef>
                <a:spcPts val="430"/>
              </a:spcBef>
            </a:pPr>
            <a:r>
              <a:rPr lang="fr-CH" dirty="0" err="1" smtClean="0">
                <a:solidFill>
                  <a:srgbClr val="4D4D4D"/>
                </a:solidFill>
                <a:latin typeface="Rockwell"/>
                <a:cs typeface="Rockwell"/>
              </a:rPr>
              <a:t>Cre</a:t>
            </a:r>
            <a:r>
              <a:rPr lang="fr-CH" spc="-15" dirty="0" err="1" smtClean="0">
                <a:solidFill>
                  <a:srgbClr val="4D4D4D"/>
                </a:solidFill>
                <a:latin typeface="Rockwell"/>
                <a:cs typeface="Rockwell"/>
              </a:rPr>
              <a:t>a</a:t>
            </a:r>
            <a:r>
              <a:rPr lang="fr-CH" spc="-5" dirty="0" err="1" smtClean="0">
                <a:solidFill>
                  <a:srgbClr val="4D4D4D"/>
                </a:solidFill>
                <a:latin typeface="Rockwell"/>
                <a:cs typeface="Rockwell"/>
              </a:rPr>
              <a:t>t</a:t>
            </a:r>
            <a:r>
              <a:rPr lang="fr-CH" dirty="0" err="1" smtClean="0">
                <a:solidFill>
                  <a:srgbClr val="4D4D4D"/>
                </a:solidFill>
                <a:latin typeface="Rockwell"/>
                <a:cs typeface="Rockwell"/>
              </a:rPr>
              <a:t>e</a:t>
            </a:r>
            <a:r>
              <a:rPr lang="fr-CH" spc="5" dirty="0" smtClean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lang="fr-CH" dirty="0">
                <a:solidFill>
                  <a:srgbClr val="4D4D4D"/>
                </a:solidFill>
                <a:latin typeface="Rockwell"/>
                <a:cs typeface="Rockwell"/>
              </a:rPr>
              <a:t>Proje</a:t>
            </a:r>
            <a:r>
              <a:rPr lang="fr-CH" spc="-15" dirty="0">
                <a:solidFill>
                  <a:srgbClr val="4D4D4D"/>
                </a:solidFill>
                <a:latin typeface="Rockwell"/>
                <a:cs typeface="Rockwell"/>
              </a:rPr>
              <a:t>c</a:t>
            </a:r>
            <a:r>
              <a:rPr lang="fr-CH" dirty="0">
                <a:solidFill>
                  <a:srgbClr val="4D4D4D"/>
                </a:solidFill>
                <a:latin typeface="Rockwell"/>
                <a:cs typeface="Rockwell"/>
              </a:rPr>
              <a:t>t</a:t>
            </a:r>
            <a:r>
              <a:rPr lang="fr-CH" spc="30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lang="fr-CH" dirty="0">
                <a:solidFill>
                  <a:srgbClr val="4D4D4D"/>
                </a:solidFill>
                <a:latin typeface="Rockwell"/>
                <a:cs typeface="Rockwell"/>
              </a:rPr>
              <a:t>Product</a:t>
            </a:r>
            <a:r>
              <a:rPr lang="fr-CH" spc="1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lang="fr-CH" spc="-15" dirty="0">
                <a:solidFill>
                  <a:srgbClr val="4D4D4D"/>
                </a:solidFill>
                <a:latin typeface="Rockwell"/>
                <a:cs typeface="Rockwell"/>
              </a:rPr>
              <a:t>De</a:t>
            </a:r>
            <a:r>
              <a:rPr lang="fr-CH" spc="-20" dirty="0">
                <a:solidFill>
                  <a:srgbClr val="4D4D4D"/>
                </a:solidFill>
                <a:latin typeface="Rockwell"/>
                <a:cs typeface="Rockwell"/>
              </a:rPr>
              <a:t>sc</a:t>
            </a:r>
            <a:r>
              <a:rPr lang="fr-CH" spc="-5" dirty="0">
                <a:solidFill>
                  <a:srgbClr val="4D4D4D"/>
                </a:solidFill>
                <a:latin typeface="Rockwell"/>
                <a:cs typeface="Rockwell"/>
              </a:rPr>
              <a:t>ription</a:t>
            </a:r>
            <a:endParaRPr lang="fr-CH" dirty="0">
              <a:latin typeface="Rockwell"/>
              <a:cs typeface="Rockwell"/>
            </a:endParaRPr>
          </a:p>
          <a:p>
            <a:pPr marL="355600" marR="5080">
              <a:spcBef>
                <a:spcPts val="430"/>
              </a:spcBef>
            </a:pPr>
            <a:r>
              <a:rPr spc="-15" dirty="0" smtClean="0">
                <a:solidFill>
                  <a:srgbClr val="4D4D4D"/>
                </a:solidFill>
                <a:latin typeface="Rockwell"/>
                <a:cs typeface="Rockwell"/>
              </a:rPr>
              <a:t>T</a:t>
            </a:r>
            <a:r>
              <a:rPr spc="-5" dirty="0" smtClean="0">
                <a:solidFill>
                  <a:srgbClr val="4D4D4D"/>
                </a:solidFill>
                <a:latin typeface="Rockwell"/>
                <a:cs typeface="Rockwell"/>
              </a:rPr>
              <a:t>rigger</a:t>
            </a:r>
            <a:r>
              <a:rPr dirty="0" smtClean="0">
                <a:solidFill>
                  <a:srgbClr val="4D4D4D"/>
                </a:solidFill>
                <a:latin typeface="Rockwell"/>
                <a:cs typeface="Rockwell"/>
              </a:rPr>
              <a:t>s</a:t>
            </a:r>
            <a:r>
              <a:rPr spc="-10" dirty="0" smtClean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pc="-5" dirty="0">
                <a:solidFill>
                  <a:srgbClr val="4D4D4D"/>
                </a:solidFill>
                <a:latin typeface="Rockwell"/>
                <a:cs typeface="Rockwell"/>
              </a:rPr>
              <a:t>t</a:t>
            </a:r>
            <a:r>
              <a:rPr spc="5" dirty="0">
                <a:solidFill>
                  <a:srgbClr val="4D4D4D"/>
                </a:solidFill>
                <a:latin typeface="Rockwell"/>
                <a:cs typeface="Rockwell"/>
              </a:rPr>
              <a:t>h</a:t>
            </a:r>
            <a:r>
              <a:rPr dirty="0">
                <a:solidFill>
                  <a:srgbClr val="4D4D4D"/>
                </a:solidFill>
                <a:latin typeface="Rockwell"/>
                <a:cs typeface="Rockwell"/>
              </a:rPr>
              <a:t>e</a:t>
            </a:r>
            <a:r>
              <a:rPr spc="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dirty="0">
                <a:solidFill>
                  <a:srgbClr val="4D4D4D"/>
                </a:solidFill>
                <a:latin typeface="Rockwell"/>
                <a:cs typeface="Rockwell"/>
              </a:rPr>
              <a:t>dire</a:t>
            </a:r>
            <a:r>
              <a:rPr spc="-10" dirty="0">
                <a:solidFill>
                  <a:srgbClr val="4D4D4D"/>
                </a:solidFill>
                <a:latin typeface="Rockwell"/>
                <a:cs typeface="Rockwell"/>
              </a:rPr>
              <a:t>c</a:t>
            </a:r>
            <a:r>
              <a:rPr spc="-5" dirty="0">
                <a:solidFill>
                  <a:srgbClr val="4D4D4D"/>
                </a:solidFill>
                <a:latin typeface="Rockwell"/>
                <a:cs typeface="Rockwell"/>
              </a:rPr>
              <a:t>ti</a:t>
            </a:r>
            <a:r>
              <a:rPr spc="5" dirty="0">
                <a:solidFill>
                  <a:srgbClr val="4D4D4D"/>
                </a:solidFill>
                <a:latin typeface="Rockwell"/>
                <a:cs typeface="Rockwell"/>
              </a:rPr>
              <a:t>n</a:t>
            </a:r>
            <a:r>
              <a:rPr dirty="0">
                <a:solidFill>
                  <a:srgbClr val="4D4D4D"/>
                </a:solidFill>
                <a:latin typeface="Rockwell"/>
                <a:cs typeface="Rockwell"/>
              </a:rPr>
              <a:t>g</a:t>
            </a:r>
            <a:r>
              <a:rPr spc="1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pc="-5" dirty="0">
                <a:solidFill>
                  <a:srgbClr val="4D4D4D"/>
                </a:solidFill>
                <a:latin typeface="Rockwell"/>
                <a:cs typeface="Rockwell"/>
              </a:rPr>
              <a:t>t</a:t>
            </a:r>
            <a:r>
              <a:rPr spc="5" dirty="0">
                <a:solidFill>
                  <a:srgbClr val="4D4D4D"/>
                </a:solidFill>
                <a:latin typeface="Rockwell"/>
                <a:cs typeface="Rockwell"/>
              </a:rPr>
              <a:t>h</a:t>
            </a:r>
            <a:r>
              <a:rPr dirty="0">
                <a:solidFill>
                  <a:srgbClr val="4D4D4D"/>
                </a:solidFill>
                <a:latin typeface="Rockwell"/>
                <a:cs typeface="Rockwell"/>
              </a:rPr>
              <a:t>e</a:t>
            </a:r>
            <a:r>
              <a:rPr spc="-10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dirty="0">
                <a:solidFill>
                  <a:srgbClr val="4D4D4D"/>
                </a:solidFill>
                <a:latin typeface="Rockwell"/>
                <a:cs typeface="Rockwell"/>
              </a:rPr>
              <a:t>project</a:t>
            </a:r>
            <a:r>
              <a:rPr spc="2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dirty="0">
                <a:solidFill>
                  <a:srgbClr val="4D4D4D"/>
                </a:solidFill>
                <a:latin typeface="Rockwell"/>
                <a:cs typeface="Rockwell"/>
              </a:rPr>
              <a:t>proce</a:t>
            </a:r>
            <a:r>
              <a:rPr spc="-10" dirty="0">
                <a:solidFill>
                  <a:srgbClr val="4D4D4D"/>
                </a:solidFill>
                <a:latin typeface="Rockwell"/>
                <a:cs typeface="Rockwell"/>
              </a:rPr>
              <a:t>ss</a:t>
            </a:r>
            <a:r>
              <a:rPr spc="10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dirty="0">
                <a:solidFill>
                  <a:srgbClr val="4D4D4D"/>
                </a:solidFill>
                <a:latin typeface="Rockwell"/>
                <a:cs typeface="Rockwell"/>
              </a:rPr>
              <a:t>with</a:t>
            </a:r>
            <a:r>
              <a:rPr spc="-5" dirty="0">
                <a:solidFill>
                  <a:srgbClr val="4D4D4D"/>
                </a:solidFill>
                <a:latin typeface="Rockwell"/>
                <a:cs typeface="Rockwell"/>
              </a:rPr>
              <a:t> reques</a:t>
            </a:r>
            <a:r>
              <a:rPr dirty="0">
                <a:solidFill>
                  <a:srgbClr val="4D4D4D"/>
                </a:solidFill>
                <a:latin typeface="Rockwell"/>
                <a:cs typeface="Rockwell"/>
              </a:rPr>
              <a:t>t</a:t>
            </a:r>
            <a:r>
              <a:rPr spc="20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pc="-5" dirty="0">
                <a:solidFill>
                  <a:srgbClr val="4D4D4D"/>
                </a:solidFill>
                <a:latin typeface="Rockwell"/>
                <a:cs typeface="Rockwell"/>
              </a:rPr>
              <a:t>t</a:t>
            </a:r>
            <a:r>
              <a:rPr dirty="0">
                <a:solidFill>
                  <a:srgbClr val="4D4D4D"/>
                </a:solidFill>
                <a:latin typeface="Rockwell"/>
                <a:cs typeface="Rockwell"/>
              </a:rPr>
              <a:t>o</a:t>
            </a:r>
            <a:r>
              <a:rPr spc="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dirty="0">
                <a:solidFill>
                  <a:srgbClr val="4D4D4D"/>
                </a:solidFill>
                <a:latin typeface="Rockwell"/>
                <a:cs typeface="Rockwell"/>
              </a:rPr>
              <a:t>initi</a:t>
            </a:r>
            <a:r>
              <a:rPr spc="-10" dirty="0">
                <a:solidFill>
                  <a:srgbClr val="4D4D4D"/>
                </a:solidFill>
                <a:latin typeface="Rockwell"/>
                <a:cs typeface="Rockwell"/>
              </a:rPr>
              <a:t>a</a:t>
            </a:r>
            <a:r>
              <a:rPr spc="-5" dirty="0">
                <a:solidFill>
                  <a:srgbClr val="4D4D4D"/>
                </a:solidFill>
                <a:latin typeface="Rockwell"/>
                <a:cs typeface="Rockwell"/>
              </a:rPr>
              <a:t>t</a:t>
            </a:r>
            <a:r>
              <a:rPr dirty="0">
                <a:solidFill>
                  <a:srgbClr val="4D4D4D"/>
                </a:solidFill>
                <a:latin typeface="Rockwell"/>
                <a:cs typeface="Rockwell"/>
              </a:rPr>
              <a:t>e</a:t>
            </a:r>
            <a:r>
              <a:rPr spc="20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pc="-5" dirty="0">
                <a:solidFill>
                  <a:srgbClr val="4D4D4D"/>
                </a:solidFill>
                <a:latin typeface="Rockwell"/>
                <a:cs typeface="Rockwell"/>
              </a:rPr>
              <a:t>t</a:t>
            </a:r>
            <a:r>
              <a:rPr spc="5" dirty="0">
                <a:solidFill>
                  <a:srgbClr val="4D4D4D"/>
                </a:solidFill>
                <a:latin typeface="Rockwell"/>
                <a:cs typeface="Rockwell"/>
              </a:rPr>
              <a:t>h</a:t>
            </a:r>
            <a:r>
              <a:rPr dirty="0">
                <a:solidFill>
                  <a:srgbClr val="4D4D4D"/>
                </a:solidFill>
                <a:latin typeface="Rockwell"/>
                <a:cs typeface="Rockwell"/>
              </a:rPr>
              <a:t>e project</a:t>
            </a:r>
            <a:endParaRPr dirty="0">
              <a:latin typeface="Rockwell"/>
              <a:cs typeface="Rockwel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763259" y="29832"/>
            <a:ext cx="1397000" cy="1846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200" dirty="0">
                <a:latin typeface="Courier New"/>
                <a:cs typeface="Courier New"/>
              </a:rPr>
              <a:t>- Pankaj </a:t>
            </a:r>
            <a:r>
              <a:rPr lang="es-ES" sz="1200" dirty="0">
                <a:latin typeface="Courier New"/>
                <a:cs typeface="Courier New"/>
              </a:rPr>
              <a:t> </a:t>
            </a:r>
            <a:endParaRPr sz="1200" dirty="0">
              <a:latin typeface="Courier New"/>
              <a:cs typeface="Courier New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0" y="16148"/>
            <a:ext cx="12192000" cy="548956"/>
          </a:xfrm>
          <a:prstGeom prst="rect">
            <a:avLst/>
          </a:prstGeom>
          <a:solidFill>
            <a:srgbClr val="00008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dirty="0" smtClean="0">
                <a:latin typeface="Rockwell" charset="0"/>
                <a:ea typeface="Rockwell" charset="0"/>
                <a:cs typeface="Rockwell" charset="0"/>
              </a:rPr>
              <a:t>Starting up a Project</a:t>
            </a:r>
            <a:endParaRPr lang="en-US" sz="2800" dirty="0">
              <a:latin typeface="Rockwell" charset="0"/>
              <a:ea typeface="Rockwell" charset="0"/>
              <a:cs typeface="Rockwel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92085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565104"/>
            <a:ext cx="354330" cy="5904230"/>
          </a:xfrm>
          <a:custGeom>
            <a:avLst/>
            <a:gdLst/>
            <a:ahLst/>
            <a:cxnLst/>
            <a:rect l="l" t="t" r="r" b="b"/>
            <a:pathLst>
              <a:path w="354330" h="5904230">
                <a:moveTo>
                  <a:pt x="0" y="5903975"/>
                </a:moveTo>
                <a:lnTo>
                  <a:pt x="354011" y="5903975"/>
                </a:lnTo>
                <a:lnTo>
                  <a:pt x="354011" y="0"/>
                </a:lnTo>
                <a:lnTo>
                  <a:pt x="0" y="0"/>
                </a:lnTo>
                <a:lnTo>
                  <a:pt x="0" y="5903975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6452870"/>
            <a:ext cx="12192000" cy="405130"/>
          </a:xfrm>
          <a:custGeom>
            <a:avLst/>
            <a:gdLst/>
            <a:ahLst/>
            <a:cxnLst/>
            <a:rect l="l" t="t" r="r" b="b"/>
            <a:pathLst>
              <a:path w="9144000" h="405129">
                <a:moveTo>
                  <a:pt x="9144000" y="404811"/>
                </a:moveTo>
                <a:lnTo>
                  <a:pt x="9144000" y="0"/>
                </a:lnTo>
                <a:lnTo>
                  <a:pt x="0" y="0"/>
                </a:lnTo>
                <a:lnTo>
                  <a:pt x="0" y="404811"/>
                </a:lnTo>
                <a:lnTo>
                  <a:pt x="9144000" y="404811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926743" y="28078"/>
            <a:ext cx="3770629" cy="4308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800" b="1" spc="-15" dirty="0">
                <a:solidFill>
                  <a:srgbClr val="FFFFFF"/>
                </a:solidFill>
                <a:latin typeface="Rockwell"/>
                <a:cs typeface="Rockwell"/>
              </a:rPr>
              <a:t>Start</a:t>
            </a:r>
            <a:r>
              <a:rPr sz="2800" b="1" spc="-25" dirty="0">
                <a:solidFill>
                  <a:srgbClr val="FFFFFF"/>
                </a:solidFill>
                <a:latin typeface="Rockwell"/>
                <a:cs typeface="Rockwell"/>
              </a:rPr>
              <a:t>i</a:t>
            </a:r>
            <a:r>
              <a:rPr sz="2800" b="1" spc="-20" dirty="0">
                <a:solidFill>
                  <a:srgbClr val="FFFFFF"/>
                </a:solidFill>
                <a:latin typeface="Rockwell"/>
                <a:cs typeface="Rockwell"/>
              </a:rPr>
              <a:t>ng</a:t>
            </a:r>
            <a:r>
              <a:rPr sz="2800" b="1" dirty="0">
                <a:solidFill>
                  <a:srgbClr val="FFFFFF"/>
                </a:solidFill>
                <a:latin typeface="Rockwell"/>
                <a:cs typeface="Rockwell"/>
              </a:rPr>
              <a:t> </a:t>
            </a:r>
            <a:r>
              <a:rPr sz="2800" b="1" spc="-20" dirty="0">
                <a:solidFill>
                  <a:srgbClr val="FFFFFF"/>
                </a:solidFill>
                <a:latin typeface="Rockwell"/>
                <a:cs typeface="Rockwell"/>
              </a:rPr>
              <a:t>Up</a:t>
            </a:r>
            <a:r>
              <a:rPr sz="2800" b="1" spc="5" dirty="0">
                <a:solidFill>
                  <a:srgbClr val="FFFFFF"/>
                </a:solidFill>
                <a:latin typeface="Rockwell"/>
                <a:cs typeface="Rockwell"/>
              </a:rPr>
              <a:t> </a:t>
            </a:r>
            <a:r>
              <a:rPr sz="2800" b="1" spc="-20" dirty="0">
                <a:solidFill>
                  <a:srgbClr val="FFFFFF"/>
                </a:solidFill>
                <a:latin typeface="Rockwell"/>
                <a:cs typeface="Rockwell"/>
              </a:rPr>
              <a:t>a</a:t>
            </a:r>
            <a:r>
              <a:rPr sz="2800" b="1" spc="5" dirty="0">
                <a:solidFill>
                  <a:srgbClr val="FFFFFF"/>
                </a:solidFill>
                <a:latin typeface="Rockwell"/>
                <a:cs typeface="Rockwell"/>
              </a:rPr>
              <a:t> </a:t>
            </a:r>
            <a:r>
              <a:rPr sz="2800" b="1" spc="-20" dirty="0">
                <a:solidFill>
                  <a:srgbClr val="FFFFFF"/>
                </a:solidFill>
                <a:latin typeface="Rockwell"/>
                <a:cs typeface="Rockwell"/>
              </a:rPr>
              <a:t>P</a:t>
            </a:r>
            <a:r>
              <a:rPr sz="2800" b="1" spc="-25" dirty="0">
                <a:solidFill>
                  <a:srgbClr val="FFFFFF"/>
                </a:solidFill>
                <a:latin typeface="Rockwell"/>
                <a:cs typeface="Rockwell"/>
              </a:rPr>
              <a:t>r</a:t>
            </a:r>
            <a:r>
              <a:rPr sz="2800" b="1" spc="-20" dirty="0">
                <a:solidFill>
                  <a:srgbClr val="FFFFFF"/>
                </a:solidFill>
                <a:latin typeface="Rockwell"/>
                <a:cs typeface="Rockwell"/>
              </a:rPr>
              <a:t>oj</a:t>
            </a:r>
            <a:r>
              <a:rPr sz="2800" b="1" spc="-315" dirty="0">
                <a:solidFill>
                  <a:srgbClr val="FFFFFF"/>
                </a:solidFill>
                <a:latin typeface="Rockwell"/>
                <a:cs typeface="Rockwell"/>
              </a:rPr>
              <a:t>e</a:t>
            </a:r>
            <a:r>
              <a:rPr spc="-644" baseline="62500" dirty="0">
                <a:latin typeface="Courier New"/>
                <a:cs typeface="Courier New"/>
              </a:rPr>
              <a:t>A</a:t>
            </a:r>
            <a:r>
              <a:rPr sz="2800" b="1" spc="-1170" dirty="0">
                <a:solidFill>
                  <a:srgbClr val="FFFFFF"/>
                </a:solidFill>
                <a:latin typeface="Rockwell"/>
                <a:cs typeface="Rockwell"/>
              </a:rPr>
              <a:t>c</a:t>
            </a:r>
            <a:r>
              <a:rPr baseline="62500" dirty="0">
                <a:latin typeface="Courier New"/>
                <a:cs typeface="Courier New"/>
              </a:rPr>
              <a:t>u</a:t>
            </a:r>
            <a:r>
              <a:rPr spc="-442" baseline="62500" dirty="0">
                <a:latin typeface="Courier New"/>
                <a:cs typeface="Courier New"/>
              </a:rPr>
              <a:t>t</a:t>
            </a:r>
            <a:r>
              <a:rPr sz="2800" b="1" spc="-680" dirty="0">
                <a:solidFill>
                  <a:srgbClr val="FFFFFF"/>
                </a:solidFill>
                <a:latin typeface="Rockwell"/>
                <a:cs typeface="Rockwell"/>
              </a:rPr>
              <a:t>t</a:t>
            </a:r>
            <a:r>
              <a:rPr baseline="62500" dirty="0">
                <a:latin typeface="Courier New"/>
                <a:cs typeface="Courier New"/>
              </a:rPr>
              <a:t>hor</a:t>
            </a:r>
            <a:endParaRPr baseline="625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71550" y="1004455"/>
            <a:ext cx="11175893" cy="13926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247015"/>
            <a:r>
              <a:rPr spc="20" dirty="0">
                <a:latin typeface="Rockwell"/>
                <a:cs typeface="Rockwell"/>
              </a:rPr>
              <a:t>T</a:t>
            </a:r>
            <a:r>
              <a:rPr spc="-5" dirty="0">
                <a:latin typeface="Rockwell"/>
                <a:cs typeface="Rockwell"/>
              </a:rPr>
              <a:t>h</a:t>
            </a:r>
            <a:r>
              <a:rPr dirty="0">
                <a:latin typeface="Rockwell"/>
                <a:cs typeface="Rockwell"/>
              </a:rPr>
              <a:t>e</a:t>
            </a:r>
            <a:r>
              <a:rPr spc="5" dirty="0">
                <a:latin typeface="Rockwell"/>
                <a:cs typeface="Rockwell"/>
              </a:rPr>
              <a:t> </a:t>
            </a:r>
            <a:r>
              <a:rPr b="1" spc="-15" dirty="0">
                <a:latin typeface="Rockwell"/>
                <a:cs typeface="Rockwell"/>
              </a:rPr>
              <a:t>E</a:t>
            </a:r>
            <a:r>
              <a:rPr b="1" spc="-70" dirty="0">
                <a:latin typeface="Rockwell"/>
                <a:cs typeface="Rockwell"/>
              </a:rPr>
              <a:t>x</a:t>
            </a:r>
            <a:r>
              <a:rPr b="1" spc="-5" dirty="0">
                <a:latin typeface="Rockwell"/>
                <a:cs typeface="Rockwell"/>
              </a:rPr>
              <a:t>ecuti</a:t>
            </a:r>
            <a:r>
              <a:rPr b="1" spc="-45" dirty="0">
                <a:latin typeface="Rockwell"/>
                <a:cs typeface="Rockwell"/>
              </a:rPr>
              <a:t>v</a:t>
            </a:r>
            <a:r>
              <a:rPr b="1" dirty="0">
                <a:latin typeface="Rockwell"/>
                <a:cs typeface="Rockwell"/>
              </a:rPr>
              <a:t>e</a:t>
            </a:r>
            <a:r>
              <a:rPr b="1" spc="30" dirty="0">
                <a:latin typeface="Rockwell"/>
                <a:cs typeface="Rockwell"/>
              </a:rPr>
              <a:t> </a:t>
            </a:r>
            <a:r>
              <a:rPr dirty="0">
                <a:latin typeface="Rockwell"/>
                <a:cs typeface="Rockwell"/>
              </a:rPr>
              <a:t>is</a:t>
            </a:r>
            <a:r>
              <a:rPr spc="-5" dirty="0">
                <a:latin typeface="Rockwell"/>
                <a:cs typeface="Rockwell"/>
              </a:rPr>
              <a:t> </a:t>
            </a:r>
            <a:r>
              <a:rPr spc="-90" dirty="0">
                <a:latin typeface="Rockwell"/>
                <a:cs typeface="Rockwell"/>
              </a:rPr>
              <a:t>r</a:t>
            </a:r>
            <a:r>
              <a:rPr spc="-5" dirty="0">
                <a:latin typeface="Rockwell"/>
                <a:cs typeface="Rockwell"/>
              </a:rPr>
              <a:t>es</a:t>
            </a:r>
            <a:r>
              <a:rPr spc="5" dirty="0">
                <a:latin typeface="Rockwell"/>
                <a:cs typeface="Rockwell"/>
              </a:rPr>
              <a:t>p</a:t>
            </a:r>
            <a:r>
              <a:rPr spc="-5" dirty="0">
                <a:latin typeface="Rockwell"/>
                <a:cs typeface="Rockwell"/>
              </a:rPr>
              <a:t>ons</a:t>
            </a:r>
            <a:r>
              <a:rPr spc="5" dirty="0">
                <a:latin typeface="Rockwell"/>
                <a:cs typeface="Rockwell"/>
              </a:rPr>
              <a:t>i</a:t>
            </a:r>
            <a:r>
              <a:rPr spc="-50" dirty="0">
                <a:latin typeface="Rockwell"/>
                <a:cs typeface="Rockwell"/>
              </a:rPr>
              <a:t>b</a:t>
            </a:r>
            <a:r>
              <a:rPr dirty="0">
                <a:latin typeface="Rockwell"/>
                <a:cs typeface="Rockwell"/>
              </a:rPr>
              <a:t>le</a:t>
            </a:r>
            <a:r>
              <a:rPr spc="-5" dirty="0">
                <a:latin typeface="Rockwell"/>
                <a:cs typeface="Rockwell"/>
              </a:rPr>
              <a:t> </a:t>
            </a:r>
            <a:r>
              <a:rPr spc="20" dirty="0">
                <a:latin typeface="Rockwell"/>
                <a:cs typeface="Rockwell"/>
              </a:rPr>
              <a:t>f</a:t>
            </a:r>
            <a:r>
              <a:rPr spc="-5" dirty="0">
                <a:latin typeface="Rockwell"/>
                <a:cs typeface="Rockwell"/>
              </a:rPr>
              <a:t>o</a:t>
            </a:r>
            <a:r>
              <a:rPr dirty="0">
                <a:latin typeface="Rockwell"/>
                <a:cs typeface="Rockwell"/>
              </a:rPr>
              <a:t>r</a:t>
            </a:r>
            <a:r>
              <a:rPr spc="-5" dirty="0">
                <a:latin typeface="Rockwell"/>
                <a:cs typeface="Rockwell"/>
              </a:rPr>
              <a:t> A</a:t>
            </a:r>
            <a:r>
              <a:rPr spc="5" dirty="0">
                <a:latin typeface="Rockwell"/>
                <a:cs typeface="Rockwell"/>
              </a:rPr>
              <a:t>p</a:t>
            </a:r>
            <a:r>
              <a:rPr dirty="0">
                <a:latin typeface="Rockwell"/>
                <a:cs typeface="Rockwell"/>
              </a:rPr>
              <a:t>poi</a:t>
            </a:r>
            <a:r>
              <a:rPr spc="-5" dirty="0">
                <a:latin typeface="Rockwell"/>
                <a:cs typeface="Rockwell"/>
              </a:rPr>
              <a:t>ntin</a:t>
            </a:r>
            <a:r>
              <a:rPr dirty="0">
                <a:latin typeface="Rockwell"/>
                <a:cs typeface="Rockwell"/>
              </a:rPr>
              <a:t>g</a:t>
            </a:r>
            <a:r>
              <a:rPr spc="10" dirty="0">
                <a:latin typeface="Rockwell"/>
                <a:cs typeface="Rockwell"/>
              </a:rPr>
              <a:t> </a:t>
            </a:r>
            <a:r>
              <a:rPr dirty="0">
                <a:latin typeface="Rockwell"/>
                <a:cs typeface="Rockwell"/>
              </a:rPr>
              <a:t>the</a:t>
            </a:r>
            <a:r>
              <a:rPr spc="-5" dirty="0">
                <a:latin typeface="Rockwell"/>
                <a:cs typeface="Rockwell"/>
              </a:rPr>
              <a:t> P</a:t>
            </a:r>
            <a:r>
              <a:rPr spc="-65" dirty="0">
                <a:latin typeface="Rockwell"/>
                <a:cs typeface="Rockwell"/>
              </a:rPr>
              <a:t>r</a:t>
            </a:r>
            <a:r>
              <a:rPr spc="-5" dirty="0">
                <a:latin typeface="Rockwell"/>
                <a:cs typeface="Rockwell"/>
              </a:rPr>
              <a:t>ojec</a:t>
            </a:r>
            <a:r>
              <a:rPr dirty="0">
                <a:latin typeface="Rockwell"/>
                <a:cs typeface="Rockwell"/>
              </a:rPr>
              <a:t>t </a:t>
            </a:r>
            <a:r>
              <a:rPr spc="-15" dirty="0">
                <a:latin typeface="Rockwell"/>
                <a:cs typeface="Rockwell"/>
              </a:rPr>
              <a:t>Ma</a:t>
            </a:r>
            <a:r>
              <a:rPr spc="-5" dirty="0">
                <a:latin typeface="Rockwell"/>
                <a:cs typeface="Rockwell"/>
              </a:rPr>
              <a:t>na</a:t>
            </a:r>
            <a:r>
              <a:rPr spc="-30" dirty="0">
                <a:latin typeface="Rockwell"/>
                <a:cs typeface="Rockwell"/>
              </a:rPr>
              <a:t>g</a:t>
            </a:r>
            <a:r>
              <a:rPr spc="-5" dirty="0">
                <a:latin typeface="Rockwell"/>
                <a:cs typeface="Rockwell"/>
              </a:rPr>
              <a:t>e</a:t>
            </a:r>
            <a:r>
              <a:rPr spc="-114" dirty="0">
                <a:latin typeface="Rockwell"/>
                <a:cs typeface="Rockwell"/>
              </a:rPr>
              <a:t>r</a:t>
            </a:r>
            <a:r>
              <a:rPr spc="-10" dirty="0">
                <a:latin typeface="Rockwell"/>
                <a:cs typeface="Rockwell"/>
              </a:rPr>
              <a:t>,</a:t>
            </a:r>
            <a:r>
              <a:rPr spc="-165" dirty="0">
                <a:latin typeface="Rockwell"/>
                <a:cs typeface="Rockwell"/>
              </a:rPr>
              <a:t> </a:t>
            </a:r>
            <a:r>
              <a:rPr dirty="0">
                <a:latin typeface="Rockwell"/>
                <a:cs typeface="Rockwell"/>
              </a:rPr>
              <a:t>the</a:t>
            </a:r>
            <a:r>
              <a:rPr spc="10" dirty="0">
                <a:latin typeface="Rockwell"/>
                <a:cs typeface="Rockwell"/>
              </a:rPr>
              <a:t> </a:t>
            </a:r>
            <a:r>
              <a:rPr spc="-5" dirty="0">
                <a:latin typeface="Rockwell"/>
                <a:cs typeface="Rockwell"/>
              </a:rPr>
              <a:t>P</a:t>
            </a:r>
            <a:r>
              <a:rPr spc="-70" dirty="0">
                <a:latin typeface="Rockwell"/>
                <a:cs typeface="Rockwell"/>
              </a:rPr>
              <a:t>r</a:t>
            </a:r>
            <a:r>
              <a:rPr spc="-5" dirty="0">
                <a:latin typeface="Rockwell"/>
                <a:cs typeface="Rockwell"/>
              </a:rPr>
              <a:t>oject </a:t>
            </a:r>
            <a:r>
              <a:rPr spc="-15" dirty="0">
                <a:latin typeface="Rockwell"/>
                <a:cs typeface="Rockwell"/>
              </a:rPr>
              <a:t>Mana</a:t>
            </a:r>
            <a:r>
              <a:rPr spc="-35" dirty="0">
                <a:latin typeface="Rockwell"/>
                <a:cs typeface="Rockwell"/>
              </a:rPr>
              <a:t>g</a:t>
            </a:r>
            <a:r>
              <a:rPr spc="-5" dirty="0">
                <a:latin typeface="Rockwell"/>
                <a:cs typeface="Rockwell"/>
              </a:rPr>
              <a:t>emen</a:t>
            </a:r>
            <a:r>
              <a:rPr dirty="0">
                <a:latin typeface="Rockwell"/>
                <a:cs typeface="Rockwell"/>
              </a:rPr>
              <a:t>t</a:t>
            </a:r>
            <a:r>
              <a:rPr spc="-80" dirty="0">
                <a:latin typeface="Rockwell"/>
                <a:cs typeface="Rockwell"/>
              </a:rPr>
              <a:t> </a:t>
            </a:r>
            <a:r>
              <a:rPr spc="-85" dirty="0">
                <a:latin typeface="Rockwell"/>
                <a:cs typeface="Rockwell"/>
              </a:rPr>
              <a:t>T</a:t>
            </a:r>
            <a:r>
              <a:rPr spc="-5" dirty="0">
                <a:latin typeface="Rockwell"/>
                <a:cs typeface="Rockwell"/>
              </a:rPr>
              <a:t>ea</a:t>
            </a:r>
            <a:r>
              <a:rPr dirty="0">
                <a:latin typeface="Rockwell"/>
                <a:cs typeface="Rockwell"/>
              </a:rPr>
              <a:t>m and</a:t>
            </a:r>
            <a:r>
              <a:rPr spc="-5" dirty="0">
                <a:latin typeface="Rockwell"/>
                <a:cs typeface="Rockwell"/>
              </a:rPr>
              <a:t> </a:t>
            </a:r>
            <a:r>
              <a:rPr spc="-10" dirty="0">
                <a:latin typeface="Rockwell"/>
                <a:cs typeface="Rockwell"/>
              </a:rPr>
              <a:t>c</a:t>
            </a:r>
            <a:r>
              <a:rPr spc="-95" dirty="0">
                <a:latin typeface="Rockwell"/>
                <a:cs typeface="Rockwell"/>
              </a:rPr>
              <a:t>r</a:t>
            </a:r>
            <a:r>
              <a:rPr spc="-15" dirty="0">
                <a:latin typeface="Rockwell"/>
                <a:cs typeface="Rockwell"/>
              </a:rPr>
              <a:t>eating </a:t>
            </a:r>
            <a:r>
              <a:rPr dirty="0">
                <a:latin typeface="Rockwell"/>
                <a:cs typeface="Rockwell"/>
              </a:rPr>
              <a:t>the</a:t>
            </a:r>
            <a:r>
              <a:rPr spc="-5" dirty="0">
                <a:latin typeface="Rockwell"/>
                <a:cs typeface="Rockwell"/>
              </a:rPr>
              <a:t> outlin</a:t>
            </a:r>
            <a:r>
              <a:rPr dirty="0">
                <a:latin typeface="Rockwell"/>
                <a:cs typeface="Rockwell"/>
              </a:rPr>
              <a:t>e</a:t>
            </a:r>
            <a:r>
              <a:rPr spc="20" dirty="0">
                <a:latin typeface="Rockwell"/>
                <a:cs typeface="Rockwell"/>
              </a:rPr>
              <a:t> </a:t>
            </a:r>
            <a:r>
              <a:rPr spc="-10" dirty="0">
                <a:latin typeface="Rockwell"/>
                <a:cs typeface="Rockwell"/>
              </a:rPr>
              <a:t>B</a:t>
            </a:r>
            <a:r>
              <a:rPr spc="-25" dirty="0">
                <a:latin typeface="Rockwell"/>
                <a:cs typeface="Rockwell"/>
              </a:rPr>
              <a:t>u</a:t>
            </a:r>
            <a:r>
              <a:rPr dirty="0">
                <a:latin typeface="Rockwell"/>
                <a:cs typeface="Rockwell"/>
              </a:rPr>
              <a:t>si</a:t>
            </a:r>
            <a:r>
              <a:rPr spc="-5" dirty="0">
                <a:latin typeface="Rockwell"/>
                <a:cs typeface="Rockwell"/>
              </a:rPr>
              <a:t>nes</a:t>
            </a:r>
            <a:r>
              <a:rPr dirty="0">
                <a:latin typeface="Rockwell"/>
                <a:cs typeface="Rockwell"/>
              </a:rPr>
              <a:t>s</a:t>
            </a:r>
            <a:r>
              <a:rPr spc="10" dirty="0">
                <a:latin typeface="Rockwell"/>
                <a:cs typeface="Rockwell"/>
              </a:rPr>
              <a:t> </a:t>
            </a:r>
            <a:r>
              <a:rPr spc="-15" dirty="0">
                <a:latin typeface="Rockwell"/>
                <a:cs typeface="Rockwell"/>
              </a:rPr>
              <a:t>Ca</a:t>
            </a:r>
            <a:r>
              <a:rPr spc="-5" dirty="0">
                <a:latin typeface="Rockwell"/>
                <a:cs typeface="Rockwell"/>
              </a:rPr>
              <a:t>s</a:t>
            </a:r>
            <a:r>
              <a:rPr spc="-40" dirty="0">
                <a:latin typeface="Rockwell"/>
                <a:cs typeface="Rockwell"/>
              </a:rPr>
              <a:t>e</a:t>
            </a:r>
            <a:r>
              <a:rPr spc="-10" dirty="0">
                <a:latin typeface="Rockwell"/>
                <a:cs typeface="Rockwell"/>
              </a:rPr>
              <a:t>.</a:t>
            </a:r>
            <a:endParaRPr>
              <a:latin typeface="Rockwell"/>
              <a:cs typeface="Rockwell"/>
            </a:endParaRPr>
          </a:p>
          <a:p>
            <a:pPr>
              <a:spcBef>
                <a:spcPts val="32"/>
              </a:spcBef>
            </a:pPr>
            <a:endParaRPr sz="1850" dirty="0">
              <a:latin typeface="Times New Roman"/>
              <a:cs typeface="Times New Roman"/>
            </a:endParaRPr>
          </a:p>
          <a:p>
            <a:pPr marL="12700" marR="5080"/>
            <a:r>
              <a:rPr spc="20" dirty="0">
                <a:latin typeface="Rockwell"/>
                <a:cs typeface="Rockwell"/>
              </a:rPr>
              <a:t>T</a:t>
            </a:r>
            <a:r>
              <a:rPr spc="-5" dirty="0">
                <a:latin typeface="Rockwell"/>
                <a:cs typeface="Rockwell"/>
              </a:rPr>
              <a:t>h</a:t>
            </a:r>
            <a:r>
              <a:rPr dirty="0">
                <a:latin typeface="Rockwell"/>
                <a:cs typeface="Rockwell"/>
              </a:rPr>
              <a:t>e</a:t>
            </a:r>
            <a:r>
              <a:rPr spc="5" dirty="0">
                <a:latin typeface="Rockwell"/>
                <a:cs typeface="Rockwell"/>
              </a:rPr>
              <a:t> </a:t>
            </a:r>
            <a:r>
              <a:rPr b="1" dirty="0">
                <a:latin typeface="Rockwell"/>
                <a:cs typeface="Rockwell"/>
              </a:rPr>
              <a:t>Proje</a:t>
            </a:r>
            <a:r>
              <a:rPr b="1" spc="-15" dirty="0">
                <a:latin typeface="Rockwell"/>
                <a:cs typeface="Rockwell"/>
              </a:rPr>
              <a:t>c</a:t>
            </a:r>
            <a:r>
              <a:rPr b="1" dirty="0">
                <a:latin typeface="Rockwell"/>
                <a:cs typeface="Rockwell"/>
              </a:rPr>
              <a:t>t</a:t>
            </a:r>
            <a:r>
              <a:rPr b="1" spc="30" dirty="0">
                <a:latin typeface="Rockwell"/>
                <a:cs typeface="Rockwell"/>
              </a:rPr>
              <a:t> </a:t>
            </a:r>
            <a:r>
              <a:rPr b="1" dirty="0">
                <a:latin typeface="Rockwell"/>
                <a:cs typeface="Rockwell"/>
              </a:rPr>
              <a:t>M</a:t>
            </a:r>
            <a:r>
              <a:rPr b="1" spc="-10" dirty="0">
                <a:latin typeface="Rockwell"/>
                <a:cs typeface="Rockwell"/>
              </a:rPr>
              <a:t>a</a:t>
            </a:r>
            <a:r>
              <a:rPr b="1" dirty="0">
                <a:latin typeface="Rockwell"/>
                <a:cs typeface="Rockwell"/>
              </a:rPr>
              <a:t>na</a:t>
            </a:r>
            <a:r>
              <a:rPr b="1" spc="-40" dirty="0">
                <a:latin typeface="Rockwell"/>
                <a:cs typeface="Rockwell"/>
              </a:rPr>
              <a:t>g</a:t>
            </a:r>
            <a:r>
              <a:rPr b="1" spc="-5" dirty="0">
                <a:latin typeface="Rockwell"/>
                <a:cs typeface="Rockwell"/>
              </a:rPr>
              <a:t>e</a:t>
            </a:r>
            <a:r>
              <a:rPr b="1" dirty="0">
                <a:latin typeface="Rockwell"/>
                <a:cs typeface="Rockwell"/>
              </a:rPr>
              <a:t>r</a:t>
            </a:r>
            <a:r>
              <a:rPr b="1" spc="20" dirty="0">
                <a:latin typeface="Rockwell"/>
                <a:cs typeface="Rockwell"/>
              </a:rPr>
              <a:t> </a:t>
            </a:r>
            <a:r>
              <a:rPr dirty="0">
                <a:latin typeface="Rockwell"/>
                <a:cs typeface="Rockwell"/>
              </a:rPr>
              <a:t>is</a:t>
            </a:r>
            <a:r>
              <a:rPr spc="-5" dirty="0">
                <a:latin typeface="Rockwell"/>
                <a:cs typeface="Rockwell"/>
              </a:rPr>
              <a:t> </a:t>
            </a:r>
            <a:r>
              <a:rPr spc="-90" dirty="0">
                <a:latin typeface="Rockwell"/>
                <a:cs typeface="Rockwell"/>
              </a:rPr>
              <a:t>r</a:t>
            </a:r>
            <a:r>
              <a:rPr spc="-5" dirty="0">
                <a:latin typeface="Rockwell"/>
                <a:cs typeface="Rockwell"/>
              </a:rPr>
              <a:t>es</a:t>
            </a:r>
            <a:r>
              <a:rPr spc="5" dirty="0">
                <a:latin typeface="Rockwell"/>
                <a:cs typeface="Rockwell"/>
              </a:rPr>
              <a:t>p</a:t>
            </a:r>
            <a:r>
              <a:rPr spc="-5" dirty="0">
                <a:latin typeface="Rockwell"/>
                <a:cs typeface="Rockwell"/>
              </a:rPr>
              <a:t>ons</a:t>
            </a:r>
            <a:r>
              <a:rPr spc="5" dirty="0">
                <a:latin typeface="Rockwell"/>
                <a:cs typeface="Rockwell"/>
              </a:rPr>
              <a:t>i</a:t>
            </a:r>
            <a:r>
              <a:rPr spc="-50" dirty="0">
                <a:latin typeface="Rockwell"/>
                <a:cs typeface="Rockwell"/>
              </a:rPr>
              <a:t>b</a:t>
            </a:r>
            <a:r>
              <a:rPr dirty="0">
                <a:latin typeface="Rockwell"/>
                <a:cs typeface="Rockwell"/>
              </a:rPr>
              <a:t>le</a:t>
            </a:r>
            <a:r>
              <a:rPr spc="-5" dirty="0">
                <a:latin typeface="Rockwell"/>
                <a:cs typeface="Rockwell"/>
              </a:rPr>
              <a:t> </a:t>
            </a:r>
            <a:r>
              <a:rPr spc="20" dirty="0">
                <a:latin typeface="Rockwell"/>
                <a:cs typeface="Rockwell"/>
              </a:rPr>
              <a:t>f</a:t>
            </a:r>
            <a:r>
              <a:rPr spc="-5" dirty="0">
                <a:latin typeface="Rockwell"/>
                <a:cs typeface="Rockwell"/>
              </a:rPr>
              <a:t>o</a:t>
            </a:r>
            <a:r>
              <a:rPr dirty="0">
                <a:latin typeface="Rockwell"/>
                <a:cs typeface="Rockwell"/>
              </a:rPr>
              <a:t>r</a:t>
            </a:r>
            <a:r>
              <a:rPr spc="-5" dirty="0">
                <a:latin typeface="Rockwell"/>
                <a:cs typeface="Rockwell"/>
              </a:rPr>
              <a:t> </a:t>
            </a:r>
            <a:r>
              <a:rPr dirty="0">
                <a:latin typeface="Rockwell"/>
                <a:cs typeface="Rockwell"/>
              </a:rPr>
              <a:t>Ro</a:t>
            </a:r>
            <a:r>
              <a:rPr spc="5" dirty="0">
                <a:latin typeface="Rockwell"/>
                <a:cs typeface="Rockwell"/>
              </a:rPr>
              <a:t>l</a:t>
            </a:r>
            <a:r>
              <a:rPr spc="-5" dirty="0">
                <a:latin typeface="Rockwell"/>
                <a:cs typeface="Rockwell"/>
              </a:rPr>
              <a:t>e</a:t>
            </a:r>
            <a:r>
              <a:rPr dirty="0">
                <a:latin typeface="Rockwell"/>
                <a:cs typeface="Rockwell"/>
              </a:rPr>
              <a:t>s</a:t>
            </a:r>
            <a:r>
              <a:rPr spc="5" dirty="0">
                <a:latin typeface="Rockwell"/>
                <a:cs typeface="Rockwell"/>
              </a:rPr>
              <a:t> </a:t>
            </a:r>
            <a:r>
              <a:rPr dirty="0">
                <a:latin typeface="Rockwell"/>
                <a:cs typeface="Rockwell"/>
              </a:rPr>
              <a:t>de</a:t>
            </a:r>
            <a:r>
              <a:rPr spc="5" dirty="0">
                <a:latin typeface="Rockwell"/>
                <a:cs typeface="Rockwell"/>
              </a:rPr>
              <a:t>s</a:t>
            </a:r>
            <a:r>
              <a:rPr spc="-10" dirty="0">
                <a:latin typeface="Rockwell"/>
                <a:cs typeface="Rockwell"/>
              </a:rPr>
              <a:t>c</a:t>
            </a:r>
            <a:r>
              <a:rPr spc="25" dirty="0">
                <a:latin typeface="Rockwell"/>
                <a:cs typeface="Rockwell"/>
              </a:rPr>
              <a:t>r</a:t>
            </a:r>
            <a:r>
              <a:rPr spc="-10" dirty="0">
                <a:latin typeface="Rockwell"/>
                <a:cs typeface="Rockwell"/>
              </a:rPr>
              <a:t>ip</a:t>
            </a:r>
            <a:r>
              <a:rPr dirty="0">
                <a:latin typeface="Rockwell"/>
                <a:cs typeface="Rockwell"/>
              </a:rPr>
              <a:t>tions,</a:t>
            </a:r>
            <a:r>
              <a:rPr spc="-150" dirty="0">
                <a:latin typeface="Rockwell"/>
                <a:cs typeface="Rockwell"/>
              </a:rPr>
              <a:t> </a:t>
            </a:r>
            <a:r>
              <a:rPr spc="-10" dirty="0">
                <a:latin typeface="Rockwell"/>
                <a:cs typeface="Rockwell"/>
              </a:rPr>
              <a:t>captu</a:t>
            </a:r>
            <a:r>
              <a:rPr spc="25" dirty="0">
                <a:latin typeface="Rockwell"/>
                <a:cs typeface="Rockwell"/>
              </a:rPr>
              <a:t>r</a:t>
            </a:r>
            <a:r>
              <a:rPr dirty="0">
                <a:latin typeface="Rockwell"/>
                <a:cs typeface="Rockwell"/>
              </a:rPr>
              <a:t>ing</a:t>
            </a:r>
            <a:r>
              <a:rPr spc="-15" dirty="0">
                <a:latin typeface="Rockwell"/>
                <a:cs typeface="Rockwell"/>
              </a:rPr>
              <a:t> p</a:t>
            </a:r>
            <a:r>
              <a:rPr spc="-90" dirty="0">
                <a:latin typeface="Rockwell"/>
                <a:cs typeface="Rockwell"/>
              </a:rPr>
              <a:t>r</a:t>
            </a:r>
            <a:r>
              <a:rPr spc="-60" dirty="0">
                <a:latin typeface="Rockwell"/>
                <a:cs typeface="Rockwell"/>
              </a:rPr>
              <a:t>e</a:t>
            </a:r>
            <a:r>
              <a:rPr dirty="0">
                <a:latin typeface="Rockwell"/>
                <a:cs typeface="Rockwell"/>
              </a:rPr>
              <a:t>vio</a:t>
            </a:r>
            <a:r>
              <a:rPr spc="-10" dirty="0">
                <a:latin typeface="Rockwell"/>
                <a:cs typeface="Rockwell"/>
              </a:rPr>
              <a:t>u</a:t>
            </a:r>
            <a:r>
              <a:rPr dirty="0">
                <a:latin typeface="Rockwell"/>
                <a:cs typeface="Rockwell"/>
              </a:rPr>
              <a:t>s le</a:t>
            </a:r>
            <a:r>
              <a:rPr spc="5" dirty="0">
                <a:latin typeface="Rockwell"/>
                <a:cs typeface="Rockwell"/>
              </a:rPr>
              <a:t>s</a:t>
            </a:r>
            <a:r>
              <a:rPr dirty="0">
                <a:latin typeface="Rockwell"/>
                <a:cs typeface="Rockwell"/>
              </a:rPr>
              <a:t>son</a:t>
            </a:r>
            <a:r>
              <a:rPr spc="5" dirty="0">
                <a:latin typeface="Rockwell"/>
                <a:cs typeface="Rockwell"/>
              </a:rPr>
              <a:t>s</a:t>
            </a:r>
            <a:r>
              <a:rPr spc="-10" dirty="0">
                <a:latin typeface="Rockwell"/>
                <a:cs typeface="Rockwell"/>
              </a:rPr>
              <a:t>,</a:t>
            </a:r>
            <a:r>
              <a:rPr spc="-150" dirty="0">
                <a:latin typeface="Rockwell"/>
                <a:cs typeface="Rockwell"/>
              </a:rPr>
              <a:t> </a:t>
            </a:r>
            <a:r>
              <a:rPr spc="-15" dirty="0">
                <a:latin typeface="Rockwell"/>
                <a:cs typeface="Rockwell"/>
              </a:rPr>
              <a:t>p</a:t>
            </a:r>
            <a:r>
              <a:rPr spc="-75" dirty="0">
                <a:latin typeface="Rockwell"/>
                <a:cs typeface="Rockwell"/>
              </a:rPr>
              <a:t>r</a:t>
            </a:r>
            <a:r>
              <a:rPr spc="-5" dirty="0">
                <a:latin typeface="Rockwell"/>
                <a:cs typeface="Rockwell"/>
              </a:rPr>
              <a:t>ojec</a:t>
            </a:r>
            <a:r>
              <a:rPr dirty="0">
                <a:latin typeface="Rockwell"/>
                <a:cs typeface="Rockwell"/>
              </a:rPr>
              <a:t>t</a:t>
            </a:r>
            <a:r>
              <a:rPr spc="-5" dirty="0">
                <a:latin typeface="Rockwell"/>
                <a:cs typeface="Rockwell"/>
              </a:rPr>
              <a:t> </a:t>
            </a:r>
            <a:r>
              <a:rPr spc="-10" dirty="0">
                <a:latin typeface="Rockwell"/>
                <a:cs typeface="Rockwell"/>
              </a:rPr>
              <a:t>ap</a:t>
            </a:r>
            <a:r>
              <a:rPr spc="-15" dirty="0">
                <a:latin typeface="Rockwell"/>
                <a:cs typeface="Rockwell"/>
              </a:rPr>
              <a:t>p</a:t>
            </a:r>
            <a:r>
              <a:rPr spc="-75" dirty="0">
                <a:latin typeface="Rockwell"/>
                <a:cs typeface="Rockwell"/>
              </a:rPr>
              <a:t>r</a:t>
            </a:r>
            <a:r>
              <a:rPr spc="-5" dirty="0">
                <a:latin typeface="Rockwell"/>
                <a:cs typeface="Rockwell"/>
              </a:rPr>
              <a:t>oach</a:t>
            </a:r>
            <a:r>
              <a:rPr dirty="0">
                <a:latin typeface="Rockwell"/>
                <a:cs typeface="Rockwell"/>
              </a:rPr>
              <a:t>,</a:t>
            </a:r>
            <a:r>
              <a:rPr spc="-160" dirty="0">
                <a:latin typeface="Rockwell"/>
                <a:cs typeface="Rockwell"/>
              </a:rPr>
              <a:t> </a:t>
            </a:r>
            <a:r>
              <a:rPr spc="-10" dirty="0">
                <a:latin typeface="Rockwell"/>
                <a:cs typeface="Rockwell"/>
              </a:rPr>
              <a:t>a</a:t>
            </a:r>
            <a:r>
              <a:rPr spc="-5" dirty="0">
                <a:latin typeface="Rockwell"/>
                <a:cs typeface="Rockwell"/>
              </a:rPr>
              <a:t>s</a:t>
            </a:r>
            <a:r>
              <a:rPr dirty="0">
                <a:latin typeface="Rockwell"/>
                <a:cs typeface="Rockwell"/>
              </a:rPr>
              <a:t>sem</a:t>
            </a:r>
            <a:r>
              <a:rPr spc="-50" dirty="0">
                <a:latin typeface="Rockwell"/>
                <a:cs typeface="Rockwell"/>
              </a:rPr>
              <a:t>b</a:t>
            </a:r>
            <a:r>
              <a:rPr dirty="0">
                <a:latin typeface="Rockwell"/>
                <a:cs typeface="Rockwell"/>
              </a:rPr>
              <a:t>ling</a:t>
            </a:r>
            <a:r>
              <a:rPr spc="-15" dirty="0">
                <a:latin typeface="Rockwell"/>
                <a:cs typeface="Rockwell"/>
              </a:rPr>
              <a:t> </a:t>
            </a:r>
            <a:r>
              <a:rPr dirty="0">
                <a:latin typeface="Rockwell"/>
                <a:cs typeface="Rockwell"/>
              </a:rPr>
              <a:t>the</a:t>
            </a:r>
            <a:r>
              <a:rPr spc="-5" dirty="0">
                <a:latin typeface="Rockwell"/>
                <a:cs typeface="Rockwell"/>
              </a:rPr>
              <a:t> P</a:t>
            </a:r>
            <a:r>
              <a:rPr spc="-65" dirty="0">
                <a:latin typeface="Rockwell"/>
                <a:cs typeface="Rockwell"/>
              </a:rPr>
              <a:t>r</a:t>
            </a:r>
            <a:r>
              <a:rPr spc="-5" dirty="0">
                <a:latin typeface="Rockwell"/>
                <a:cs typeface="Rockwell"/>
              </a:rPr>
              <a:t>ojec</a:t>
            </a:r>
            <a:r>
              <a:rPr dirty="0">
                <a:latin typeface="Rockwell"/>
                <a:cs typeface="Rockwell"/>
              </a:rPr>
              <a:t>t B</a:t>
            </a:r>
            <a:r>
              <a:rPr spc="35" dirty="0">
                <a:latin typeface="Rockwell"/>
                <a:cs typeface="Rockwell"/>
              </a:rPr>
              <a:t>r</a:t>
            </a:r>
            <a:r>
              <a:rPr dirty="0">
                <a:latin typeface="Rockwell"/>
                <a:cs typeface="Rockwell"/>
              </a:rPr>
              <a:t>ie</a:t>
            </a:r>
            <a:r>
              <a:rPr spc="75" dirty="0">
                <a:latin typeface="Rockwell"/>
                <a:cs typeface="Rockwell"/>
              </a:rPr>
              <a:t>f</a:t>
            </a:r>
            <a:r>
              <a:rPr spc="-10" dirty="0">
                <a:latin typeface="Rockwell"/>
                <a:cs typeface="Rockwell"/>
              </a:rPr>
              <a:t>,</a:t>
            </a:r>
            <a:r>
              <a:rPr spc="-150" dirty="0">
                <a:latin typeface="Rockwell"/>
                <a:cs typeface="Rockwell"/>
              </a:rPr>
              <a:t> </a:t>
            </a:r>
            <a:r>
              <a:rPr spc="-10" dirty="0">
                <a:latin typeface="Rockwell"/>
                <a:cs typeface="Rockwell"/>
              </a:rPr>
              <a:t>c</a:t>
            </a:r>
            <a:r>
              <a:rPr spc="-95" dirty="0">
                <a:latin typeface="Rockwell"/>
                <a:cs typeface="Rockwell"/>
              </a:rPr>
              <a:t>r</a:t>
            </a:r>
            <a:r>
              <a:rPr spc="-15" dirty="0">
                <a:latin typeface="Rockwell"/>
                <a:cs typeface="Rockwell"/>
              </a:rPr>
              <a:t>eating</a:t>
            </a:r>
            <a:r>
              <a:rPr dirty="0">
                <a:latin typeface="Rockwell"/>
                <a:cs typeface="Rockwell"/>
              </a:rPr>
              <a:t> and</a:t>
            </a:r>
            <a:r>
              <a:rPr spc="-15" dirty="0">
                <a:latin typeface="Rockwell"/>
                <a:cs typeface="Rockwell"/>
              </a:rPr>
              <a:t> </a:t>
            </a:r>
            <a:r>
              <a:rPr spc="-25" dirty="0">
                <a:latin typeface="Rockwell"/>
                <a:cs typeface="Rockwell"/>
              </a:rPr>
              <a:t>u</a:t>
            </a:r>
            <a:r>
              <a:rPr dirty="0">
                <a:latin typeface="Rockwell"/>
                <a:cs typeface="Rockwell"/>
              </a:rPr>
              <a:t>pd</a:t>
            </a:r>
            <a:r>
              <a:rPr spc="-10" dirty="0">
                <a:latin typeface="Rockwell"/>
                <a:cs typeface="Rockwell"/>
              </a:rPr>
              <a:t>ating</a:t>
            </a:r>
            <a:r>
              <a:rPr spc="-5" dirty="0">
                <a:latin typeface="Rockwell"/>
                <a:cs typeface="Rockwell"/>
              </a:rPr>
              <a:t> </a:t>
            </a:r>
            <a:r>
              <a:rPr dirty="0">
                <a:latin typeface="Rockwell"/>
                <a:cs typeface="Rockwell"/>
              </a:rPr>
              <a:t>the</a:t>
            </a:r>
            <a:r>
              <a:rPr spc="-15" dirty="0">
                <a:latin typeface="Rockwell"/>
                <a:cs typeface="Rockwell"/>
              </a:rPr>
              <a:t> </a:t>
            </a:r>
            <a:r>
              <a:rPr spc="-10" dirty="0">
                <a:latin typeface="Rockwell"/>
                <a:cs typeface="Rockwell"/>
              </a:rPr>
              <a:t>D</a:t>
            </a:r>
            <a:r>
              <a:rPr dirty="0">
                <a:latin typeface="Rockwell"/>
                <a:cs typeface="Rockwell"/>
              </a:rPr>
              <a:t>ai</a:t>
            </a:r>
            <a:r>
              <a:rPr spc="-30" dirty="0">
                <a:latin typeface="Rockwell"/>
                <a:cs typeface="Rockwell"/>
              </a:rPr>
              <a:t>l</a:t>
            </a:r>
            <a:r>
              <a:rPr dirty="0">
                <a:latin typeface="Rockwell"/>
                <a:cs typeface="Rockwell"/>
              </a:rPr>
              <a:t>y</a:t>
            </a:r>
            <a:r>
              <a:rPr spc="-15" dirty="0">
                <a:latin typeface="Rockwell"/>
                <a:cs typeface="Rockwell"/>
              </a:rPr>
              <a:t> </a:t>
            </a:r>
            <a:r>
              <a:rPr dirty="0">
                <a:latin typeface="Rockwell"/>
                <a:cs typeface="Rockwell"/>
              </a:rPr>
              <a:t>Lo</a:t>
            </a:r>
            <a:r>
              <a:rPr spc="-75" dirty="0">
                <a:latin typeface="Rockwell"/>
                <a:cs typeface="Rockwell"/>
              </a:rPr>
              <a:t>g</a:t>
            </a:r>
            <a:r>
              <a:rPr dirty="0">
                <a:latin typeface="Rockwell"/>
                <a:cs typeface="Rockwell"/>
              </a:rPr>
              <a:t>,</a:t>
            </a:r>
            <a:r>
              <a:rPr spc="-145" dirty="0">
                <a:latin typeface="Rockwell"/>
                <a:cs typeface="Rockwell"/>
              </a:rPr>
              <a:t> </a:t>
            </a:r>
            <a:r>
              <a:rPr spc="5" dirty="0">
                <a:latin typeface="Rockwell"/>
                <a:cs typeface="Rockwell"/>
              </a:rPr>
              <a:t>a</a:t>
            </a:r>
            <a:r>
              <a:rPr spc="-5" dirty="0">
                <a:latin typeface="Rockwell"/>
                <a:cs typeface="Rockwell"/>
              </a:rPr>
              <a:t>n</a:t>
            </a:r>
            <a:r>
              <a:rPr dirty="0">
                <a:latin typeface="Rockwell"/>
                <a:cs typeface="Rockwell"/>
              </a:rPr>
              <a:t>d</a:t>
            </a:r>
            <a:r>
              <a:rPr spc="-5" dirty="0">
                <a:latin typeface="Rockwell"/>
                <a:cs typeface="Rockwell"/>
              </a:rPr>
              <a:t> </a:t>
            </a:r>
            <a:r>
              <a:rPr dirty="0">
                <a:latin typeface="Rockwell"/>
                <a:cs typeface="Rockwell"/>
              </a:rPr>
              <a:t>c</a:t>
            </a:r>
            <a:r>
              <a:rPr spc="-85" dirty="0">
                <a:latin typeface="Rockwell"/>
                <a:cs typeface="Rockwell"/>
              </a:rPr>
              <a:t>r</a:t>
            </a:r>
            <a:r>
              <a:rPr spc="-5" dirty="0">
                <a:latin typeface="Rockwell"/>
                <a:cs typeface="Rockwell"/>
              </a:rPr>
              <a:t>eatin</a:t>
            </a:r>
            <a:r>
              <a:rPr dirty="0">
                <a:latin typeface="Rockwell"/>
                <a:cs typeface="Rockwell"/>
              </a:rPr>
              <a:t>g</a:t>
            </a:r>
            <a:r>
              <a:rPr spc="-15" dirty="0">
                <a:latin typeface="Rockwell"/>
                <a:cs typeface="Rockwell"/>
              </a:rPr>
              <a:t> </a:t>
            </a:r>
            <a:r>
              <a:rPr dirty="0">
                <a:latin typeface="Rockwell"/>
                <a:cs typeface="Rockwell"/>
              </a:rPr>
              <a:t>the</a:t>
            </a:r>
            <a:r>
              <a:rPr spc="-10" dirty="0">
                <a:latin typeface="Rockwell"/>
                <a:cs typeface="Rockwell"/>
              </a:rPr>
              <a:t> </a:t>
            </a:r>
            <a:r>
              <a:rPr dirty="0">
                <a:latin typeface="Rockwell"/>
                <a:cs typeface="Rockwell"/>
              </a:rPr>
              <a:t>Initiation</a:t>
            </a:r>
            <a:r>
              <a:rPr spc="-15" dirty="0">
                <a:latin typeface="Rockwell"/>
                <a:cs typeface="Rockwell"/>
              </a:rPr>
              <a:t> </a:t>
            </a:r>
            <a:r>
              <a:rPr dirty="0">
                <a:latin typeface="Rockwell"/>
                <a:cs typeface="Rockwell"/>
              </a:rPr>
              <a:t>Sta</a:t>
            </a:r>
            <a:r>
              <a:rPr spc="-35" dirty="0">
                <a:latin typeface="Rockwell"/>
                <a:cs typeface="Rockwell"/>
              </a:rPr>
              <a:t>g</a:t>
            </a:r>
            <a:r>
              <a:rPr dirty="0">
                <a:latin typeface="Rockwell"/>
                <a:cs typeface="Rockwell"/>
              </a:rPr>
              <a:t>e</a:t>
            </a:r>
            <a:r>
              <a:rPr spc="-35" dirty="0">
                <a:latin typeface="Rockwell"/>
                <a:cs typeface="Rockwell"/>
              </a:rPr>
              <a:t> </a:t>
            </a:r>
            <a:r>
              <a:rPr spc="-5" dirty="0">
                <a:latin typeface="Rockwell"/>
                <a:cs typeface="Rockwell"/>
              </a:rPr>
              <a:t>Plan.</a:t>
            </a:r>
            <a:endParaRPr dirty="0">
              <a:latin typeface="Rockwell"/>
              <a:cs typeface="Rockwel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763259" y="29832"/>
            <a:ext cx="1397000" cy="1846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200" dirty="0">
                <a:latin typeface="Courier New"/>
                <a:cs typeface="Courier New"/>
              </a:rPr>
              <a:t>- Pankaj </a:t>
            </a:r>
            <a:r>
              <a:rPr lang="es-ES" sz="1200" dirty="0">
                <a:latin typeface="Courier New"/>
                <a:cs typeface="Courier New"/>
              </a:rPr>
              <a:t> </a:t>
            </a:r>
            <a:endParaRPr sz="1200" dirty="0">
              <a:latin typeface="Courier New"/>
              <a:cs typeface="Courier New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0" y="16148"/>
            <a:ext cx="12192000" cy="548956"/>
          </a:xfrm>
          <a:prstGeom prst="rect">
            <a:avLst/>
          </a:prstGeom>
          <a:solidFill>
            <a:srgbClr val="00008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dirty="0" smtClean="0">
                <a:latin typeface="Rockwell" charset="0"/>
                <a:ea typeface="Rockwell" charset="0"/>
                <a:cs typeface="Rockwell" charset="0"/>
              </a:rPr>
              <a:t>Starting up a Project</a:t>
            </a:r>
            <a:endParaRPr lang="en-US" sz="2800" dirty="0">
              <a:latin typeface="Rockwell" charset="0"/>
              <a:ea typeface="Rockwell" charset="0"/>
              <a:cs typeface="Rockwel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34326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6"/>
          <p:cNvSpPr/>
          <p:nvPr/>
        </p:nvSpPr>
        <p:spPr>
          <a:xfrm>
            <a:off x="0" y="1"/>
            <a:ext cx="1200647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823717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548956"/>
            <a:ext cx="354330" cy="5904230"/>
          </a:xfrm>
          <a:custGeom>
            <a:avLst/>
            <a:gdLst/>
            <a:ahLst/>
            <a:cxnLst/>
            <a:rect l="l" t="t" r="r" b="b"/>
            <a:pathLst>
              <a:path w="354330" h="5904230">
                <a:moveTo>
                  <a:pt x="0" y="5903975"/>
                </a:moveTo>
                <a:lnTo>
                  <a:pt x="354011" y="5903975"/>
                </a:lnTo>
                <a:lnTo>
                  <a:pt x="354011" y="0"/>
                </a:lnTo>
                <a:lnTo>
                  <a:pt x="0" y="0"/>
                </a:lnTo>
                <a:lnTo>
                  <a:pt x="0" y="5903975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926743" y="28078"/>
            <a:ext cx="3770629" cy="4308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800" b="1" spc="-15" dirty="0">
                <a:solidFill>
                  <a:srgbClr val="FFFFFF"/>
                </a:solidFill>
                <a:latin typeface="Rockwell"/>
                <a:cs typeface="Rockwell"/>
              </a:rPr>
              <a:t>Ini</a:t>
            </a:r>
            <a:r>
              <a:rPr sz="2800" b="1" spc="-25" dirty="0">
                <a:solidFill>
                  <a:srgbClr val="FFFFFF"/>
                </a:solidFill>
                <a:latin typeface="Rockwell"/>
                <a:cs typeface="Rockwell"/>
              </a:rPr>
              <a:t>t</a:t>
            </a:r>
            <a:r>
              <a:rPr sz="2800" b="1" spc="-15" dirty="0">
                <a:solidFill>
                  <a:srgbClr val="FFFFFF"/>
                </a:solidFill>
                <a:latin typeface="Rockwell"/>
                <a:cs typeface="Rockwell"/>
              </a:rPr>
              <a:t>iat</a:t>
            </a:r>
            <a:r>
              <a:rPr sz="2800" b="1" spc="-25" dirty="0">
                <a:solidFill>
                  <a:srgbClr val="FFFFFF"/>
                </a:solidFill>
                <a:latin typeface="Rockwell"/>
                <a:cs typeface="Rockwell"/>
              </a:rPr>
              <a:t>i</a:t>
            </a:r>
            <a:r>
              <a:rPr sz="2800" b="1" spc="-20" dirty="0">
                <a:solidFill>
                  <a:srgbClr val="FFFFFF"/>
                </a:solidFill>
                <a:latin typeface="Rockwell"/>
                <a:cs typeface="Rockwell"/>
              </a:rPr>
              <a:t>ng</a:t>
            </a:r>
            <a:r>
              <a:rPr sz="2800" b="1" spc="20" dirty="0">
                <a:solidFill>
                  <a:srgbClr val="FFFFFF"/>
                </a:solidFill>
                <a:latin typeface="Rockwell"/>
                <a:cs typeface="Rockwell"/>
              </a:rPr>
              <a:t> </a:t>
            </a:r>
            <a:r>
              <a:rPr sz="2800" b="1" spc="-20" dirty="0">
                <a:solidFill>
                  <a:srgbClr val="FFFFFF"/>
                </a:solidFill>
                <a:latin typeface="Rockwell"/>
                <a:cs typeface="Rockwell"/>
              </a:rPr>
              <a:t>a</a:t>
            </a:r>
            <a:r>
              <a:rPr sz="2800" b="1" spc="-5" dirty="0">
                <a:solidFill>
                  <a:srgbClr val="FFFFFF"/>
                </a:solidFill>
                <a:latin typeface="Rockwell"/>
                <a:cs typeface="Rockwell"/>
              </a:rPr>
              <a:t> </a:t>
            </a:r>
            <a:r>
              <a:rPr sz="2800" b="1" spc="-20" dirty="0">
                <a:solidFill>
                  <a:srgbClr val="FFFFFF"/>
                </a:solidFill>
                <a:latin typeface="Rockwell"/>
                <a:cs typeface="Rockwell"/>
              </a:rPr>
              <a:t>P</a:t>
            </a:r>
            <a:r>
              <a:rPr sz="2800" b="1" spc="-30" dirty="0">
                <a:solidFill>
                  <a:srgbClr val="FFFFFF"/>
                </a:solidFill>
                <a:latin typeface="Rockwell"/>
                <a:cs typeface="Rockwell"/>
              </a:rPr>
              <a:t>r</a:t>
            </a:r>
            <a:r>
              <a:rPr sz="2800" b="1" spc="-20" dirty="0">
                <a:solidFill>
                  <a:srgbClr val="FFFFFF"/>
                </a:solidFill>
                <a:latin typeface="Rockwell"/>
                <a:cs typeface="Rockwell"/>
              </a:rPr>
              <a:t>ojec</a:t>
            </a:r>
            <a:r>
              <a:rPr sz="2800" b="1" spc="-670" dirty="0">
                <a:solidFill>
                  <a:srgbClr val="FFFFFF"/>
                </a:solidFill>
                <a:latin typeface="Rockwell"/>
                <a:cs typeface="Rockwell"/>
              </a:rPr>
              <a:t>t</a:t>
            </a:r>
            <a:r>
              <a:rPr baseline="62500" dirty="0">
                <a:latin typeface="Courier New"/>
                <a:cs typeface="Courier New"/>
              </a:rPr>
              <a:t>Author</a:t>
            </a:r>
            <a:endParaRPr baseline="625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58055" y="844715"/>
            <a:ext cx="11276137" cy="5119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45085" algn="just"/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T</a:t>
            </a:r>
            <a:r>
              <a:rPr sz="2000" spc="-15" dirty="0">
                <a:solidFill>
                  <a:srgbClr val="4D4D4D"/>
                </a:solidFill>
                <a:latin typeface="Rockwell"/>
                <a:cs typeface="Rockwell"/>
              </a:rPr>
              <a:t>h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e</a:t>
            </a:r>
            <a:r>
              <a:rPr sz="2000" spc="-2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b="1" spc="-10" dirty="0">
                <a:solidFill>
                  <a:srgbClr val="4D4D4D"/>
                </a:solidFill>
                <a:latin typeface="Rockwell"/>
                <a:cs typeface="Rockwell"/>
              </a:rPr>
              <a:t>p</a:t>
            </a:r>
            <a:r>
              <a:rPr sz="2000" b="1" spc="-20" dirty="0">
                <a:solidFill>
                  <a:srgbClr val="4D4D4D"/>
                </a:solidFill>
                <a:latin typeface="Rockwell"/>
                <a:cs typeface="Rockwell"/>
              </a:rPr>
              <a:t>u</a:t>
            </a:r>
            <a:r>
              <a:rPr sz="2000" b="1" spc="75" dirty="0">
                <a:solidFill>
                  <a:srgbClr val="4D4D4D"/>
                </a:solidFill>
                <a:latin typeface="Rockwell"/>
                <a:cs typeface="Rockwell"/>
              </a:rPr>
              <a:t>r</a:t>
            </a:r>
            <a:r>
              <a:rPr sz="2000" b="1" spc="-10" dirty="0">
                <a:solidFill>
                  <a:srgbClr val="4D4D4D"/>
                </a:solidFill>
                <a:latin typeface="Rockwell"/>
                <a:cs typeface="Rockwell"/>
              </a:rPr>
              <a:t>p</a:t>
            </a:r>
            <a:r>
              <a:rPr sz="2000" b="1" spc="-20" dirty="0">
                <a:solidFill>
                  <a:srgbClr val="4D4D4D"/>
                </a:solidFill>
                <a:latin typeface="Rockwell"/>
                <a:cs typeface="Rockwell"/>
              </a:rPr>
              <a:t>o</a:t>
            </a:r>
            <a:r>
              <a:rPr sz="2000" b="1" spc="-10" dirty="0">
                <a:solidFill>
                  <a:srgbClr val="4D4D4D"/>
                </a:solidFill>
                <a:latin typeface="Rockwell"/>
                <a:cs typeface="Rockwell"/>
              </a:rPr>
              <a:t>s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e</a:t>
            </a:r>
            <a:r>
              <a:rPr sz="2000" spc="-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spc="-15" dirty="0">
                <a:solidFill>
                  <a:srgbClr val="4D4D4D"/>
                </a:solidFill>
                <a:latin typeface="Rockwell"/>
                <a:cs typeface="Rockwell"/>
              </a:rPr>
              <a:t>o</a:t>
            </a:r>
            <a:r>
              <a:rPr sz="2000" spc="-5" dirty="0">
                <a:solidFill>
                  <a:srgbClr val="4D4D4D"/>
                </a:solidFill>
                <a:latin typeface="Rockwell"/>
                <a:cs typeface="Rockwell"/>
              </a:rPr>
              <a:t>f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spc="-5" dirty="0">
                <a:solidFill>
                  <a:srgbClr val="4D4D4D"/>
                </a:solidFill>
                <a:latin typeface="Rockwell"/>
                <a:cs typeface="Rockwell"/>
              </a:rPr>
              <a:t>t</a:t>
            </a:r>
            <a:r>
              <a:rPr sz="2000" spc="-20" dirty="0">
                <a:solidFill>
                  <a:srgbClr val="4D4D4D"/>
                </a:solidFill>
                <a:latin typeface="Rockwell"/>
                <a:cs typeface="Rockwell"/>
              </a:rPr>
              <a:t>h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is</a:t>
            </a:r>
            <a:r>
              <a:rPr sz="2000" spc="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spc="-15" dirty="0">
                <a:solidFill>
                  <a:srgbClr val="4D4D4D"/>
                </a:solidFill>
                <a:latin typeface="Rockwell"/>
                <a:cs typeface="Rockwell"/>
              </a:rPr>
              <a:t>P</a:t>
            </a:r>
            <a:r>
              <a:rPr sz="2000" spc="-85" dirty="0">
                <a:solidFill>
                  <a:srgbClr val="4D4D4D"/>
                </a:solidFill>
                <a:latin typeface="Rockwell"/>
                <a:cs typeface="Rockwell"/>
              </a:rPr>
              <a:t>r</a:t>
            </a:r>
            <a:r>
              <a:rPr sz="2000" spc="-15" dirty="0">
                <a:solidFill>
                  <a:srgbClr val="4D4D4D"/>
                </a:solidFill>
                <a:latin typeface="Rockwell"/>
                <a:cs typeface="Rockwell"/>
              </a:rPr>
              <a:t>o</a:t>
            </a:r>
            <a:r>
              <a:rPr sz="2000" spc="-20" dirty="0">
                <a:solidFill>
                  <a:srgbClr val="4D4D4D"/>
                </a:solidFill>
                <a:latin typeface="Rockwell"/>
                <a:cs typeface="Rockwell"/>
              </a:rPr>
              <a:t>c</a:t>
            </a:r>
            <a:r>
              <a:rPr sz="2000" spc="-15" dirty="0">
                <a:solidFill>
                  <a:srgbClr val="4D4D4D"/>
                </a:solidFill>
                <a:latin typeface="Rockwell"/>
                <a:cs typeface="Rockwell"/>
              </a:rPr>
              <a:t>es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s</a:t>
            </a:r>
            <a:r>
              <a:rPr sz="2000" spc="1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is</a:t>
            </a:r>
            <a:r>
              <a:rPr sz="2000" spc="-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to</a:t>
            </a:r>
            <a:r>
              <a:rPr sz="2000" spc="-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spc="-15" dirty="0">
                <a:solidFill>
                  <a:srgbClr val="4D4D4D"/>
                </a:solidFill>
                <a:latin typeface="Rockwell"/>
                <a:cs typeface="Rockwell"/>
              </a:rPr>
              <a:t>esta</a:t>
            </a:r>
            <a:r>
              <a:rPr sz="2000" spc="-50" dirty="0">
                <a:solidFill>
                  <a:srgbClr val="4D4D4D"/>
                </a:solidFill>
                <a:latin typeface="Rockwell"/>
                <a:cs typeface="Rockwell"/>
              </a:rPr>
              <a:t>b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lish</a:t>
            </a:r>
            <a:r>
              <a:rPr sz="2000" spc="1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solid </a:t>
            </a:r>
            <a:r>
              <a:rPr sz="2000" spc="25" dirty="0">
                <a:solidFill>
                  <a:srgbClr val="4D4D4D"/>
                </a:solidFill>
                <a:latin typeface="Rockwell"/>
                <a:cs typeface="Rockwell"/>
              </a:rPr>
              <a:t>f</a:t>
            </a:r>
            <a:r>
              <a:rPr sz="2000" spc="-15" dirty="0">
                <a:solidFill>
                  <a:srgbClr val="4D4D4D"/>
                </a:solidFill>
                <a:latin typeface="Rockwell"/>
                <a:cs typeface="Rockwell"/>
              </a:rPr>
              <a:t>ou</a:t>
            </a:r>
            <a:r>
              <a:rPr sz="2000" spc="-20" dirty="0">
                <a:solidFill>
                  <a:srgbClr val="4D4D4D"/>
                </a:solidFill>
                <a:latin typeface="Rockwell"/>
                <a:cs typeface="Rockwell"/>
              </a:rPr>
              <a:t>n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dati</a:t>
            </a:r>
            <a:r>
              <a:rPr sz="2000" spc="-15" dirty="0">
                <a:solidFill>
                  <a:srgbClr val="4D4D4D"/>
                </a:solidFill>
                <a:latin typeface="Rockwell"/>
                <a:cs typeface="Rockwell"/>
              </a:rPr>
              <a:t>on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s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spc="30" dirty="0">
                <a:solidFill>
                  <a:srgbClr val="4D4D4D"/>
                </a:solidFill>
                <a:latin typeface="Rockwell"/>
                <a:cs typeface="Rockwell"/>
              </a:rPr>
              <a:t>f</a:t>
            </a:r>
            <a:r>
              <a:rPr sz="2000" spc="-15" dirty="0">
                <a:solidFill>
                  <a:srgbClr val="4D4D4D"/>
                </a:solidFill>
                <a:latin typeface="Rockwell"/>
                <a:cs typeface="Rockwell"/>
              </a:rPr>
              <a:t>o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r</a:t>
            </a:r>
            <a:r>
              <a:rPr sz="2000" spc="-30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spc="-5" dirty="0">
                <a:solidFill>
                  <a:srgbClr val="4D4D4D"/>
                </a:solidFill>
                <a:latin typeface="Rockwell"/>
                <a:cs typeface="Rockwell"/>
              </a:rPr>
              <a:t>t</a:t>
            </a:r>
            <a:r>
              <a:rPr sz="2000" spc="-20" dirty="0">
                <a:solidFill>
                  <a:srgbClr val="4D4D4D"/>
                </a:solidFill>
                <a:latin typeface="Rockwell"/>
                <a:cs typeface="Rockwell"/>
              </a:rPr>
              <a:t>h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e</a:t>
            </a:r>
            <a:r>
              <a:rPr sz="2000" spc="-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spc="-10" dirty="0" smtClean="0">
                <a:solidFill>
                  <a:srgbClr val="4D4D4D"/>
                </a:solidFill>
                <a:latin typeface="Rockwell"/>
                <a:cs typeface="Rockwell"/>
              </a:rPr>
              <a:t>p</a:t>
            </a:r>
            <a:r>
              <a:rPr sz="2000" spc="-80" dirty="0" smtClean="0">
                <a:solidFill>
                  <a:srgbClr val="4D4D4D"/>
                </a:solidFill>
                <a:latin typeface="Rockwell"/>
                <a:cs typeface="Rockwell"/>
              </a:rPr>
              <a:t>r</a:t>
            </a:r>
            <a:r>
              <a:rPr sz="2000" spc="-15" dirty="0" smtClean="0">
                <a:solidFill>
                  <a:srgbClr val="4D4D4D"/>
                </a:solidFill>
                <a:latin typeface="Rockwell"/>
                <a:cs typeface="Rockwell"/>
              </a:rPr>
              <a:t>oj</a:t>
            </a:r>
            <a:r>
              <a:rPr sz="2000" spc="-20" dirty="0" smtClean="0">
                <a:solidFill>
                  <a:srgbClr val="4D4D4D"/>
                </a:solidFill>
                <a:latin typeface="Rockwell"/>
                <a:cs typeface="Rockwell"/>
              </a:rPr>
              <a:t>e</a:t>
            </a:r>
            <a:r>
              <a:rPr sz="2000" spc="-10" dirty="0" smtClean="0">
                <a:solidFill>
                  <a:srgbClr val="4D4D4D"/>
                </a:solidFill>
                <a:latin typeface="Rockwell"/>
                <a:cs typeface="Rockwell"/>
              </a:rPr>
              <a:t>ct</a:t>
            </a:r>
            <a:r>
              <a:rPr sz="2000" spc="-5" dirty="0" smtClean="0">
                <a:solidFill>
                  <a:srgbClr val="4D4D4D"/>
                </a:solidFill>
                <a:latin typeface="Rockwell"/>
                <a:cs typeface="Rockwell"/>
              </a:rPr>
              <a:t>,</a:t>
            </a:r>
            <a:r>
              <a:rPr sz="2000" spc="-135" dirty="0" smtClean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spc="-20" dirty="0">
                <a:solidFill>
                  <a:srgbClr val="4D4D4D"/>
                </a:solidFill>
                <a:latin typeface="Rockwell"/>
                <a:cs typeface="Rockwell"/>
              </a:rPr>
              <a:t>e</a:t>
            </a:r>
            <a:r>
              <a:rPr sz="2000" spc="-15" dirty="0">
                <a:solidFill>
                  <a:srgbClr val="4D4D4D"/>
                </a:solidFill>
                <a:latin typeface="Rockwell"/>
                <a:cs typeface="Rockwell"/>
              </a:rPr>
              <a:t>na</a:t>
            </a:r>
            <a:r>
              <a:rPr sz="2000" spc="-55" dirty="0">
                <a:solidFill>
                  <a:srgbClr val="4D4D4D"/>
                </a:solidFill>
                <a:latin typeface="Rockwell"/>
                <a:cs typeface="Rockwell"/>
              </a:rPr>
              <a:t>b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ling</a:t>
            </a:r>
            <a:r>
              <a:rPr sz="2000" spc="-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the </a:t>
            </a:r>
            <a:r>
              <a:rPr sz="2000" spc="-15" dirty="0">
                <a:solidFill>
                  <a:srgbClr val="4D4D4D"/>
                </a:solidFill>
                <a:latin typeface="Rockwell"/>
                <a:cs typeface="Rockwell"/>
              </a:rPr>
              <a:t>o</a:t>
            </a:r>
            <a:r>
              <a:rPr sz="2000" spc="-65" dirty="0">
                <a:solidFill>
                  <a:srgbClr val="4D4D4D"/>
                </a:solidFill>
                <a:latin typeface="Rockwell"/>
                <a:cs typeface="Rockwell"/>
              </a:rPr>
              <a:t>r</a:t>
            </a:r>
            <a:r>
              <a:rPr sz="2000" spc="-40" dirty="0">
                <a:solidFill>
                  <a:srgbClr val="4D4D4D"/>
                </a:solidFill>
                <a:latin typeface="Rockwell"/>
                <a:cs typeface="Rockwell"/>
              </a:rPr>
              <a:t>g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ani</a:t>
            </a:r>
            <a:r>
              <a:rPr sz="2000" spc="-5" dirty="0">
                <a:solidFill>
                  <a:srgbClr val="4D4D4D"/>
                </a:solidFill>
                <a:latin typeface="Rockwell"/>
                <a:cs typeface="Rockwell"/>
              </a:rPr>
              <a:t>z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ation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 to</a:t>
            </a:r>
            <a:r>
              <a:rPr sz="2000" spc="-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und</a:t>
            </a:r>
            <a:r>
              <a:rPr sz="2000" spc="-20" dirty="0">
                <a:solidFill>
                  <a:srgbClr val="4D4D4D"/>
                </a:solidFill>
                <a:latin typeface="Rockwell"/>
                <a:cs typeface="Rockwell"/>
              </a:rPr>
              <a:t>e</a:t>
            </a:r>
            <a:r>
              <a:rPr sz="2000" spc="-15" dirty="0">
                <a:solidFill>
                  <a:srgbClr val="4D4D4D"/>
                </a:solidFill>
                <a:latin typeface="Rockwell"/>
                <a:cs typeface="Rockwell"/>
              </a:rPr>
              <a:t>r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stand</a:t>
            </a:r>
            <a:r>
              <a:rPr sz="2000" spc="1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the</a:t>
            </a:r>
            <a:r>
              <a:rPr sz="2000" spc="10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spc="-70" dirty="0">
                <a:solidFill>
                  <a:srgbClr val="4D4D4D"/>
                </a:solidFill>
                <a:latin typeface="Rockwell"/>
                <a:cs typeface="Rockwell"/>
              </a:rPr>
              <a:t>w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o</a:t>
            </a:r>
            <a:r>
              <a:rPr sz="2000" spc="-55" dirty="0">
                <a:solidFill>
                  <a:srgbClr val="4D4D4D"/>
                </a:solidFill>
                <a:latin typeface="Rockwell"/>
                <a:cs typeface="Rockwell"/>
              </a:rPr>
              <a:t>r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k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that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n</a:t>
            </a:r>
            <a:r>
              <a:rPr sz="2000" spc="-15" dirty="0">
                <a:solidFill>
                  <a:srgbClr val="4D4D4D"/>
                </a:solidFill>
                <a:latin typeface="Rockwell"/>
                <a:cs typeface="Rockwell"/>
              </a:rPr>
              <a:t>e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eds</a:t>
            </a:r>
            <a:r>
              <a:rPr sz="2000" spc="1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to</a:t>
            </a:r>
            <a:r>
              <a:rPr sz="2000" spc="-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be do</a:t>
            </a:r>
            <a:r>
              <a:rPr sz="2000" spc="-20" dirty="0">
                <a:solidFill>
                  <a:srgbClr val="4D4D4D"/>
                </a:solidFill>
                <a:latin typeface="Rockwell"/>
                <a:cs typeface="Rockwell"/>
              </a:rPr>
              <a:t>n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e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to</a:t>
            </a:r>
            <a:r>
              <a:rPr sz="2000" spc="-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del</a:t>
            </a:r>
            <a:r>
              <a:rPr sz="2000" spc="-40" dirty="0">
                <a:solidFill>
                  <a:srgbClr val="4D4D4D"/>
                </a:solidFill>
                <a:latin typeface="Rockwell"/>
                <a:cs typeface="Rockwell"/>
              </a:rPr>
              <a:t>i</a:t>
            </a:r>
            <a:r>
              <a:rPr sz="2000" spc="-50" dirty="0">
                <a:solidFill>
                  <a:srgbClr val="4D4D4D"/>
                </a:solidFill>
                <a:latin typeface="Rockwell"/>
                <a:cs typeface="Rockwell"/>
              </a:rPr>
              <a:t>v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er the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p</a:t>
            </a:r>
            <a:r>
              <a:rPr sz="2000" spc="-80" dirty="0">
                <a:solidFill>
                  <a:srgbClr val="4D4D4D"/>
                </a:solidFill>
                <a:latin typeface="Rockwell"/>
                <a:cs typeface="Rockwell"/>
              </a:rPr>
              <a:t>r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oje</a:t>
            </a:r>
            <a:r>
              <a:rPr sz="2000" spc="-20" dirty="0">
                <a:solidFill>
                  <a:srgbClr val="4D4D4D"/>
                </a:solidFill>
                <a:latin typeface="Rockwell"/>
                <a:cs typeface="Rockwell"/>
              </a:rPr>
              <a:t>c</a:t>
            </a:r>
            <a:r>
              <a:rPr sz="2000" spc="-5" dirty="0">
                <a:solidFill>
                  <a:srgbClr val="4D4D4D"/>
                </a:solidFill>
                <a:latin typeface="Rockwell"/>
                <a:cs typeface="Rockwell"/>
              </a:rPr>
              <a:t>t</a:t>
            </a:r>
            <a:r>
              <a:rPr sz="2000" spc="-190" dirty="0">
                <a:solidFill>
                  <a:srgbClr val="4D4D4D"/>
                </a:solidFill>
                <a:latin typeface="Rockwell"/>
                <a:cs typeface="Rockwell"/>
              </a:rPr>
              <a:t>’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s</a:t>
            </a:r>
            <a:r>
              <a:rPr sz="2000" spc="-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p</a:t>
            </a:r>
            <a:r>
              <a:rPr sz="2000" spc="-80" dirty="0">
                <a:solidFill>
                  <a:srgbClr val="4D4D4D"/>
                </a:solidFill>
                <a:latin typeface="Rockwell"/>
                <a:cs typeface="Rockwell"/>
              </a:rPr>
              <a:t>r</a:t>
            </a:r>
            <a:r>
              <a:rPr sz="2000" spc="-15" dirty="0">
                <a:solidFill>
                  <a:srgbClr val="4D4D4D"/>
                </a:solidFill>
                <a:latin typeface="Rockwell"/>
                <a:cs typeface="Rockwell"/>
              </a:rPr>
              <a:t>odu</a:t>
            </a:r>
            <a:r>
              <a:rPr sz="2000" spc="-20" dirty="0">
                <a:solidFill>
                  <a:srgbClr val="4D4D4D"/>
                </a:solidFill>
                <a:latin typeface="Rockwell"/>
                <a:cs typeface="Rockwell"/>
              </a:rPr>
              <a:t>c</a:t>
            </a:r>
            <a:r>
              <a:rPr sz="2000" spc="-5" dirty="0">
                <a:solidFill>
                  <a:srgbClr val="4D4D4D"/>
                </a:solidFill>
                <a:latin typeface="Rockwell"/>
                <a:cs typeface="Rockwell"/>
              </a:rPr>
              <a:t>t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be</a:t>
            </a:r>
            <a:r>
              <a:rPr sz="2000" spc="25" dirty="0">
                <a:solidFill>
                  <a:srgbClr val="4D4D4D"/>
                </a:solidFill>
                <a:latin typeface="Rockwell"/>
                <a:cs typeface="Rockwell"/>
              </a:rPr>
              <a:t>f</a:t>
            </a:r>
            <a:r>
              <a:rPr sz="2000" spc="-15" dirty="0">
                <a:solidFill>
                  <a:srgbClr val="4D4D4D"/>
                </a:solidFill>
                <a:latin typeface="Rockwell"/>
                <a:cs typeface="Rockwell"/>
              </a:rPr>
              <a:t>o</a:t>
            </a:r>
            <a:r>
              <a:rPr sz="2000" spc="-105" dirty="0">
                <a:solidFill>
                  <a:srgbClr val="4D4D4D"/>
                </a:solidFill>
                <a:latin typeface="Rockwell"/>
                <a:cs typeface="Rockwell"/>
              </a:rPr>
              <a:t>r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e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th</a:t>
            </a:r>
            <a:r>
              <a:rPr sz="2000" spc="-20" dirty="0">
                <a:solidFill>
                  <a:srgbClr val="4D4D4D"/>
                </a:solidFill>
                <a:latin typeface="Rockwell"/>
                <a:cs typeface="Rockwell"/>
              </a:rPr>
              <a:t>e</a:t>
            </a:r>
            <a:r>
              <a:rPr sz="2000" spc="-100" dirty="0">
                <a:solidFill>
                  <a:srgbClr val="4D4D4D"/>
                </a:solidFill>
                <a:latin typeface="Rockwell"/>
                <a:cs typeface="Rockwell"/>
              </a:rPr>
              <a:t>r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e</a:t>
            </a:r>
            <a:r>
              <a:rPr sz="2000" spc="1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is</a:t>
            </a:r>
            <a:r>
              <a:rPr sz="2000" spc="-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a</a:t>
            </a:r>
            <a:r>
              <a:rPr sz="2000" spc="-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co</a:t>
            </a:r>
            <a:r>
              <a:rPr sz="2000" spc="-25" dirty="0">
                <a:solidFill>
                  <a:srgbClr val="4D4D4D"/>
                </a:solidFill>
                <a:latin typeface="Rockwell"/>
                <a:cs typeface="Rockwell"/>
              </a:rPr>
              <a:t>m</a:t>
            </a:r>
            <a:r>
              <a:rPr sz="2000" spc="-15" dirty="0">
                <a:solidFill>
                  <a:srgbClr val="4D4D4D"/>
                </a:solidFill>
                <a:latin typeface="Rockwell"/>
                <a:cs typeface="Rockwell"/>
              </a:rPr>
              <a:t>mitme</a:t>
            </a:r>
            <a:r>
              <a:rPr sz="2000" spc="-20" dirty="0">
                <a:solidFill>
                  <a:srgbClr val="4D4D4D"/>
                </a:solidFill>
                <a:latin typeface="Rockwell"/>
                <a:cs typeface="Rockwell"/>
              </a:rPr>
              <a:t>n</a:t>
            </a:r>
            <a:r>
              <a:rPr sz="2000" spc="-5" dirty="0">
                <a:solidFill>
                  <a:srgbClr val="4D4D4D"/>
                </a:solidFill>
                <a:latin typeface="Rockwell"/>
                <a:cs typeface="Rockwell"/>
              </a:rPr>
              <a:t>t</a:t>
            </a:r>
            <a:r>
              <a:rPr sz="2000" spc="40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to</a:t>
            </a:r>
            <a:r>
              <a:rPr sz="2000" spc="-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signi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f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icant</a:t>
            </a:r>
            <a:r>
              <a:rPr sz="2000" spc="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spe</a:t>
            </a:r>
            <a:r>
              <a:rPr sz="2000" spc="-20" dirty="0">
                <a:solidFill>
                  <a:srgbClr val="4D4D4D"/>
                </a:solidFill>
                <a:latin typeface="Rockwell"/>
                <a:cs typeface="Rockwell"/>
              </a:rPr>
              <a:t>n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din</a:t>
            </a:r>
            <a:r>
              <a:rPr sz="2000" spc="-75" dirty="0">
                <a:solidFill>
                  <a:srgbClr val="4D4D4D"/>
                </a:solidFill>
                <a:latin typeface="Rockwell"/>
                <a:cs typeface="Rockwell"/>
              </a:rPr>
              <a:t>g</a:t>
            </a:r>
            <a:r>
              <a:rPr sz="2000" spc="-5" dirty="0">
                <a:solidFill>
                  <a:srgbClr val="4D4D4D"/>
                </a:solidFill>
                <a:latin typeface="Rockwell"/>
                <a:cs typeface="Rockwell"/>
              </a:rPr>
              <a:t>.</a:t>
            </a:r>
            <a:endParaRPr sz="2000" dirty="0">
              <a:latin typeface="Rockwell"/>
              <a:cs typeface="Rockwell"/>
            </a:endParaRPr>
          </a:p>
          <a:p>
            <a:pPr>
              <a:spcBef>
                <a:spcPts val="22"/>
              </a:spcBef>
            </a:pPr>
            <a:endParaRPr sz="2000" dirty="0">
              <a:latin typeface="Times New Roman"/>
              <a:cs typeface="Times New Roman"/>
            </a:endParaRPr>
          </a:p>
          <a:p>
            <a:pPr marL="12700" marR="190500" algn="just"/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T</a:t>
            </a:r>
            <a:r>
              <a:rPr sz="2000" spc="-15" dirty="0">
                <a:solidFill>
                  <a:srgbClr val="4D4D4D"/>
                </a:solidFill>
                <a:latin typeface="Rockwell"/>
                <a:cs typeface="Rockwell"/>
              </a:rPr>
              <a:t>hi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s</a:t>
            </a:r>
            <a:r>
              <a:rPr sz="2000" spc="-1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und</a:t>
            </a:r>
            <a:r>
              <a:rPr sz="2000" spc="-20" dirty="0">
                <a:solidFill>
                  <a:srgbClr val="4D4D4D"/>
                </a:solidFill>
                <a:latin typeface="Rockwell"/>
                <a:cs typeface="Rockwell"/>
              </a:rPr>
              <a:t>e</a:t>
            </a:r>
            <a:r>
              <a:rPr sz="2000" spc="-15" dirty="0">
                <a:solidFill>
                  <a:srgbClr val="4D4D4D"/>
                </a:solidFill>
                <a:latin typeface="Rockwell"/>
                <a:cs typeface="Rockwell"/>
              </a:rPr>
              <a:t>r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standing</a:t>
            </a:r>
            <a:r>
              <a:rPr sz="2000" spc="2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is</a:t>
            </a:r>
            <a:r>
              <a:rPr sz="2000" spc="-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spc="-15" dirty="0">
                <a:solidFill>
                  <a:srgbClr val="4D4D4D"/>
                </a:solidFill>
                <a:latin typeface="Rockwell"/>
                <a:cs typeface="Rockwell"/>
              </a:rPr>
              <a:t>n</a:t>
            </a:r>
            <a:r>
              <a:rPr sz="2000" spc="-20" dirty="0">
                <a:solidFill>
                  <a:srgbClr val="4D4D4D"/>
                </a:solidFill>
                <a:latin typeface="Rockwell"/>
                <a:cs typeface="Rockwell"/>
              </a:rPr>
              <a:t>e</a:t>
            </a:r>
            <a:r>
              <a:rPr sz="2000" spc="-15" dirty="0">
                <a:solidFill>
                  <a:srgbClr val="4D4D4D"/>
                </a:solidFill>
                <a:latin typeface="Rockwell"/>
                <a:cs typeface="Rockwell"/>
              </a:rPr>
              <a:t>ed</a:t>
            </a:r>
            <a:r>
              <a:rPr sz="2000" spc="-20" dirty="0">
                <a:solidFill>
                  <a:srgbClr val="4D4D4D"/>
                </a:solidFill>
                <a:latin typeface="Rockwell"/>
                <a:cs typeface="Rockwell"/>
              </a:rPr>
              <a:t>e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d</a:t>
            </a:r>
            <a:r>
              <a:rPr sz="2000" spc="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be</a:t>
            </a:r>
            <a:r>
              <a:rPr sz="2000" spc="25" dirty="0">
                <a:solidFill>
                  <a:srgbClr val="4D4D4D"/>
                </a:solidFill>
                <a:latin typeface="Rockwell"/>
                <a:cs typeface="Rockwell"/>
              </a:rPr>
              <a:t>f</a:t>
            </a:r>
            <a:r>
              <a:rPr sz="2000" spc="-15" dirty="0">
                <a:solidFill>
                  <a:srgbClr val="4D4D4D"/>
                </a:solidFill>
                <a:latin typeface="Rockwell"/>
                <a:cs typeface="Rockwell"/>
              </a:rPr>
              <a:t>o</a:t>
            </a:r>
            <a:r>
              <a:rPr sz="2000" spc="-105" dirty="0">
                <a:solidFill>
                  <a:srgbClr val="4D4D4D"/>
                </a:solidFill>
                <a:latin typeface="Rockwell"/>
                <a:cs typeface="Rockwell"/>
              </a:rPr>
              <a:t>r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e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de</a:t>
            </a:r>
            <a:r>
              <a:rPr sz="2000" spc="-20" dirty="0">
                <a:solidFill>
                  <a:srgbClr val="4D4D4D"/>
                </a:solidFill>
                <a:latin typeface="Rockwell"/>
                <a:cs typeface="Rockwell"/>
              </a:rPr>
              <a:t>c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iding</a:t>
            </a:r>
            <a:r>
              <a:rPr sz="2000" spc="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to</a:t>
            </a:r>
            <a:r>
              <a:rPr sz="2000" spc="-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con</a:t>
            </a:r>
            <a:r>
              <a:rPr sz="2000" spc="-15" dirty="0">
                <a:solidFill>
                  <a:srgbClr val="4D4D4D"/>
                </a:solidFill>
                <a:latin typeface="Rockwell"/>
                <a:cs typeface="Rockwell"/>
              </a:rPr>
              <a:t>t</a:t>
            </a:r>
            <a:r>
              <a:rPr sz="2000" spc="-5" dirty="0">
                <a:solidFill>
                  <a:srgbClr val="4D4D4D"/>
                </a:solidFill>
                <a:latin typeface="Rockwell"/>
                <a:cs typeface="Rockwell"/>
              </a:rPr>
              <a:t>i</a:t>
            </a:r>
            <a:r>
              <a:rPr sz="2000" spc="-25" dirty="0">
                <a:solidFill>
                  <a:srgbClr val="4D4D4D"/>
                </a:solidFill>
                <a:latin typeface="Rockwell"/>
                <a:cs typeface="Rockwell"/>
              </a:rPr>
              <a:t>n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ue</a:t>
            </a:r>
            <a:r>
              <a:rPr sz="2000" spc="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with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the</a:t>
            </a:r>
            <a:r>
              <a:rPr sz="2000" spc="-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p</a:t>
            </a:r>
            <a:r>
              <a:rPr sz="2000" spc="-80" dirty="0">
                <a:solidFill>
                  <a:srgbClr val="4D4D4D"/>
                </a:solidFill>
                <a:latin typeface="Rockwell"/>
                <a:cs typeface="Rockwell"/>
              </a:rPr>
              <a:t>r</a:t>
            </a:r>
            <a:r>
              <a:rPr sz="2000" spc="-15" dirty="0">
                <a:solidFill>
                  <a:srgbClr val="4D4D4D"/>
                </a:solidFill>
                <a:latin typeface="Rockwell"/>
                <a:cs typeface="Rockwell"/>
              </a:rPr>
              <a:t>oje</a:t>
            </a:r>
            <a:r>
              <a:rPr sz="2000" spc="-20" dirty="0">
                <a:solidFill>
                  <a:srgbClr val="4D4D4D"/>
                </a:solidFill>
                <a:latin typeface="Rockwell"/>
                <a:cs typeface="Rockwell"/>
              </a:rPr>
              <a:t>c</a:t>
            </a:r>
            <a:r>
              <a:rPr sz="2000" spc="-5" dirty="0">
                <a:solidFill>
                  <a:srgbClr val="4D4D4D"/>
                </a:solidFill>
                <a:latin typeface="Rockwell"/>
                <a:cs typeface="Rockwell"/>
              </a:rPr>
              <a:t>t.</a:t>
            </a:r>
            <a:r>
              <a:rPr sz="2000" spc="-130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Li</a:t>
            </a:r>
            <a:r>
              <a:rPr sz="2000" spc="-65" dirty="0">
                <a:solidFill>
                  <a:srgbClr val="4D4D4D"/>
                </a:solidFill>
                <a:latin typeface="Rockwell"/>
                <a:cs typeface="Rockwell"/>
              </a:rPr>
              <a:t>k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e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a</a:t>
            </a:r>
            <a:r>
              <a:rPr sz="2000" spc="-60" dirty="0">
                <a:solidFill>
                  <a:srgbClr val="4D4D4D"/>
                </a:solidFill>
                <a:latin typeface="Rockwell"/>
                <a:cs typeface="Rockwell"/>
              </a:rPr>
              <a:t>n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y p</a:t>
            </a:r>
            <a:r>
              <a:rPr sz="2000" spc="-80" dirty="0">
                <a:solidFill>
                  <a:srgbClr val="4D4D4D"/>
                </a:solidFill>
                <a:latin typeface="Rockwell"/>
                <a:cs typeface="Rockwell"/>
              </a:rPr>
              <a:t>r</a:t>
            </a:r>
            <a:r>
              <a:rPr sz="2000" spc="-15" dirty="0">
                <a:solidFill>
                  <a:srgbClr val="4D4D4D"/>
                </a:solidFill>
                <a:latin typeface="Rockwell"/>
                <a:cs typeface="Rockwell"/>
              </a:rPr>
              <a:t>oje</a:t>
            </a:r>
            <a:r>
              <a:rPr sz="2000" spc="-20" dirty="0">
                <a:solidFill>
                  <a:srgbClr val="4D4D4D"/>
                </a:solidFill>
                <a:latin typeface="Rockwell"/>
                <a:cs typeface="Rockwell"/>
              </a:rPr>
              <a:t>c</a:t>
            </a:r>
            <a:r>
              <a:rPr sz="2000" spc="-5" dirty="0">
                <a:solidFill>
                  <a:srgbClr val="4D4D4D"/>
                </a:solidFill>
                <a:latin typeface="Rockwell"/>
                <a:cs typeface="Rockwell"/>
              </a:rPr>
              <a:t>t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th</a:t>
            </a:r>
            <a:r>
              <a:rPr sz="2000" spc="-20" dirty="0">
                <a:solidFill>
                  <a:srgbClr val="4D4D4D"/>
                </a:solidFill>
                <a:latin typeface="Rockwell"/>
                <a:cs typeface="Rockwell"/>
              </a:rPr>
              <a:t>e</a:t>
            </a:r>
            <a:r>
              <a:rPr sz="2000" spc="-100" dirty="0">
                <a:solidFill>
                  <a:srgbClr val="4D4D4D"/>
                </a:solidFill>
                <a:latin typeface="Rockwell"/>
                <a:cs typeface="Rockwell"/>
              </a:rPr>
              <a:t>r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e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a</a:t>
            </a:r>
            <a:r>
              <a:rPr sz="2000" spc="-95" dirty="0">
                <a:solidFill>
                  <a:srgbClr val="4D4D4D"/>
                </a:solidFill>
                <a:latin typeface="Rockwell"/>
                <a:cs typeface="Rockwell"/>
              </a:rPr>
              <a:t>r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e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a</a:t>
            </a:r>
            <a:r>
              <a:rPr sz="2000" spc="-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spc="-25" dirty="0">
                <a:solidFill>
                  <a:srgbClr val="4D4D4D"/>
                </a:solidFill>
                <a:latin typeface="Rockwell"/>
                <a:cs typeface="Rockwell"/>
              </a:rPr>
              <a:t>n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umber</a:t>
            </a:r>
            <a:r>
              <a:rPr sz="2000" spc="10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spc="-15" dirty="0">
                <a:solidFill>
                  <a:srgbClr val="4D4D4D"/>
                </a:solidFill>
                <a:latin typeface="Rockwell"/>
                <a:cs typeface="Rockwell"/>
              </a:rPr>
              <a:t>o</a:t>
            </a:r>
            <a:r>
              <a:rPr sz="2000" spc="-5" dirty="0">
                <a:solidFill>
                  <a:srgbClr val="4D4D4D"/>
                </a:solidFill>
                <a:latin typeface="Rockwell"/>
                <a:cs typeface="Rockwell"/>
              </a:rPr>
              <a:t>f 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imp</a:t>
            </a:r>
            <a:r>
              <a:rPr sz="2000" spc="-20" dirty="0">
                <a:solidFill>
                  <a:srgbClr val="4D4D4D"/>
                </a:solidFill>
                <a:latin typeface="Rockwell"/>
                <a:cs typeface="Rockwell"/>
              </a:rPr>
              <a:t>o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r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tant</a:t>
            </a:r>
            <a:r>
              <a:rPr sz="2000" spc="1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items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to</a:t>
            </a:r>
            <a:r>
              <a:rPr sz="2000" spc="-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disc</a:t>
            </a:r>
            <a:r>
              <a:rPr sz="2000" spc="-80" dirty="0">
                <a:solidFill>
                  <a:srgbClr val="4D4D4D"/>
                </a:solidFill>
                <a:latin typeface="Rockwell"/>
                <a:cs typeface="Rockwell"/>
              </a:rPr>
              <a:t>o</a:t>
            </a:r>
            <a:r>
              <a:rPr sz="2000" spc="-50" dirty="0">
                <a:solidFill>
                  <a:srgbClr val="4D4D4D"/>
                </a:solidFill>
                <a:latin typeface="Rockwell"/>
                <a:cs typeface="Rockwell"/>
              </a:rPr>
              <a:t>v</a:t>
            </a:r>
            <a:r>
              <a:rPr sz="2000" spc="-15" dirty="0">
                <a:solidFill>
                  <a:srgbClr val="4D4D4D"/>
                </a:solidFill>
                <a:latin typeface="Rockwell"/>
                <a:cs typeface="Rockwell"/>
              </a:rPr>
              <a:t>e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r</a:t>
            </a:r>
            <a:r>
              <a:rPr sz="2000" spc="-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and</a:t>
            </a:r>
            <a:r>
              <a:rPr sz="2000" spc="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so</a:t>
            </a:r>
            <a:r>
              <a:rPr sz="2000" spc="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th</a:t>
            </a:r>
            <a:r>
              <a:rPr sz="2000" spc="-20" dirty="0">
                <a:solidFill>
                  <a:srgbClr val="4D4D4D"/>
                </a:solidFill>
                <a:latin typeface="Rockwell"/>
                <a:cs typeface="Rockwell"/>
              </a:rPr>
              <a:t>e</a:t>
            </a:r>
            <a:r>
              <a:rPr sz="2000" spc="-100" dirty="0">
                <a:solidFill>
                  <a:srgbClr val="4D4D4D"/>
                </a:solidFill>
                <a:latin typeface="Rockwell"/>
                <a:cs typeface="Rockwell"/>
              </a:rPr>
              <a:t>r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e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a</a:t>
            </a:r>
            <a:r>
              <a:rPr sz="2000" spc="-95" dirty="0">
                <a:solidFill>
                  <a:srgbClr val="4D4D4D"/>
                </a:solidFill>
                <a:latin typeface="Rockwell"/>
                <a:cs typeface="Rockwell"/>
              </a:rPr>
              <a:t>r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e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a</a:t>
            </a:r>
            <a:r>
              <a:rPr sz="2000" spc="-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spc="-25" dirty="0">
                <a:solidFill>
                  <a:srgbClr val="4D4D4D"/>
                </a:solidFill>
                <a:latin typeface="Rockwell"/>
                <a:cs typeface="Rockwell"/>
              </a:rPr>
              <a:t>n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umber</a:t>
            </a:r>
            <a:r>
              <a:rPr sz="2000" spc="-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spc="-15" dirty="0">
                <a:solidFill>
                  <a:srgbClr val="4D4D4D"/>
                </a:solidFill>
                <a:latin typeface="Rockwell"/>
                <a:cs typeface="Rockwell"/>
              </a:rPr>
              <a:t>o</a:t>
            </a:r>
            <a:r>
              <a:rPr sz="2000" spc="-5" dirty="0">
                <a:solidFill>
                  <a:srgbClr val="4D4D4D"/>
                </a:solidFill>
                <a:latin typeface="Rockwell"/>
                <a:cs typeface="Rockwell"/>
              </a:rPr>
              <a:t>f</a:t>
            </a:r>
            <a:r>
              <a:rPr sz="2000" spc="-20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spc="-15" dirty="0">
                <a:solidFill>
                  <a:srgbClr val="4D4D4D"/>
                </a:solidFill>
                <a:latin typeface="Rockwell"/>
                <a:cs typeface="Rockwell"/>
              </a:rPr>
              <a:t>quest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io</a:t>
            </a:r>
            <a:r>
              <a:rPr sz="2000" spc="-20" dirty="0">
                <a:solidFill>
                  <a:srgbClr val="4D4D4D"/>
                </a:solidFill>
                <a:latin typeface="Rockwell"/>
                <a:cs typeface="Rockwell"/>
              </a:rPr>
              <a:t>n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s</a:t>
            </a:r>
            <a:r>
              <a:rPr sz="2000" spc="1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to</a:t>
            </a:r>
            <a:r>
              <a:rPr sz="2000" spc="-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ask</a:t>
            </a:r>
            <a:r>
              <a:rPr sz="2000" spc="-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ab</a:t>
            </a:r>
            <a:r>
              <a:rPr sz="2000" spc="-20" dirty="0">
                <a:solidFill>
                  <a:srgbClr val="4D4D4D"/>
                </a:solidFill>
                <a:latin typeface="Rockwell"/>
                <a:cs typeface="Rockwell"/>
              </a:rPr>
              <a:t>o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ut</a:t>
            </a:r>
            <a:r>
              <a:rPr sz="2000" spc="1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spc="-5" dirty="0">
                <a:solidFill>
                  <a:srgbClr val="4D4D4D"/>
                </a:solidFill>
                <a:latin typeface="Rockwell"/>
                <a:cs typeface="Rockwell"/>
              </a:rPr>
              <a:t>t</a:t>
            </a:r>
            <a:r>
              <a:rPr sz="2000" spc="-20" dirty="0">
                <a:solidFill>
                  <a:srgbClr val="4D4D4D"/>
                </a:solidFill>
                <a:latin typeface="Rockwell"/>
                <a:cs typeface="Rockwell"/>
              </a:rPr>
              <a:t>h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e</a:t>
            </a:r>
            <a:r>
              <a:rPr sz="2000" spc="-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p</a:t>
            </a:r>
            <a:r>
              <a:rPr sz="2000" spc="-80" dirty="0">
                <a:solidFill>
                  <a:srgbClr val="4D4D4D"/>
                </a:solidFill>
                <a:latin typeface="Rockwell"/>
                <a:cs typeface="Rockwell"/>
              </a:rPr>
              <a:t>r</a:t>
            </a:r>
            <a:r>
              <a:rPr sz="2000" spc="-15" dirty="0">
                <a:solidFill>
                  <a:srgbClr val="4D4D4D"/>
                </a:solidFill>
                <a:latin typeface="Rockwell"/>
                <a:cs typeface="Rockwell"/>
              </a:rPr>
              <a:t>oj</a:t>
            </a:r>
            <a:r>
              <a:rPr sz="2000" spc="-20" dirty="0">
                <a:solidFill>
                  <a:srgbClr val="4D4D4D"/>
                </a:solidFill>
                <a:latin typeface="Rockwell"/>
                <a:cs typeface="Rockwell"/>
              </a:rPr>
              <a:t>e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c</a:t>
            </a:r>
            <a:r>
              <a:rPr sz="2000" spc="-15" dirty="0">
                <a:solidFill>
                  <a:srgbClr val="4D4D4D"/>
                </a:solidFill>
                <a:latin typeface="Rockwell"/>
                <a:cs typeface="Rockwell"/>
              </a:rPr>
              <a:t>t</a:t>
            </a:r>
            <a:r>
              <a:rPr sz="2000" spc="-5" dirty="0">
                <a:solidFill>
                  <a:srgbClr val="4D4D4D"/>
                </a:solidFill>
                <a:latin typeface="Rockwell"/>
                <a:cs typeface="Rockwell"/>
              </a:rPr>
              <a:t>:</a:t>
            </a:r>
            <a:endParaRPr sz="2000" dirty="0">
              <a:latin typeface="Rockwell"/>
              <a:cs typeface="Rockwell"/>
            </a:endParaRPr>
          </a:p>
          <a:p>
            <a:pPr>
              <a:spcBef>
                <a:spcPts val="22"/>
              </a:spcBef>
            </a:pPr>
            <a:endParaRPr sz="2000" dirty="0">
              <a:latin typeface="Times New Roman"/>
              <a:cs typeface="Times New Roman"/>
            </a:endParaRPr>
          </a:p>
          <a:p>
            <a:pPr marL="117475" indent="-104775" algn="just">
              <a:buClr>
                <a:srgbClr val="4D4D4D"/>
              </a:buClr>
              <a:buFont typeface="Rockwell"/>
              <a:buChar char="•"/>
              <a:tabLst>
                <a:tab pos="118110" algn="l"/>
              </a:tabLst>
            </a:pP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What</a:t>
            </a:r>
            <a:r>
              <a:rPr sz="2000" spc="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a</a:t>
            </a:r>
            <a:r>
              <a:rPr sz="2000" spc="-95" dirty="0">
                <a:solidFill>
                  <a:srgbClr val="4D4D4D"/>
                </a:solidFill>
                <a:latin typeface="Rockwell"/>
                <a:cs typeface="Rockwell"/>
              </a:rPr>
              <a:t>r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e the</a:t>
            </a:r>
            <a:r>
              <a:rPr sz="2000" spc="10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spc="-100" dirty="0">
                <a:solidFill>
                  <a:srgbClr val="4D4D4D"/>
                </a:solidFill>
                <a:latin typeface="Rockwell"/>
                <a:cs typeface="Rockwell"/>
              </a:rPr>
              <a:t>r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easons</a:t>
            </a:r>
            <a:r>
              <a:rPr sz="2000" spc="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spc="25" dirty="0">
                <a:solidFill>
                  <a:srgbClr val="4D4D4D"/>
                </a:solidFill>
                <a:latin typeface="Rockwell"/>
                <a:cs typeface="Rockwell"/>
              </a:rPr>
              <a:t>f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or d</a:t>
            </a:r>
            <a:r>
              <a:rPr sz="2000" spc="-20" dirty="0">
                <a:solidFill>
                  <a:srgbClr val="4D4D4D"/>
                </a:solidFill>
                <a:latin typeface="Rockwell"/>
                <a:cs typeface="Rockwell"/>
              </a:rPr>
              <a:t>o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ing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the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p</a:t>
            </a:r>
            <a:r>
              <a:rPr sz="2000" spc="-80" dirty="0">
                <a:solidFill>
                  <a:srgbClr val="4D4D4D"/>
                </a:solidFill>
                <a:latin typeface="Rockwell"/>
                <a:cs typeface="Rockwell"/>
              </a:rPr>
              <a:t>r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oje</a:t>
            </a:r>
            <a:r>
              <a:rPr sz="2000" spc="-20" dirty="0">
                <a:solidFill>
                  <a:srgbClr val="4D4D4D"/>
                </a:solidFill>
                <a:latin typeface="Rockwell"/>
                <a:cs typeface="Rockwell"/>
              </a:rPr>
              <a:t>c</a:t>
            </a:r>
            <a:r>
              <a:rPr sz="2000" spc="-5" dirty="0">
                <a:solidFill>
                  <a:srgbClr val="4D4D4D"/>
                </a:solidFill>
                <a:latin typeface="Rockwell"/>
                <a:cs typeface="Rockwell"/>
              </a:rPr>
              <a:t>t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and</a:t>
            </a:r>
            <a:r>
              <a:rPr sz="2000" spc="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the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Be</a:t>
            </a:r>
            <a:r>
              <a:rPr sz="2000" spc="-15" dirty="0">
                <a:solidFill>
                  <a:srgbClr val="4D4D4D"/>
                </a:solidFill>
                <a:latin typeface="Rockwell"/>
                <a:cs typeface="Rockwell"/>
              </a:rPr>
              <a:t>n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e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f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its</a:t>
            </a:r>
            <a:r>
              <a:rPr sz="2000" spc="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and</a:t>
            </a:r>
            <a:r>
              <a:rPr sz="2000" spc="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Risks?</a:t>
            </a:r>
            <a:endParaRPr sz="2000" dirty="0">
              <a:latin typeface="Rockwell"/>
              <a:cs typeface="Rockwell"/>
            </a:endParaRPr>
          </a:p>
          <a:p>
            <a:pPr marL="132715" indent="-120014" algn="just">
              <a:buClr>
                <a:srgbClr val="4D4D4D"/>
              </a:buClr>
              <a:buFont typeface="Rockwell"/>
              <a:buChar char="•"/>
              <a:tabLst>
                <a:tab pos="133350" algn="l"/>
              </a:tabLst>
            </a:pP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Scop</a:t>
            </a:r>
            <a:r>
              <a:rPr sz="2000" spc="-15" dirty="0">
                <a:solidFill>
                  <a:srgbClr val="4D4D4D"/>
                </a:solidFill>
                <a:latin typeface="Rockwell"/>
                <a:cs typeface="Rockwell"/>
              </a:rPr>
              <a:t>e</a:t>
            </a:r>
            <a:r>
              <a:rPr sz="2000" spc="-5" dirty="0">
                <a:solidFill>
                  <a:srgbClr val="4D4D4D"/>
                </a:solidFill>
                <a:latin typeface="Rockwell"/>
                <a:cs typeface="Rockwell"/>
              </a:rPr>
              <a:t>:</a:t>
            </a:r>
            <a:r>
              <a:rPr sz="2000" spc="-24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What</a:t>
            </a:r>
            <a:r>
              <a:rPr sz="2000" spc="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is</a:t>
            </a:r>
            <a:r>
              <a:rPr sz="2000" spc="-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to</a:t>
            </a:r>
            <a:r>
              <a:rPr sz="2000" spc="-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be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do</a:t>
            </a:r>
            <a:r>
              <a:rPr sz="2000" spc="-20" dirty="0">
                <a:solidFill>
                  <a:srgbClr val="4D4D4D"/>
                </a:solidFill>
                <a:latin typeface="Rockwell"/>
                <a:cs typeface="Rockwell"/>
              </a:rPr>
              <a:t>n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e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and</a:t>
            </a:r>
            <a:r>
              <a:rPr sz="2000" spc="-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spc="-50" dirty="0">
                <a:solidFill>
                  <a:srgbClr val="4D4D4D"/>
                </a:solidFill>
                <a:latin typeface="Rockwell"/>
                <a:cs typeface="Rockwell"/>
              </a:rPr>
              <a:t>w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hat</a:t>
            </a:r>
            <a:r>
              <a:rPr sz="2000" spc="1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will</a:t>
            </a:r>
            <a:r>
              <a:rPr sz="2000" spc="-1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n</a:t>
            </a:r>
            <a:r>
              <a:rPr sz="2000" spc="-15" dirty="0">
                <a:solidFill>
                  <a:srgbClr val="4D4D4D"/>
                </a:solidFill>
                <a:latin typeface="Rockwell"/>
                <a:cs typeface="Rockwell"/>
              </a:rPr>
              <a:t>o</a:t>
            </a:r>
            <a:r>
              <a:rPr sz="2000" spc="-5" dirty="0">
                <a:solidFill>
                  <a:srgbClr val="4D4D4D"/>
                </a:solidFill>
                <a:latin typeface="Rockwell"/>
                <a:cs typeface="Rockwell"/>
              </a:rPr>
              <a:t>t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be</a:t>
            </a:r>
            <a:r>
              <a:rPr sz="2000" spc="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include</a:t>
            </a:r>
            <a:r>
              <a:rPr sz="2000" spc="-20" dirty="0">
                <a:solidFill>
                  <a:srgbClr val="4D4D4D"/>
                </a:solidFill>
                <a:latin typeface="Rockwell"/>
                <a:cs typeface="Rockwell"/>
              </a:rPr>
              <a:t>d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?</a:t>
            </a:r>
            <a:endParaRPr sz="2000" dirty="0">
              <a:latin typeface="Rockwell"/>
              <a:cs typeface="Rockwell"/>
            </a:endParaRPr>
          </a:p>
          <a:p>
            <a:pPr marL="117475" indent="-104775" algn="just">
              <a:buClr>
                <a:srgbClr val="4D4D4D"/>
              </a:buClr>
              <a:buFont typeface="Rockwell"/>
              <a:buChar char="•"/>
              <a:tabLst>
                <a:tab pos="118110" algn="l"/>
              </a:tabLst>
            </a:pPr>
            <a:r>
              <a:rPr sz="2000" spc="-15" dirty="0">
                <a:solidFill>
                  <a:srgbClr val="4D4D4D"/>
                </a:solidFill>
                <a:latin typeface="Rockwell"/>
                <a:cs typeface="Rockwell"/>
              </a:rPr>
              <a:t>Whe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n can</a:t>
            </a:r>
            <a:r>
              <a:rPr sz="2000" spc="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the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p</a:t>
            </a:r>
            <a:r>
              <a:rPr sz="2000" spc="-80" dirty="0">
                <a:solidFill>
                  <a:srgbClr val="4D4D4D"/>
                </a:solidFill>
                <a:latin typeface="Rockwell"/>
                <a:cs typeface="Rockwell"/>
              </a:rPr>
              <a:t>r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odu</a:t>
            </a:r>
            <a:r>
              <a:rPr sz="2000" spc="-20" dirty="0">
                <a:solidFill>
                  <a:srgbClr val="4D4D4D"/>
                </a:solidFill>
                <a:latin typeface="Rockwell"/>
                <a:cs typeface="Rockwell"/>
              </a:rPr>
              <a:t>c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ts</a:t>
            </a:r>
            <a:r>
              <a:rPr sz="2000" spc="2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be</a:t>
            </a:r>
            <a:r>
              <a:rPr sz="2000" spc="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del</a:t>
            </a:r>
            <a:r>
              <a:rPr sz="2000" spc="-45" dirty="0">
                <a:solidFill>
                  <a:srgbClr val="4D4D4D"/>
                </a:solidFill>
                <a:latin typeface="Rockwell"/>
                <a:cs typeface="Rockwell"/>
              </a:rPr>
              <a:t>i</a:t>
            </a:r>
            <a:r>
              <a:rPr sz="2000" spc="-50" dirty="0">
                <a:solidFill>
                  <a:srgbClr val="4D4D4D"/>
                </a:solidFill>
                <a:latin typeface="Rockwell"/>
                <a:cs typeface="Rockwell"/>
              </a:rPr>
              <a:t>v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e</a:t>
            </a:r>
            <a:r>
              <a:rPr sz="2000" spc="-105" dirty="0">
                <a:solidFill>
                  <a:srgbClr val="4D4D4D"/>
                </a:solidFill>
                <a:latin typeface="Rockwell"/>
                <a:cs typeface="Rockwell"/>
              </a:rPr>
              <a:t>r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ed?</a:t>
            </a:r>
            <a:endParaRPr sz="2000" dirty="0">
              <a:latin typeface="Rockwell"/>
              <a:cs typeface="Rockwell"/>
            </a:endParaRPr>
          </a:p>
          <a:p>
            <a:pPr marL="132715" indent="-120014" algn="just">
              <a:buClr>
                <a:srgbClr val="4D4D4D"/>
              </a:buClr>
              <a:buFont typeface="Rockwell"/>
              <a:buChar char="•"/>
              <a:tabLst>
                <a:tab pos="133350" algn="l"/>
              </a:tabLst>
            </a:pPr>
            <a:r>
              <a:rPr sz="2000" spc="-15" dirty="0">
                <a:solidFill>
                  <a:srgbClr val="4D4D4D"/>
                </a:solidFill>
                <a:latin typeface="Rockwell"/>
                <a:cs typeface="Rockwell"/>
              </a:rPr>
              <a:t>H</a:t>
            </a:r>
            <a:r>
              <a:rPr sz="2000" spc="-90" dirty="0">
                <a:solidFill>
                  <a:srgbClr val="4D4D4D"/>
                </a:solidFill>
                <a:latin typeface="Rockwell"/>
                <a:cs typeface="Rockwell"/>
              </a:rPr>
              <a:t>o</a:t>
            </a:r>
            <a:r>
              <a:rPr sz="2000" spc="-15" dirty="0">
                <a:solidFill>
                  <a:srgbClr val="4D4D4D"/>
                </a:solidFill>
                <a:latin typeface="Rockwell"/>
                <a:cs typeface="Rockwell"/>
              </a:rPr>
              <a:t>w</a:t>
            </a:r>
            <a:r>
              <a:rPr sz="2000" spc="10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to</a:t>
            </a:r>
            <a:r>
              <a:rPr sz="2000" spc="-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ensu</a:t>
            </a:r>
            <a:r>
              <a:rPr sz="2000" spc="-100" dirty="0">
                <a:solidFill>
                  <a:srgbClr val="4D4D4D"/>
                </a:solidFill>
                <a:latin typeface="Rockwell"/>
                <a:cs typeface="Rockwell"/>
              </a:rPr>
              <a:t>r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e</a:t>
            </a:r>
            <a:r>
              <a:rPr sz="2000" spc="1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that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qu</a:t>
            </a:r>
            <a:r>
              <a:rPr sz="2000" spc="-5" dirty="0">
                <a:solidFill>
                  <a:srgbClr val="4D4D4D"/>
                </a:solidFill>
                <a:latin typeface="Rockwell"/>
                <a:cs typeface="Rockwell"/>
              </a:rPr>
              <a:t>a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lity</a:t>
            </a:r>
            <a:r>
              <a:rPr sz="2000" spc="10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will</a:t>
            </a:r>
            <a:r>
              <a:rPr sz="2000" spc="-1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be</a:t>
            </a:r>
            <a:r>
              <a:rPr sz="2000" spc="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achi</a:t>
            </a:r>
            <a:r>
              <a:rPr sz="2000" spc="-75" dirty="0">
                <a:solidFill>
                  <a:srgbClr val="4D4D4D"/>
                </a:solidFill>
                <a:latin typeface="Rockwell"/>
                <a:cs typeface="Rockwell"/>
              </a:rPr>
              <a:t>e</a:t>
            </a:r>
            <a:r>
              <a:rPr sz="2000" spc="-50" dirty="0">
                <a:solidFill>
                  <a:srgbClr val="4D4D4D"/>
                </a:solidFill>
                <a:latin typeface="Rockwell"/>
                <a:cs typeface="Rockwell"/>
              </a:rPr>
              <a:t>v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ed?</a:t>
            </a:r>
            <a:endParaRPr sz="2000" dirty="0">
              <a:latin typeface="Rockwell"/>
              <a:cs typeface="Rockwell"/>
            </a:endParaRPr>
          </a:p>
          <a:p>
            <a:pPr marL="132715" indent="-120014" algn="just">
              <a:buClr>
                <a:srgbClr val="4D4D4D"/>
              </a:buClr>
              <a:buFont typeface="Rockwell"/>
              <a:buChar char="•"/>
              <a:tabLst>
                <a:tab pos="133350" algn="l"/>
              </a:tabLst>
            </a:pPr>
            <a:r>
              <a:rPr sz="2000" spc="-15" dirty="0">
                <a:solidFill>
                  <a:srgbClr val="4D4D4D"/>
                </a:solidFill>
                <a:latin typeface="Rockwell"/>
                <a:cs typeface="Rockwell"/>
              </a:rPr>
              <a:t>H</a:t>
            </a:r>
            <a:r>
              <a:rPr sz="2000" spc="-90" dirty="0">
                <a:solidFill>
                  <a:srgbClr val="4D4D4D"/>
                </a:solidFill>
                <a:latin typeface="Rockwell"/>
                <a:cs typeface="Rockwell"/>
              </a:rPr>
              <a:t>o</a:t>
            </a:r>
            <a:r>
              <a:rPr sz="2000" spc="-15" dirty="0">
                <a:solidFill>
                  <a:srgbClr val="4D4D4D"/>
                </a:solidFill>
                <a:latin typeface="Rockwell"/>
                <a:cs typeface="Rockwell"/>
              </a:rPr>
              <a:t>w</a:t>
            </a:r>
            <a:r>
              <a:rPr sz="2000" spc="10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spc="15" dirty="0">
                <a:solidFill>
                  <a:srgbClr val="4D4D4D"/>
                </a:solidFill>
                <a:latin typeface="Rockwell"/>
                <a:cs typeface="Rockwell"/>
              </a:rPr>
              <a:t>r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isks,</a:t>
            </a:r>
            <a:r>
              <a:rPr sz="2000" spc="-12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issues</a:t>
            </a:r>
            <a:r>
              <a:rPr sz="2000" spc="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and</a:t>
            </a:r>
            <a:r>
              <a:rPr sz="2000" spc="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c</a:t>
            </a:r>
            <a:r>
              <a:rPr sz="2000" spc="-20" dirty="0">
                <a:solidFill>
                  <a:srgbClr val="4D4D4D"/>
                </a:solidFill>
                <a:latin typeface="Rockwell"/>
                <a:cs typeface="Rockwell"/>
              </a:rPr>
              <a:t>h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an</a:t>
            </a:r>
            <a:r>
              <a:rPr sz="2000" spc="-50" dirty="0">
                <a:solidFill>
                  <a:srgbClr val="4D4D4D"/>
                </a:solidFill>
                <a:latin typeface="Rockwell"/>
                <a:cs typeface="Rockwell"/>
              </a:rPr>
              <a:t>g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es</a:t>
            </a:r>
            <a:r>
              <a:rPr sz="2000" spc="1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will</a:t>
            </a:r>
            <a:r>
              <a:rPr sz="2000" spc="-1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be</a:t>
            </a:r>
            <a:r>
              <a:rPr sz="2000" spc="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iden</a:t>
            </a:r>
            <a:r>
              <a:rPr sz="2000" spc="-15" dirty="0">
                <a:solidFill>
                  <a:srgbClr val="4D4D4D"/>
                </a:solidFill>
                <a:latin typeface="Rockwell"/>
                <a:cs typeface="Rockwell"/>
              </a:rPr>
              <a:t>t</a:t>
            </a:r>
            <a:r>
              <a:rPr sz="2000" spc="-5" dirty="0">
                <a:solidFill>
                  <a:srgbClr val="4D4D4D"/>
                </a:solidFill>
                <a:latin typeface="Rockwell"/>
                <a:cs typeface="Rockwell"/>
              </a:rPr>
              <a:t>i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f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ied and</a:t>
            </a:r>
            <a:r>
              <a:rPr sz="2000" spc="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spc="25" dirty="0">
                <a:solidFill>
                  <a:srgbClr val="4D4D4D"/>
                </a:solidFill>
                <a:latin typeface="Rockwell"/>
                <a:cs typeface="Rockwell"/>
              </a:rPr>
              <a:t>f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oll</a:t>
            </a:r>
            <a:r>
              <a:rPr sz="2000" spc="-85" dirty="0">
                <a:solidFill>
                  <a:srgbClr val="4D4D4D"/>
                </a:solidFill>
                <a:latin typeface="Rockwell"/>
                <a:cs typeface="Rockwell"/>
              </a:rPr>
              <a:t>o</a:t>
            </a:r>
            <a:r>
              <a:rPr sz="2000" spc="-50" dirty="0">
                <a:solidFill>
                  <a:srgbClr val="4D4D4D"/>
                </a:solidFill>
                <a:latin typeface="Rockwell"/>
                <a:cs typeface="Rockwell"/>
              </a:rPr>
              <a:t>w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ed</a:t>
            </a:r>
            <a:r>
              <a:rPr sz="2000" spc="-2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up?</a:t>
            </a:r>
            <a:endParaRPr sz="2000" dirty="0">
              <a:latin typeface="Rockwell"/>
              <a:cs typeface="Rockwell"/>
            </a:endParaRPr>
          </a:p>
          <a:p>
            <a:pPr marL="132715" indent="-120014" algn="just">
              <a:buClr>
                <a:srgbClr val="4D4D4D"/>
              </a:buClr>
              <a:buFont typeface="Rockwell"/>
              <a:buChar char="•"/>
              <a:tabLst>
                <a:tab pos="133350" algn="l"/>
              </a:tabLst>
            </a:pPr>
            <a:r>
              <a:rPr sz="2000" spc="-15" dirty="0">
                <a:solidFill>
                  <a:srgbClr val="4D4D4D"/>
                </a:solidFill>
                <a:latin typeface="Rockwell"/>
                <a:cs typeface="Rockwell"/>
              </a:rPr>
              <a:t>H</a:t>
            </a:r>
            <a:r>
              <a:rPr sz="2000" spc="-90" dirty="0">
                <a:solidFill>
                  <a:srgbClr val="4D4D4D"/>
                </a:solidFill>
                <a:latin typeface="Rockwell"/>
                <a:cs typeface="Rockwell"/>
              </a:rPr>
              <a:t>o</a:t>
            </a:r>
            <a:r>
              <a:rPr sz="2000" spc="-15" dirty="0">
                <a:solidFill>
                  <a:srgbClr val="4D4D4D"/>
                </a:solidFill>
                <a:latin typeface="Rockwell"/>
                <a:cs typeface="Rockwell"/>
              </a:rPr>
              <a:t>w</a:t>
            </a:r>
            <a:r>
              <a:rPr sz="2000" spc="10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p</a:t>
            </a:r>
            <a:r>
              <a:rPr sz="2000" spc="-85" dirty="0">
                <a:solidFill>
                  <a:srgbClr val="4D4D4D"/>
                </a:solidFill>
                <a:latin typeface="Rockwell"/>
                <a:cs typeface="Rockwell"/>
              </a:rPr>
              <a:t>r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oj</a:t>
            </a:r>
            <a:r>
              <a:rPr sz="2000" spc="-20" dirty="0">
                <a:solidFill>
                  <a:srgbClr val="4D4D4D"/>
                </a:solidFill>
                <a:latin typeface="Rockwell"/>
                <a:cs typeface="Rockwell"/>
              </a:rPr>
              <a:t>e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ct</a:t>
            </a:r>
            <a:r>
              <a:rPr sz="2000" spc="10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p</a:t>
            </a:r>
            <a:r>
              <a:rPr sz="2000" spc="-85" dirty="0">
                <a:solidFill>
                  <a:srgbClr val="4D4D4D"/>
                </a:solidFill>
                <a:latin typeface="Rockwell"/>
                <a:cs typeface="Rockwell"/>
              </a:rPr>
              <a:t>r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o</a:t>
            </a:r>
            <a:r>
              <a:rPr sz="2000" spc="-20" dirty="0">
                <a:solidFill>
                  <a:srgbClr val="4D4D4D"/>
                </a:solidFill>
                <a:latin typeface="Rockwell"/>
                <a:cs typeface="Rockwell"/>
              </a:rPr>
              <a:t>g</a:t>
            </a:r>
            <a:r>
              <a:rPr sz="2000" spc="-105" dirty="0">
                <a:solidFill>
                  <a:srgbClr val="4D4D4D"/>
                </a:solidFill>
                <a:latin typeface="Rockwell"/>
                <a:cs typeface="Rockwell"/>
              </a:rPr>
              <a:t>r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ess</a:t>
            </a:r>
            <a:r>
              <a:rPr sz="2000" spc="2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will</a:t>
            </a:r>
            <a:r>
              <a:rPr sz="2000" spc="-1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be </a:t>
            </a:r>
            <a:r>
              <a:rPr sz="2000" spc="-15" dirty="0">
                <a:solidFill>
                  <a:srgbClr val="4D4D4D"/>
                </a:solidFill>
                <a:latin typeface="Rockwell"/>
                <a:cs typeface="Rockwell"/>
              </a:rPr>
              <a:t>m</a:t>
            </a:r>
            <a:r>
              <a:rPr sz="2000" spc="-20" dirty="0">
                <a:solidFill>
                  <a:srgbClr val="4D4D4D"/>
                </a:solidFill>
                <a:latin typeface="Rockwell"/>
                <a:cs typeface="Rockwell"/>
              </a:rPr>
              <a:t>o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nito</a:t>
            </a:r>
            <a:r>
              <a:rPr sz="2000" spc="-105" dirty="0">
                <a:solidFill>
                  <a:srgbClr val="4D4D4D"/>
                </a:solidFill>
                <a:latin typeface="Rockwell"/>
                <a:cs typeface="Rockwell"/>
              </a:rPr>
              <a:t>r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e</a:t>
            </a:r>
            <a:r>
              <a:rPr sz="2000" spc="-20" dirty="0">
                <a:solidFill>
                  <a:srgbClr val="4D4D4D"/>
                </a:solidFill>
                <a:latin typeface="Rockwell"/>
                <a:cs typeface="Rockwell"/>
              </a:rPr>
              <a:t>d</a:t>
            </a:r>
            <a:r>
              <a:rPr sz="2000" spc="-5" dirty="0">
                <a:solidFill>
                  <a:srgbClr val="4D4D4D"/>
                </a:solidFill>
                <a:latin typeface="Rockwell"/>
                <a:cs typeface="Rockwell"/>
              </a:rPr>
              <a:t>,</a:t>
            </a:r>
            <a:r>
              <a:rPr sz="2000" spc="-10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spc="-50" dirty="0">
                <a:solidFill>
                  <a:srgbClr val="4D4D4D"/>
                </a:solidFill>
                <a:latin typeface="Rockwell"/>
                <a:cs typeface="Rockwell"/>
              </a:rPr>
              <a:t>w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ho </a:t>
            </a:r>
            <a:r>
              <a:rPr sz="2000" spc="-20" dirty="0">
                <a:solidFill>
                  <a:srgbClr val="4D4D4D"/>
                </a:solidFill>
                <a:latin typeface="Rockwell"/>
                <a:cs typeface="Rockwell"/>
              </a:rPr>
              <a:t>n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e</a:t>
            </a:r>
            <a:r>
              <a:rPr sz="2000" spc="-20" dirty="0">
                <a:solidFill>
                  <a:srgbClr val="4D4D4D"/>
                </a:solidFill>
                <a:latin typeface="Rockwell"/>
                <a:cs typeface="Rockwell"/>
              </a:rPr>
              <a:t>e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ds</a:t>
            </a:r>
            <a:r>
              <a:rPr sz="2000" spc="1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to</a:t>
            </a:r>
            <a:r>
              <a:rPr sz="2000" spc="-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be</a:t>
            </a:r>
            <a:r>
              <a:rPr sz="2000" spc="-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in</a:t>
            </a:r>
            <a:r>
              <a:rPr sz="2000" spc="25" dirty="0">
                <a:solidFill>
                  <a:srgbClr val="4D4D4D"/>
                </a:solidFill>
                <a:latin typeface="Rockwell"/>
                <a:cs typeface="Rockwell"/>
              </a:rPr>
              <a:t>f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o</a:t>
            </a:r>
            <a:r>
              <a:rPr sz="2000" spc="-25" dirty="0">
                <a:solidFill>
                  <a:srgbClr val="4D4D4D"/>
                </a:solidFill>
                <a:latin typeface="Rockwell"/>
                <a:cs typeface="Rockwell"/>
              </a:rPr>
              <a:t>r</a:t>
            </a:r>
            <a:r>
              <a:rPr sz="2000" spc="-15" dirty="0">
                <a:solidFill>
                  <a:srgbClr val="4D4D4D"/>
                </a:solidFill>
                <a:latin typeface="Rockwell"/>
                <a:cs typeface="Rockwell"/>
              </a:rPr>
              <a:t>m</a:t>
            </a:r>
            <a:r>
              <a:rPr sz="2000" spc="-20" dirty="0">
                <a:solidFill>
                  <a:srgbClr val="4D4D4D"/>
                </a:solidFill>
                <a:latin typeface="Rockwell"/>
                <a:cs typeface="Rockwell"/>
              </a:rPr>
              <a:t>e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d and h</a:t>
            </a:r>
            <a:r>
              <a:rPr sz="2000" spc="-90" dirty="0">
                <a:solidFill>
                  <a:srgbClr val="4D4D4D"/>
                </a:solidFill>
                <a:latin typeface="Rockwell"/>
                <a:cs typeface="Rockwell"/>
              </a:rPr>
              <a:t>o</a:t>
            </a:r>
            <a:r>
              <a:rPr sz="2000" spc="-15" dirty="0">
                <a:solidFill>
                  <a:srgbClr val="4D4D4D"/>
                </a:solidFill>
                <a:latin typeface="Rockwell"/>
                <a:cs typeface="Rockwell"/>
              </a:rPr>
              <a:t>w</a:t>
            </a:r>
            <a:r>
              <a:rPr sz="2000" spc="10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often</a:t>
            </a:r>
            <a:r>
              <a:rPr sz="2000" spc="-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do</a:t>
            </a:r>
            <a:endParaRPr sz="2000" dirty="0">
              <a:latin typeface="Rockwell"/>
              <a:cs typeface="Rockwell"/>
            </a:endParaRPr>
          </a:p>
          <a:p>
            <a:pPr marL="12700" algn="just"/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th</a:t>
            </a:r>
            <a:r>
              <a:rPr sz="2000" spc="-80" dirty="0">
                <a:solidFill>
                  <a:srgbClr val="4D4D4D"/>
                </a:solidFill>
                <a:latin typeface="Rockwell"/>
                <a:cs typeface="Rockwell"/>
              </a:rPr>
              <a:t>e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y</a:t>
            </a:r>
            <a:r>
              <a:rPr sz="2000" spc="-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spc="-15" dirty="0">
                <a:solidFill>
                  <a:srgbClr val="4D4D4D"/>
                </a:solidFill>
                <a:latin typeface="Rockwell"/>
                <a:cs typeface="Rockwell"/>
              </a:rPr>
              <a:t>n</a:t>
            </a:r>
            <a:r>
              <a:rPr sz="2000" spc="-20" dirty="0">
                <a:solidFill>
                  <a:srgbClr val="4D4D4D"/>
                </a:solidFill>
                <a:latin typeface="Rockwell"/>
                <a:cs typeface="Rockwell"/>
              </a:rPr>
              <a:t>e</a:t>
            </a:r>
            <a:r>
              <a:rPr sz="2000" spc="-15" dirty="0">
                <a:solidFill>
                  <a:srgbClr val="4D4D4D"/>
                </a:solidFill>
                <a:latin typeface="Rockwell"/>
                <a:cs typeface="Rockwell"/>
              </a:rPr>
              <a:t>e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d to</a:t>
            </a:r>
            <a:r>
              <a:rPr sz="2000" spc="-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be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in</a:t>
            </a:r>
            <a:r>
              <a:rPr sz="2000" spc="25" dirty="0">
                <a:solidFill>
                  <a:srgbClr val="4D4D4D"/>
                </a:solidFill>
                <a:latin typeface="Rockwell"/>
                <a:cs typeface="Rockwell"/>
              </a:rPr>
              <a:t>f</a:t>
            </a:r>
            <a:r>
              <a:rPr sz="2000" spc="-15" dirty="0">
                <a:solidFill>
                  <a:srgbClr val="4D4D4D"/>
                </a:solidFill>
                <a:latin typeface="Rockwell"/>
                <a:cs typeface="Rockwell"/>
              </a:rPr>
              <a:t>o</a:t>
            </a:r>
            <a:r>
              <a:rPr sz="2000" spc="-20" dirty="0">
                <a:solidFill>
                  <a:srgbClr val="4D4D4D"/>
                </a:solidFill>
                <a:latin typeface="Rockwell"/>
                <a:cs typeface="Rockwell"/>
              </a:rPr>
              <a:t>rmed?</a:t>
            </a:r>
            <a:endParaRPr sz="2000" dirty="0">
              <a:latin typeface="Rockwell"/>
              <a:cs typeface="Rockwell"/>
            </a:endParaRPr>
          </a:p>
          <a:p>
            <a:pPr marL="132715" indent="-120014" algn="just">
              <a:buClr>
                <a:srgbClr val="4D4D4D"/>
              </a:buClr>
              <a:buFont typeface="Rockwell"/>
              <a:buChar char="•"/>
              <a:tabLst>
                <a:tab pos="133350" algn="l"/>
              </a:tabLst>
            </a:pPr>
            <a:r>
              <a:rPr sz="2000" spc="-15" dirty="0">
                <a:solidFill>
                  <a:srgbClr val="4D4D4D"/>
                </a:solidFill>
                <a:latin typeface="Rockwell"/>
                <a:cs typeface="Rockwell"/>
              </a:rPr>
              <a:t>And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last</a:t>
            </a:r>
            <a:r>
              <a:rPr sz="2000" spc="-45" dirty="0">
                <a:solidFill>
                  <a:srgbClr val="4D4D4D"/>
                </a:solidFill>
                <a:latin typeface="Rockwell"/>
                <a:cs typeface="Rockwell"/>
              </a:rPr>
              <a:t>l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y</a:t>
            </a:r>
            <a:r>
              <a:rPr sz="2000" spc="-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h</a:t>
            </a:r>
            <a:r>
              <a:rPr sz="2000" spc="-90" dirty="0">
                <a:solidFill>
                  <a:srgbClr val="4D4D4D"/>
                </a:solidFill>
                <a:latin typeface="Rockwell"/>
                <a:cs typeface="Rockwell"/>
              </a:rPr>
              <a:t>o</a:t>
            </a:r>
            <a:r>
              <a:rPr sz="2000" spc="-15" dirty="0">
                <a:solidFill>
                  <a:srgbClr val="4D4D4D"/>
                </a:solidFill>
                <a:latin typeface="Rockwell"/>
                <a:cs typeface="Rockwell"/>
              </a:rPr>
              <a:t>w</a:t>
            </a:r>
            <a:r>
              <a:rPr sz="2000" spc="10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P</a:t>
            </a:r>
            <a:r>
              <a:rPr sz="2000" spc="-20" dirty="0">
                <a:solidFill>
                  <a:srgbClr val="4D4D4D"/>
                </a:solidFill>
                <a:latin typeface="Rockwell"/>
                <a:cs typeface="Rockwell"/>
              </a:rPr>
              <a:t>R</a:t>
            </a:r>
            <a:r>
              <a:rPr sz="2000" spc="-5" dirty="0">
                <a:solidFill>
                  <a:srgbClr val="4D4D4D"/>
                </a:solidFill>
                <a:latin typeface="Rockwell"/>
                <a:cs typeface="Rockwell"/>
              </a:rPr>
              <a:t>I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N</a:t>
            </a:r>
            <a:r>
              <a:rPr sz="2000" spc="-15" dirty="0">
                <a:solidFill>
                  <a:srgbClr val="4D4D4D"/>
                </a:solidFill>
                <a:latin typeface="Rockwell"/>
                <a:cs typeface="Rockwell"/>
              </a:rPr>
              <a:t>CE2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 will</a:t>
            </a:r>
            <a:r>
              <a:rPr sz="2000" spc="-1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be</a:t>
            </a:r>
            <a:r>
              <a:rPr sz="2000" spc="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tailo</a:t>
            </a:r>
            <a:r>
              <a:rPr sz="2000" spc="-105" dirty="0">
                <a:solidFill>
                  <a:srgbClr val="4D4D4D"/>
                </a:solidFill>
                <a:latin typeface="Rockwell"/>
                <a:cs typeface="Rockwell"/>
              </a:rPr>
              <a:t>r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ed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to</a:t>
            </a:r>
            <a:r>
              <a:rPr sz="2000" spc="-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suit</a:t>
            </a:r>
            <a:r>
              <a:rPr sz="2000" spc="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the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p</a:t>
            </a:r>
            <a:r>
              <a:rPr sz="2000" spc="-80" dirty="0">
                <a:solidFill>
                  <a:srgbClr val="4D4D4D"/>
                </a:solidFill>
                <a:latin typeface="Rockwell"/>
                <a:cs typeface="Rockwell"/>
              </a:rPr>
              <a:t>r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oje</a:t>
            </a:r>
            <a:r>
              <a:rPr sz="2000" spc="-20" dirty="0">
                <a:solidFill>
                  <a:srgbClr val="4D4D4D"/>
                </a:solidFill>
                <a:latin typeface="Rockwell"/>
                <a:cs typeface="Rockwell"/>
              </a:rPr>
              <a:t>c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t?</a:t>
            </a:r>
            <a:endParaRPr sz="2000" dirty="0">
              <a:latin typeface="Rockwell"/>
              <a:cs typeface="Rockwel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763259" y="29832"/>
            <a:ext cx="1397000" cy="1846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200" dirty="0">
                <a:latin typeface="Courier New"/>
                <a:cs typeface="Courier New"/>
              </a:rPr>
              <a:t>- Pankaj </a:t>
            </a:r>
            <a:r>
              <a:rPr lang="es-ES" sz="1200" dirty="0">
                <a:latin typeface="Courier New"/>
                <a:cs typeface="Courier New"/>
              </a:rPr>
              <a:t> </a:t>
            </a:r>
            <a:endParaRPr sz="1200" dirty="0">
              <a:latin typeface="Courier New"/>
              <a:cs typeface="Courier New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0" y="16148"/>
            <a:ext cx="12192000" cy="548956"/>
          </a:xfrm>
          <a:prstGeom prst="rect">
            <a:avLst/>
          </a:prstGeom>
          <a:solidFill>
            <a:srgbClr val="00008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dirty="0" smtClean="0">
                <a:latin typeface="Rockwell" charset="0"/>
                <a:ea typeface="Rockwell" charset="0"/>
                <a:cs typeface="Rockwell" charset="0"/>
              </a:rPr>
              <a:t>Initiating a Project</a:t>
            </a:r>
            <a:endParaRPr lang="en-US" sz="2800" dirty="0">
              <a:latin typeface="Rockwell" charset="0"/>
              <a:ea typeface="Rockwell" charset="0"/>
              <a:cs typeface="Rockwell" charset="0"/>
            </a:endParaRPr>
          </a:p>
        </p:txBody>
      </p:sp>
      <p:sp>
        <p:nvSpPr>
          <p:cNvPr id="8" name="object 3"/>
          <p:cNvSpPr/>
          <p:nvPr/>
        </p:nvSpPr>
        <p:spPr>
          <a:xfrm>
            <a:off x="0" y="6452870"/>
            <a:ext cx="12192000" cy="405130"/>
          </a:xfrm>
          <a:custGeom>
            <a:avLst/>
            <a:gdLst/>
            <a:ahLst/>
            <a:cxnLst/>
            <a:rect l="l" t="t" r="r" b="b"/>
            <a:pathLst>
              <a:path w="9144000" h="405129">
                <a:moveTo>
                  <a:pt x="9144000" y="404811"/>
                </a:moveTo>
                <a:lnTo>
                  <a:pt x="9144000" y="0"/>
                </a:lnTo>
                <a:lnTo>
                  <a:pt x="0" y="0"/>
                </a:lnTo>
                <a:lnTo>
                  <a:pt x="0" y="404811"/>
                </a:lnTo>
                <a:lnTo>
                  <a:pt x="9144000" y="404811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904810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565104"/>
            <a:ext cx="354330" cy="5904230"/>
          </a:xfrm>
          <a:custGeom>
            <a:avLst/>
            <a:gdLst/>
            <a:ahLst/>
            <a:cxnLst/>
            <a:rect l="l" t="t" r="r" b="b"/>
            <a:pathLst>
              <a:path w="354330" h="5904230">
                <a:moveTo>
                  <a:pt x="0" y="5903975"/>
                </a:moveTo>
                <a:lnTo>
                  <a:pt x="354011" y="5903975"/>
                </a:lnTo>
                <a:lnTo>
                  <a:pt x="354011" y="0"/>
                </a:lnTo>
                <a:lnTo>
                  <a:pt x="0" y="0"/>
                </a:lnTo>
                <a:lnTo>
                  <a:pt x="0" y="5903975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6469334"/>
            <a:ext cx="12192000" cy="405130"/>
          </a:xfrm>
          <a:custGeom>
            <a:avLst/>
            <a:gdLst/>
            <a:ahLst/>
            <a:cxnLst/>
            <a:rect l="l" t="t" r="r" b="b"/>
            <a:pathLst>
              <a:path w="9144000" h="405129">
                <a:moveTo>
                  <a:pt x="9144000" y="404811"/>
                </a:moveTo>
                <a:lnTo>
                  <a:pt x="9144000" y="0"/>
                </a:lnTo>
                <a:lnTo>
                  <a:pt x="0" y="0"/>
                </a:lnTo>
                <a:lnTo>
                  <a:pt x="0" y="404811"/>
                </a:lnTo>
                <a:lnTo>
                  <a:pt x="9144000" y="404811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926743" y="28078"/>
            <a:ext cx="3770629" cy="4308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800" b="1" spc="-15" dirty="0">
                <a:solidFill>
                  <a:srgbClr val="FFFFFF"/>
                </a:solidFill>
                <a:latin typeface="Rockwell"/>
                <a:cs typeface="Rockwell"/>
              </a:rPr>
              <a:t>Ini</a:t>
            </a:r>
            <a:r>
              <a:rPr sz="2800" b="1" spc="-25" dirty="0">
                <a:solidFill>
                  <a:srgbClr val="FFFFFF"/>
                </a:solidFill>
                <a:latin typeface="Rockwell"/>
                <a:cs typeface="Rockwell"/>
              </a:rPr>
              <a:t>t</a:t>
            </a:r>
            <a:r>
              <a:rPr sz="2800" b="1" spc="-15" dirty="0">
                <a:solidFill>
                  <a:srgbClr val="FFFFFF"/>
                </a:solidFill>
                <a:latin typeface="Rockwell"/>
                <a:cs typeface="Rockwell"/>
              </a:rPr>
              <a:t>iat</a:t>
            </a:r>
            <a:r>
              <a:rPr sz="2800" b="1" spc="-25" dirty="0">
                <a:solidFill>
                  <a:srgbClr val="FFFFFF"/>
                </a:solidFill>
                <a:latin typeface="Rockwell"/>
                <a:cs typeface="Rockwell"/>
              </a:rPr>
              <a:t>i</a:t>
            </a:r>
            <a:r>
              <a:rPr sz="2800" b="1" spc="-20" dirty="0">
                <a:solidFill>
                  <a:srgbClr val="FFFFFF"/>
                </a:solidFill>
                <a:latin typeface="Rockwell"/>
                <a:cs typeface="Rockwell"/>
              </a:rPr>
              <a:t>ng</a:t>
            </a:r>
            <a:r>
              <a:rPr sz="2800" b="1" spc="20" dirty="0">
                <a:solidFill>
                  <a:srgbClr val="FFFFFF"/>
                </a:solidFill>
                <a:latin typeface="Rockwell"/>
                <a:cs typeface="Rockwell"/>
              </a:rPr>
              <a:t> </a:t>
            </a:r>
            <a:r>
              <a:rPr sz="2800" b="1" spc="-20" dirty="0">
                <a:solidFill>
                  <a:srgbClr val="FFFFFF"/>
                </a:solidFill>
                <a:latin typeface="Rockwell"/>
                <a:cs typeface="Rockwell"/>
              </a:rPr>
              <a:t>a</a:t>
            </a:r>
            <a:r>
              <a:rPr sz="2800" b="1" spc="-5" dirty="0">
                <a:solidFill>
                  <a:srgbClr val="FFFFFF"/>
                </a:solidFill>
                <a:latin typeface="Rockwell"/>
                <a:cs typeface="Rockwell"/>
              </a:rPr>
              <a:t> </a:t>
            </a:r>
            <a:r>
              <a:rPr sz="2800" b="1" spc="-20" dirty="0">
                <a:solidFill>
                  <a:srgbClr val="FFFFFF"/>
                </a:solidFill>
                <a:latin typeface="Rockwell"/>
                <a:cs typeface="Rockwell"/>
              </a:rPr>
              <a:t>P</a:t>
            </a:r>
            <a:r>
              <a:rPr sz="2800" b="1" spc="-30" dirty="0">
                <a:solidFill>
                  <a:srgbClr val="FFFFFF"/>
                </a:solidFill>
                <a:latin typeface="Rockwell"/>
                <a:cs typeface="Rockwell"/>
              </a:rPr>
              <a:t>r</a:t>
            </a:r>
            <a:r>
              <a:rPr sz="2800" b="1" spc="-20" dirty="0">
                <a:solidFill>
                  <a:srgbClr val="FFFFFF"/>
                </a:solidFill>
                <a:latin typeface="Rockwell"/>
                <a:cs typeface="Rockwell"/>
              </a:rPr>
              <a:t>ojec</a:t>
            </a:r>
            <a:r>
              <a:rPr sz="2800" b="1" spc="-670" dirty="0">
                <a:solidFill>
                  <a:srgbClr val="FFFFFF"/>
                </a:solidFill>
                <a:latin typeface="Rockwell"/>
                <a:cs typeface="Rockwell"/>
              </a:rPr>
              <a:t>t</a:t>
            </a:r>
            <a:r>
              <a:rPr baseline="62500" dirty="0">
                <a:latin typeface="Courier New"/>
                <a:cs typeface="Courier New"/>
              </a:rPr>
              <a:t>Author</a:t>
            </a:r>
            <a:endParaRPr baseline="625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52362" y="864304"/>
            <a:ext cx="10843290" cy="526297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pc="20" dirty="0">
                <a:solidFill>
                  <a:srgbClr val="4D4D4D"/>
                </a:solidFill>
                <a:latin typeface="Rockwell"/>
                <a:cs typeface="Rockwell"/>
              </a:rPr>
              <a:t>T</a:t>
            </a:r>
            <a:r>
              <a:rPr spc="-5" dirty="0">
                <a:solidFill>
                  <a:srgbClr val="4D4D4D"/>
                </a:solidFill>
                <a:latin typeface="Rockwell"/>
                <a:cs typeface="Rockwell"/>
              </a:rPr>
              <a:t>h</a:t>
            </a:r>
            <a:r>
              <a:rPr dirty="0">
                <a:solidFill>
                  <a:srgbClr val="4D4D4D"/>
                </a:solidFill>
                <a:latin typeface="Rockwell"/>
                <a:cs typeface="Rockwell"/>
              </a:rPr>
              <a:t>e</a:t>
            </a:r>
            <a:r>
              <a:rPr spc="-30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pc="-40" dirty="0">
                <a:solidFill>
                  <a:srgbClr val="4D4D4D"/>
                </a:solidFill>
                <a:latin typeface="Rockwell"/>
                <a:cs typeface="Rockwell"/>
              </a:rPr>
              <a:t>k</a:t>
            </a:r>
            <a:r>
              <a:rPr spc="-65" dirty="0">
                <a:solidFill>
                  <a:srgbClr val="4D4D4D"/>
                </a:solidFill>
                <a:latin typeface="Rockwell"/>
                <a:cs typeface="Rockwell"/>
              </a:rPr>
              <a:t>e</a:t>
            </a:r>
            <a:r>
              <a:rPr dirty="0">
                <a:solidFill>
                  <a:srgbClr val="4D4D4D"/>
                </a:solidFill>
                <a:latin typeface="Rockwell"/>
                <a:cs typeface="Rockwell"/>
              </a:rPr>
              <a:t>y</a:t>
            </a:r>
            <a:r>
              <a:rPr spc="-1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pc="-5" dirty="0">
                <a:solidFill>
                  <a:srgbClr val="4D4D4D"/>
                </a:solidFill>
                <a:latin typeface="Rockwell"/>
                <a:cs typeface="Rockwell"/>
              </a:rPr>
              <a:t>o</a:t>
            </a:r>
            <a:r>
              <a:rPr dirty="0">
                <a:solidFill>
                  <a:srgbClr val="4D4D4D"/>
                </a:solidFill>
                <a:latin typeface="Rockwell"/>
                <a:cs typeface="Rockwell"/>
              </a:rPr>
              <a:t>bjec</a:t>
            </a:r>
            <a:r>
              <a:rPr spc="-10" dirty="0">
                <a:solidFill>
                  <a:srgbClr val="4D4D4D"/>
                </a:solidFill>
                <a:latin typeface="Rockwell"/>
                <a:cs typeface="Rockwell"/>
              </a:rPr>
              <a:t>t</a:t>
            </a:r>
            <a:r>
              <a:rPr spc="-30" dirty="0">
                <a:solidFill>
                  <a:srgbClr val="4D4D4D"/>
                </a:solidFill>
                <a:latin typeface="Rockwell"/>
                <a:cs typeface="Rockwell"/>
              </a:rPr>
              <a:t>i</a:t>
            </a:r>
            <a:r>
              <a:rPr spc="-45" dirty="0">
                <a:solidFill>
                  <a:srgbClr val="4D4D4D"/>
                </a:solidFill>
                <a:latin typeface="Rockwell"/>
                <a:cs typeface="Rockwell"/>
              </a:rPr>
              <a:t>v</a:t>
            </a:r>
            <a:r>
              <a:rPr dirty="0">
                <a:solidFill>
                  <a:srgbClr val="4D4D4D"/>
                </a:solidFill>
                <a:latin typeface="Rockwell"/>
                <a:cs typeface="Rockwell"/>
              </a:rPr>
              <a:t>e</a:t>
            </a:r>
            <a:r>
              <a:rPr spc="-1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pc="-5" dirty="0">
                <a:solidFill>
                  <a:srgbClr val="4D4D4D"/>
                </a:solidFill>
                <a:latin typeface="Rockwell"/>
                <a:cs typeface="Rockwell"/>
              </a:rPr>
              <a:t>o</a:t>
            </a:r>
            <a:r>
              <a:rPr dirty="0">
                <a:solidFill>
                  <a:srgbClr val="4D4D4D"/>
                </a:solidFill>
                <a:latin typeface="Rockwell"/>
                <a:cs typeface="Rockwell"/>
              </a:rPr>
              <a:t>f</a:t>
            </a:r>
            <a:r>
              <a:rPr spc="-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dirty="0">
                <a:solidFill>
                  <a:srgbClr val="4D4D4D"/>
                </a:solidFill>
                <a:latin typeface="Rockwell"/>
                <a:cs typeface="Rockwell"/>
              </a:rPr>
              <a:t>t</a:t>
            </a:r>
            <a:r>
              <a:rPr spc="-5" dirty="0">
                <a:solidFill>
                  <a:srgbClr val="4D4D4D"/>
                </a:solidFill>
                <a:latin typeface="Rockwell"/>
                <a:cs typeface="Rockwell"/>
              </a:rPr>
              <a:t>h</a:t>
            </a:r>
            <a:r>
              <a:rPr dirty="0">
                <a:solidFill>
                  <a:srgbClr val="4D4D4D"/>
                </a:solidFill>
                <a:latin typeface="Rockwell"/>
                <a:cs typeface="Rockwell"/>
              </a:rPr>
              <a:t>is p</a:t>
            </a:r>
            <a:r>
              <a:rPr spc="-60" dirty="0">
                <a:solidFill>
                  <a:srgbClr val="4D4D4D"/>
                </a:solidFill>
                <a:latin typeface="Rockwell"/>
                <a:cs typeface="Rockwell"/>
              </a:rPr>
              <a:t>r</a:t>
            </a:r>
            <a:r>
              <a:rPr spc="-5" dirty="0">
                <a:solidFill>
                  <a:srgbClr val="4D4D4D"/>
                </a:solidFill>
                <a:latin typeface="Rockwell"/>
                <a:cs typeface="Rockwell"/>
              </a:rPr>
              <a:t>oce</a:t>
            </a:r>
            <a:r>
              <a:rPr dirty="0">
                <a:solidFill>
                  <a:srgbClr val="4D4D4D"/>
                </a:solidFill>
                <a:latin typeface="Rockwell"/>
                <a:cs typeface="Rockwell"/>
              </a:rPr>
              <a:t>ss</a:t>
            </a:r>
            <a:r>
              <a:rPr spc="-3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dirty="0">
                <a:solidFill>
                  <a:srgbClr val="4D4D4D"/>
                </a:solidFill>
                <a:latin typeface="Rockwell"/>
                <a:cs typeface="Rockwell"/>
              </a:rPr>
              <a:t>is to</a:t>
            </a:r>
            <a:r>
              <a:rPr spc="-5" dirty="0">
                <a:solidFill>
                  <a:srgbClr val="4D4D4D"/>
                </a:solidFill>
                <a:latin typeface="Rockwell"/>
                <a:cs typeface="Rockwell"/>
              </a:rPr>
              <a:t> ensu</a:t>
            </a:r>
            <a:r>
              <a:rPr spc="-70" dirty="0">
                <a:solidFill>
                  <a:srgbClr val="4D4D4D"/>
                </a:solidFill>
                <a:latin typeface="Rockwell"/>
                <a:cs typeface="Rockwell"/>
              </a:rPr>
              <a:t>r</a:t>
            </a:r>
            <a:r>
              <a:rPr dirty="0">
                <a:solidFill>
                  <a:srgbClr val="4D4D4D"/>
                </a:solidFill>
                <a:latin typeface="Rockwell"/>
                <a:cs typeface="Rockwell"/>
              </a:rPr>
              <a:t>e</a:t>
            </a:r>
            <a:r>
              <a:rPr spc="-30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dirty="0">
                <a:solidFill>
                  <a:srgbClr val="4D4D4D"/>
                </a:solidFill>
                <a:latin typeface="Rockwell"/>
                <a:cs typeface="Rockwell"/>
              </a:rPr>
              <a:t>t</a:t>
            </a:r>
            <a:r>
              <a:rPr spc="-5" dirty="0">
                <a:solidFill>
                  <a:srgbClr val="4D4D4D"/>
                </a:solidFill>
                <a:latin typeface="Rockwell"/>
                <a:cs typeface="Rockwell"/>
              </a:rPr>
              <a:t>h</a:t>
            </a:r>
            <a:r>
              <a:rPr dirty="0">
                <a:solidFill>
                  <a:srgbClr val="4D4D4D"/>
                </a:solidFill>
                <a:latin typeface="Rockwell"/>
                <a:cs typeface="Rockwell"/>
              </a:rPr>
              <a:t>at</a:t>
            </a:r>
            <a:r>
              <a:rPr spc="-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pc="-10" dirty="0">
                <a:solidFill>
                  <a:srgbClr val="4D4D4D"/>
                </a:solidFill>
                <a:latin typeface="Rockwell"/>
                <a:cs typeface="Rockwell"/>
              </a:rPr>
              <a:t>t</a:t>
            </a:r>
            <a:r>
              <a:rPr spc="-5" dirty="0">
                <a:solidFill>
                  <a:srgbClr val="4D4D4D"/>
                </a:solidFill>
                <a:latin typeface="Rockwell"/>
                <a:cs typeface="Rockwell"/>
              </a:rPr>
              <a:t>he</a:t>
            </a:r>
            <a:r>
              <a:rPr spc="-75" dirty="0">
                <a:solidFill>
                  <a:srgbClr val="4D4D4D"/>
                </a:solidFill>
                <a:latin typeface="Rockwell"/>
                <a:cs typeface="Rockwell"/>
              </a:rPr>
              <a:t>r</a:t>
            </a:r>
            <a:r>
              <a:rPr dirty="0">
                <a:solidFill>
                  <a:srgbClr val="4D4D4D"/>
                </a:solidFill>
                <a:latin typeface="Rockwell"/>
                <a:cs typeface="Rockwell"/>
              </a:rPr>
              <a:t>e </a:t>
            </a:r>
            <a:r>
              <a:rPr spc="-10" dirty="0">
                <a:solidFill>
                  <a:srgbClr val="4D4D4D"/>
                </a:solidFill>
                <a:latin typeface="Rockwell"/>
                <a:cs typeface="Rockwell"/>
              </a:rPr>
              <a:t>i</a:t>
            </a:r>
            <a:r>
              <a:rPr dirty="0">
                <a:solidFill>
                  <a:srgbClr val="4D4D4D"/>
                </a:solidFill>
                <a:latin typeface="Rockwell"/>
                <a:cs typeface="Rockwell"/>
              </a:rPr>
              <a:t>s</a:t>
            </a:r>
            <a:r>
              <a:rPr spc="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dirty="0">
                <a:solidFill>
                  <a:srgbClr val="4D4D4D"/>
                </a:solidFill>
                <a:latin typeface="Rockwell"/>
                <a:cs typeface="Rockwell"/>
              </a:rPr>
              <a:t>a</a:t>
            </a:r>
            <a:r>
              <a:rPr spc="-20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dirty="0">
                <a:solidFill>
                  <a:srgbClr val="4D4D4D"/>
                </a:solidFill>
                <a:latin typeface="Rockwell"/>
                <a:cs typeface="Rockwell"/>
              </a:rPr>
              <a:t>com</a:t>
            </a:r>
            <a:r>
              <a:rPr spc="-10" dirty="0">
                <a:solidFill>
                  <a:srgbClr val="4D4D4D"/>
                </a:solidFill>
                <a:latin typeface="Rockwell"/>
                <a:cs typeface="Rockwell"/>
              </a:rPr>
              <a:t>m</a:t>
            </a:r>
            <a:r>
              <a:rPr spc="-5" dirty="0">
                <a:solidFill>
                  <a:srgbClr val="4D4D4D"/>
                </a:solidFill>
                <a:latin typeface="Rockwell"/>
                <a:cs typeface="Rockwell"/>
              </a:rPr>
              <a:t>o</a:t>
            </a:r>
            <a:r>
              <a:rPr dirty="0">
                <a:solidFill>
                  <a:srgbClr val="4D4D4D"/>
                </a:solidFill>
                <a:latin typeface="Rockwell"/>
                <a:cs typeface="Rockwell"/>
              </a:rPr>
              <a:t>n </a:t>
            </a:r>
            <a:r>
              <a:rPr spc="-1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dirty="0">
                <a:solidFill>
                  <a:srgbClr val="4D4D4D"/>
                </a:solidFill>
                <a:latin typeface="Rockwell"/>
                <a:cs typeface="Rockwell"/>
              </a:rPr>
              <a:t>understand</a:t>
            </a:r>
            <a:r>
              <a:rPr spc="-10" dirty="0">
                <a:solidFill>
                  <a:srgbClr val="4D4D4D"/>
                </a:solidFill>
                <a:latin typeface="Rockwell"/>
                <a:cs typeface="Rockwell"/>
              </a:rPr>
              <a:t>i</a:t>
            </a:r>
            <a:r>
              <a:rPr spc="-5" dirty="0">
                <a:solidFill>
                  <a:srgbClr val="4D4D4D"/>
                </a:solidFill>
                <a:latin typeface="Rockwell"/>
                <a:cs typeface="Rockwell"/>
              </a:rPr>
              <a:t>n</a:t>
            </a:r>
            <a:r>
              <a:rPr dirty="0">
                <a:solidFill>
                  <a:srgbClr val="4D4D4D"/>
                </a:solidFill>
                <a:latin typeface="Rockwell"/>
                <a:cs typeface="Rockwell"/>
              </a:rPr>
              <a:t>g</a:t>
            </a:r>
            <a:r>
              <a:rPr spc="-30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pc="-5" dirty="0" smtClean="0">
                <a:solidFill>
                  <a:srgbClr val="4D4D4D"/>
                </a:solidFill>
                <a:latin typeface="Rockwell"/>
                <a:cs typeface="Rockwell"/>
              </a:rPr>
              <a:t>o</a:t>
            </a:r>
            <a:r>
              <a:rPr dirty="0" smtClean="0">
                <a:solidFill>
                  <a:srgbClr val="4D4D4D"/>
                </a:solidFill>
                <a:latin typeface="Rockwell"/>
                <a:cs typeface="Rockwell"/>
              </a:rPr>
              <a:t>f</a:t>
            </a:r>
            <a:r>
              <a:rPr lang="fr-CH" spc="-5" dirty="0" smtClean="0">
                <a:solidFill>
                  <a:srgbClr val="4D4D4D"/>
                </a:solidFill>
                <a:latin typeface="Rockwell"/>
                <a:cs typeface="Rockwell"/>
              </a:rPr>
              <a:t>:</a:t>
            </a:r>
          </a:p>
          <a:p>
            <a:pPr marL="12700"/>
            <a:endParaRPr dirty="0">
              <a:latin typeface="Rockwell"/>
              <a:cs typeface="Rockwell"/>
            </a:endParaRPr>
          </a:p>
          <a:p>
            <a:pPr marL="155575" indent="-142875">
              <a:buClr>
                <a:srgbClr val="4D4D4D"/>
              </a:buClr>
              <a:buFont typeface="Arial"/>
              <a:buChar char="•"/>
              <a:tabLst>
                <a:tab pos="156210" algn="l"/>
              </a:tabLst>
            </a:pPr>
            <a:r>
              <a:rPr spc="20" dirty="0">
                <a:solidFill>
                  <a:srgbClr val="4D4D4D"/>
                </a:solidFill>
                <a:latin typeface="Rockwell"/>
                <a:cs typeface="Rockwell"/>
              </a:rPr>
              <a:t>T</a:t>
            </a:r>
            <a:r>
              <a:rPr spc="-5" dirty="0">
                <a:solidFill>
                  <a:srgbClr val="4D4D4D"/>
                </a:solidFill>
                <a:latin typeface="Rockwell"/>
                <a:cs typeface="Rockwell"/>
              </a:rPr>
              <a:t>h</a:t>
            </a:r>
            <a:r>
              <a:rPr dirty="0">
                <a:solidFill>
                  <a:srgbClr val="4D4D4D"/>
                </a:solidFill>
                <a:latin typeface="Rockwell"/>
                <a:cs typeface="Rockwell"/>
              </a:rPr>
              <a:t>e</a:t>
            </a:r>
            <a:r>
              <a:rPr spc="-1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pc="-70" dirty="0">
                <a:solidFill>
                  <a:srgbClr val="4D4D4D"/>
                </a:solidFill>
                <a:latin typeface="Rockwell"/>
                <a:cs typeface="Rockwell"/>
              </a:rPr>
              <a:t>r</a:t>
            </a:r>
            <a:r>
              <a:rPr spc="-5" dirty="0">
                <a:solidFill>
                  <a:srgbClr val="4D4D4D"/>
                </a:solidFill>
                <a:latin typeface="Rockwell"/>
                <a:cs typeface="Rockwell"/>
              </a:rPr>
              <a:t>easo</a:t>
            </a:r>
            <a:r>
              <a:rPr dirty="0">
                <a:solidFill>
                  <a:srgbClr val="4D4D4D"/>
                </a:solidFill>
                <a:latin typeface="Rockwell"/>
                <a:cs typeface="Rockwell"/>
              </a:rPr>
              <a:t>n</a:t>
            </a:r>
            <a:r>
              <a:rPr spc="-3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pc="20" dirty="0">
                <a:solidFill>
                  <a:srgbClr val="4D4D4D"/>
                </a:solidFill>
                <a:latin typeface="Rockwell"/>
                <a:cs typeface="Rockwell"/>
              </a:rPr>
              <a:t>f</a:t>
            </a:r>
            <a:r>
              <a:rPr spc="-5" dirty="0">
                <a:solidFill>
                  <a:srgbClr val="4D4D4D"/>
                </a:solidFill>
                <a:latin typeface="Rockwell"/>
                <a:cs typeface="Rockwell"/>
              </a:rPr>
              <a:t>o</a:t>
            </a:r>
            <a:r>
              <a:rPr dirty="0">
                <a:solidFill>
                  <a:srgbClr val="4D4D4D"/>
                </a:solidFill>
                <a:latin typeface="Rockwell"/>
                <a:cs typeface="Rockwell"/>
              </a:rPr>
              <a:t>r</a:t>
            </a:r>
            <a:r>
              <a:rPr spc="10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dirty="0">
                <a:solidFill>
                  <a:srgbClr val="4D4D4D"/>
                </a:solidFill>
                <a:latin typeface="Rockwell"/>
                <a:cs typeface="Rockwell"/>
              </a:rPr>
              <a:t>doi</a:t>
            </a:r>
            <a:r>
              <a:rPr spc="-5" dirty="0">
                <a:solidFill>
                  <a:srgbClr val="4D4D4D"/>
                </a:solidFill>
                <a:latin typeface="Rockwell"/>
                <a:cs typeface="Rockwell"/>
              </a:rPr>
              <a:t>n</a:t>
            </a:r>
            <a:r>
              <a:rPr dirty="0">
                <a:solidFill>
                  <a:srgbClr val="4D4D4D"/>
                </a:solidFill>
                <a:latin typeface="Rockwell"/>
                <a:cs typeface="Rockwell"/>
              </a:rPr>
              <a:t>g</a:t>
            </a:r>
            <a:r>
              <a:rPr spc="-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dirty="0">
                <a:solidFill>
                  <a:srgbClr val="4D4D4D"/>
                </a:solidFill>
                <a:latin typeface="Rockwell"/>
                <a:cs typeface="Rockwell"/>
              </a:rPr>
              <a:t>t</a:t>
            </a:r>
            <a:r>
              <a:rPr spc="-5" dirty="0">
                <a:solidFill>
                  <a:srgbClr val="4D4D4D"/>
                </a:solidFill>
                <a:latin typeface="Rockwell"/>
                <a:cs typeface="Rockwell"/>
              </a:rPr>
              <a:t>h</a:t>
            </a:r>
            <a:r>
              <a:rPr dirty="0">
                <a:solidFill>
                  <a:srgbClr val="4D4D4D"/>
                </a:solidFill>
                <a:latin typeface="Rockwell"/>
                <a:cs typeface="Rockwell"/>
              </a:rPr>
              <a:t>e </a:t>
            </a:r>
            <a:r>
              <a:rPr spc="-10" dirty="0">
                <a:solidFill>
                  <a:srgbClr val="4D4D4D"/>
                </a:solidFill>
                <a:latin typeface="Rockwell"/>
                <a:cs typeface="Rockwell"/>
              </a:rPr>
              <a:t>p</a:t>
            </a:r>
            <a:r>
              <a:rPr spc="-60" dirty="0">
                <a:solidFill>
                  <a:srgbClr val="4D4D4D"/>
                </a:solidFill>
                <a:latin typeface="Rockwell"/>
                <a:cs typeface="Rockwell"/>
              </a:rPr>
              <a:t>r</a:t>
            </a:r>
            <a:r>
              <a:rPr spc="-5" dirty="0">
                <a:solidFill>
                  <a:srgbClr val="4D4D4D"/>
                </a:solidFill>
                <a:latin typeface="Rockwell"/>
                <a:cs typeface="Rockwell"/>
              </a:rPr>
              <a:t>ojec</a:t>
            </a:r>
            <a:r>
              <a:rPr spc="-10" dirty="0">
                <a:solidFill>
                  <a:srgbClr val="4D4D4D"/>
                </a:solidFill>
                <a:latin typeface="Rockwell"/>
                <a:cs typeface="Rockwell"/>
              </a:rPr>
              <a:t>t</a:t>
            </a:r>
            <a:r>
              <a:rPr dirty="0">
                <a:solidFill>
                  <a:srgbClr val="4D4D4D"/>
                </a:solidFill>
                <a:latin typeface="Rockwell"/>
                <a:cs typeface="Rockwell"/>
              </a:rPr>
              <a:t>,</a:t>
            </a:r>
            <a:r>
              <a:rPr spc="-110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pc="-10" dirty="0">
                <a:solidFill>
                  <a:srgbClr val="4D4D4D"/>
                </a:solidFill>
                <a:latin typeface="Rockwell"/>
                <a:cs typeface="Rockwell"/>
              </a:rPr>
              <a:t>t</a:t>
            </a:r>
            <a:r>
              <a:rPr spc="-5" dirty="0">
                <a:solidFill>
                  <a:srgbClr val="4D4D4D"/>
                </a:solidFill>
                <a:latin typeface="Rockwell"/>
                <a:cs typeface="Rockwell"/>
              </a:rPr>
              <a:t>h</a:t>
            </a:r>
            <a:r>
              <a:rPr dirty="0">
                <a:solidFill>
                  <a:srgbClr val="4D4D4D"/>
                </a:solidFill>
                <a:latin typeface="Rockwell"/>
                <a:cs typeface="Rockwell"/>
              </a:rPr>
              <a:t>e bene</a:t>
            </a:r>
            <a:r>
              <a:rPr spc="5" dirty="0">
                <a:solidFill>
                  <a:srgbClr val="4D4D4D"/>
                </a:solidFill>
                <a:latin typeface="Rockwell"/>
                <a:cs typeface="Rockwell"/>
              </a:rPr>
              <a:t>f</a:t>
            </a:r>
            <a:r>
              <a:rPr dirty="0">
                <a:solidFill>
                  <a:srgbClr val="4D4D4D"/>
                </a:solidFill>
                <a:latin typeface="Rockwell"/>
                <a:cs typeface="Rockwell"/>
              </a:rPr>
              <a:t>i</a:t>
            </a:r>
            <a:r>
              <a:rPr spc="-10" dirty="0">
                <a:solidFill>
                  <a:srgbClr val="4D4D4D"/>
                </a:solidFill>
                <a:latin typeface="Rockwell"/>
                <a:cs typeface="Rockwell"/>
              </a:rPr>
              <a:t>t</a:t>
            </a:r>
            <a:r>
              <a:rPr dirty="0">
                <a:solidFill>
                  <a:srgbClr val="4D4D4D"/>
                </a:solidFill>
                <a:latin typeface="Rockwell"/>
                <a:cs typeface="Rockwell"/>
              </a:rPr>
              <a:t>s</a:t>
            </a:r>
            <a:r>
              <a:rPr spc="-2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pc="-15" dirty="0">
                <a:solidFill>
                  <a:srgbClr val="4D4D4D"/>
                </a:solidFill>
                <a:latin typeface="Rockwell"/>
                <a:cs typeface="Rockwell"/>
              </a:rPr>
              <a:t>e</a:t>
            </a:r>
            <a:r>
              <a:rPr dirty="0">
                <a:solidFill>
                  <a:srgbClr val="4D4D4D"/>
                </a:solidFill>
                <a:latin typeface="Rockwell"/>
                <a:cs typeface="Rockwell"/>
              </a:rPr>
              <a:t>xpec</a:t>
            </a:r>
            <a:r>
              <a:rPr spc="-10" dirty="0">
                <a:solidFill>
                  <a:srgbClr val="4D4D4D"/>
                </a:solidFill>
                <a:latin typeface="Rockwell"/>
                <a:cs typeface="Rockwell"/>
              </a:rPr>
              <a:t>t</a:t>
            </a:r>
            <a:r>
              <a:rPr spc="-5" dirty="0">
                <a:solidFill>
                  <a:srgbClr val="4D4D4D"/>
                </a:solidFill>
                <a:latin typeface="Rockwell"/>
                <a:cs typeface="Rockwell"/>
              </a:rPr>
              <a:t>e</a:t>
            </a:r>
            <a:r>
              <a:rPr dirty="0">
                <a:solidFill>
                  <a:srgbClr val="4D4D4D"/>
                </a:solidFill>
                <a:latin typeface="Rockwell"/>
                <a:cs typeface="Rockwell"/>
              </a:rPr>
              <a:t>d </a:t>
            </a:r>
            <a:r>
              <a:rPr spc="-2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dirty="0">
                <a:solidFill>
                  <a:srgbClr val="4D4D4D"/>
                </a:solidFill>
                <a:latin typeface="Rockwell"/>
                <a:cs typeface="Rockwell"/>
              </a:rPr>
              <a:t>and</a:t>
            </a:r>
            <a:r>
              <a:rPr spc="-20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dirty="0">
                <a:solidFill>
                  <a:srgbClr val="4D4D4D"/>
                </a:solidFill>
                <a:latin typeface="Rockwell"/>
                <a:cs typeface="Rockwell"/>
              </a:rPr>
              <a:t>t</a:t>
            </a:r>
            <a:r>
              <a:rPr spc="-5" dirty="0">
                <a:solidFill>
                  <a:srgbClr val="4D4D4D"/>
                </a:solidFill>
                <a:latin typeface="Rockwell"/>
                <a:cs typeface="Rockwell"/>
              </a:rPr>
              <a:t>h</a:t>
            </a:r>
            <a:r>
              <a:rPr dirty="0">
                <a:solidFill>
                  <a:srgbClr val="4D4D4D"/>
                </a:solidFill>
                <a:latin typeface="Rockwell"/>
                <a:cs typeface="Rockwell"/>
              </a:rPr>
              <a:t>e </a:t>
            </a:r>
            <a:r>
              <a:rPr spc="-10" dirty="0">
                <a:solidFill>
                  <a:srgbClr val="4D4D4D"/>
                </a:solidFill>
                <a:latin typeface="Rockwell"/>
                <a:cs typeface="Rockwell"/>
              </a:rPr>
              <a:t>a</a:t>
            </a:r>
            <a:r>
              <a:rPr dirty="0">
                <a:solidFill>
                  <a:srgbClr val="4D4D4D"/>
                </a:solidFill>
                <a:latin typeface="Rockwell"/>
                <a:cs typeface="Rockwell"/>
              </a:rPr>
              <a:t>ss</a:t>
            </a:r>
            <a:r>
              <a:rPr spc="-5" dirty="0">
                <a:solidFill>
                  <a:srgbClr val="4D4D4D"/>
                </a:solidFill>
                <a:latin typeface="Rockwell"/>
                <a:cs typeface="Rockwell"/>
              </a:rPr>
              <a:t>ocia</a:t>
            </a:r>
            <a:r>
              <a:rPr spc="-10" dirty="0">
                <a:solidFill>
                  <a:srgbClr val="4D4D4D"/>
                </a:solidFill>
                <a:latin typeface="Rockwell"/>
                <a:cs typeface="Rockwell"/>
              </a:rPr>
              <a:t>t</a:t>
            </a:r>
            <a:r>
              <a:rPr spc="-5" dirty="0">
                <a:solidFill>
                  <a:srgbClr val="4D4D4D"/>
                </a:solidFill>
                <a:latin typeface="Rockwell"/>
                <a:cs typeface="Rockwell"/>
              </a:rPr>
              <a:t>e</a:t>
            </a:r>
            <a:r>
              <a:rPr dirty="0">
                <a:solidFill>
                  <a:srgbClr val="4D4D4D"/>
                </a:solidFill>
                <a:latin typeface="Rockwell"/>
                <a:cs typeface="Rockwell"/>
              </a:rPr>
              <a:t>d </a:t>
            </a:r>
            <a:r>
              <a:rPr spc="-4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dirty="0">
                <a:solidFill>
                  <a:srgbClr val="4D4D4D"/>
                </a:solidFill>
                <a:latin typeface="Rockwell"/>
                <a:cs typeface="Rockwell"/>
              </a:rPr>
              <a:t>Ri</a:t>
            </a:r>
            <a:r>
              <a:rPr spc="5" dirty="0">
                <a:solidFill>
                  <a:srgbClr val="4D4D4D"/>
                </a:solidFill>
                <a:latin typeface="Rockwell"/>
                <a:cs typeface="Rockwell"/>
              </a:rPr>
              <a:t>s</a:t>
            </a:r>
            <a:r>
              <a:rPr spc="-5" dirty="0">
                <a:solidFill>
                  <a:srgbClr val="4D4D4D"/>
                </a:solidFill>
                <a:latin typeface="Rockwell"/>
                <a:cs typeface="Rockwell"/>
              </a:rPr>
              <a:t>k</a:t>
            </a:r>
            <a:r>
              <a:rPr dirty="0">
                <a:solidFill>
                  <a:srgbClr val="4D4D4D"/>
                </a:solidFill>
                <a:latin typeface="Rockwell"/>
                <a:cs typeface="Rockwell"/>
              </a:rPr>
              <a:t>s,</a:t>
            </a:r>
            <a:endParaRPr dirty="0">
              <a:latin typeface="Rockwell"/>
              <a:cs typeface="Rockwell"/>
            </a:endParaRPr>
          </a:p>
          <a:p>
            <a:pPr>
              <a:spcBef>
                <a:spcPts val="12"/>
              </a:spcBef>
              <a:buClr>
                <a:srgbClr val="4D4D4D"/>
              </a:buClr>
              <a:buFont typeface="Arial"/>
              <a:buChar char="•"/>
            </a:pPr>
            <a:endParaRPr dirty="0">
              <a:latin typeface="Times New Roman"/>
              <a:cs typeface="Times New Roman"/>
            </a:endParaRPr>
          </a:p>
          <a:p>
            <a:pPr marL="155575" indent="-142875">
              <a:buClr>
                <a:srgbClr val="4D4D4D"/>
              </a:buClr>
              <a:buFont typeface="Arial"/>
              <a:buChar char="•"/>
              <a:tabLst>
                <a:tab pos="156210" algn="l"/>
              </a:tabLst>
            </a:pPr>
            <a:r>
              <a:rPr spc="20" dirty="0">
                <a:solidFill>
                  <a:srgbClr val="4D4D4D"/>
                </a:solidFill>
                <a:latin typeface="Rockwell"/>
                <a:cs typeface="Rockwell"/>
              </a:rPr>
              <a:t>T</a:t>
            </a:r>
            <a:r>
              <a:rPr spc="-5" dirty="0">
                <a:solidFill>
                  <a:srgbClr val="4D4D4D"/>
                </a:solidFill>
                <a:latin typeface="Rockwell"/>
                <a:cs typeface="Rockwell"/>
              </a:rPr>
              <a:t>h</a:t>
            </a:r>
            <a:r>
              <a:rPr dirty="0">
                <a:solidFill>
                  <a:srgbClr val="4D4D4D"/>
                </a:solidFill>
                <a:latin typeface="Rockwell"/>
                <a:cs typeface="Rockwell"/>
              </a:rPr>
              <a:t>e</a:t>
            </a:r>
            <a:r>
              <a:rPr spc="-1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dirty="0">
                <a:solidFill>
                  <a:srgbClr val="4D4D4D"/>
                </a:solidFill>
                <a:latin typeface="Rockwell"/>
                <a:cs typeface="Rockwell"/>
              </a:rPr>
              <a:t>Scope</a:t>
            </a:r>
            <a:r>
              <a:rPr spc="-3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pc="-5" dirty="0">
                <a:solidFill>
                  <a:srgbClr val="4D4D4D"/>
                </a:solidFill>
                <a:latin typeface="Rockwell"/>
                <a:cs typeface="Rockwell"/>
              </a:rPr>
              <a:t>o</a:t>
            </a:r>
            <a:r>
              <a:rPr dirty="0">
                <a:solidFill>
                  <a:srgbClr val="4D4D4D"/>
                </a:solidFill>
                <a:latin typeface="Rockwell"/>
                <a:cs typeface="Rockwell"/>
              </a:rPr>
              <a:t>f</a:t>
            </a:r>
            <a:r>
              <a:rPr spc="-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pc="-30" dirty="0">
                <a:solidFill>
                  <a:srgbClr val="4D4D4D"/>
                </a:solidFill>
                <a:latin typeface="Rockwell"/>
                <a:cs typeface="Rockwell"/>
              </a:rPr>
              <a:t>w</a:t>
            </a:r>
            <a:r>
              <a:rPr spc="-5" dirty="0">
                <a:solidFill>
                  <a:srgbClr val="4D4D4D"/>
                </a:solidFill>
                <a:latin typeface="Rockwell"/>
                <a:cs typeface="Rockwell"/>
              </a:rPr>
              <a:t>ha</a:t>
            </a:r>
            <a:r>
              <a:rPr dirty="0">
                <a:solidFill>
                  <a:srgbClr val="4D4D4D"/>
                </a:solidFill>
                <a:latin typeface="Rockwell"/>
                <a:cs typeface="Rockwell"/>
              </a:rPr>
              <a:t>t</a:t>
            </a:r>
            <a:r>
              <a:rPr spc="-20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dirty="0">
                <a:solidFill>
                  <a:srgbClr val="4D4D4D"/>
                </a:solidFill>
                <a:latin typeface="Rockwell"/>
                <a:cs typeface="Rockwell"/>
              </a:rPr>
              <a:t>is to</a:t>
            </a:r>
            <a:r>
              <a:rPr spc="-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dirty="0">
                <a:solidFill>
                  <a:srgbClr val="4D4D4D"/>
                </a:solidFill>
                <a:latin typeface="Rockwell"/>
                <a:cs typeface="Rockwell"/>
              </a:rPr>
              <a:t>be</a:t>
            </a:r>
            <a:r>
              <a:rPr spc="-1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dirty="0">
                <a:solidFill>
                  <a:srgbClr val="4D4D4D"/>
                </a:solidFill>
                <a:latin typeface="Rockwell"/>
                <a:cs typeface="Rockwell"/>
              </a:rPr>
              <a:t>done</a:t>
            </a:r>
            <a:r>
              <a:rPr spc="-20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dirty="0">
                <a:solidFill>
                  <a:srgbClr val="4D4D4D"/>
                </a:solidFill>
                <a:latin typeface="Rockwell"/>
                <a:cs typeface="Rockwell"/>
              </a:rPr>
              <a:t>and</a:t>
            </a:r>
            <a:r>
              <a:rPr spc="-20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dirty="0">
                <a:solidFill>
                  <a:srgbClr val="4D4D4D"/>
                </a:solidFill>
                <a:latin typeface="Rockwell"/>
                <a:cs typeface="Rockwell"/>
              </a:rPr>
              <a:t>t</a:t>
            </a:r>
            <a:r>
              <a:rPr spc="-5" dirty="0">
                <a:solidFill>
                  <a:srgbClr val="4D4D4D"/>
                </a:solidFill>
                <a:latin typeface="Rockwell"/>
                <a:cs typeface="Rockwell"/>
              </a:rPr>
              <a:t>h</a:t>
            </a:r>
            <a:r>
              <a:rPr dirty="0">
                <a:solidFill>
                  <a:srgbClr val="4D4D4D"/>
                </a:solidFill>
                <a:latin typeface="Rockwell"/>
                <a:cs typeface="Rockwell"/>
              </a:rPr>
              <a:t>e </a:t>
            </a:r>
            <a:r>
              <a:rPr spc="-10" dirty="0">
                <a:solidFill>
                  <a:srgbClr val="4D4D4D"/>
                </a:solidFill>
                <a:latin typeface="Rockwell"/>
                <a:cs typeface="Rockwell"/>
              </a:rPr>
              <a:t>p</a:t>
            </a:r>
            <a:r>
              <a:rPr spc="-60" dirty="0">
                <a:solidFill>
                  <a:srgbClr val="4D4D4D"/>
                </a:solidFill>
                <a:latin typeface="Rockwell"/>
                <a:cs typeface="Rockwell"/>
              </a:rPr>
              <a:t>r</a:t>
            </a:r>
            <a:r>
              <a:rPr spc="-5" dirty="0">
                <a:solidFill>
                  <a:srgbClr val="4D4D4D"/>
                </a:solidFill>
                <a:latin typeface="Rockwell"/>
                <a:cs typeface="Rockwell"/>
              </a:rPr>
              <a:t>oduct</a:t>
            </a:r>
            <a:r>
              <a:rPr dirty="0">
                <a:solidFill>
                  <a:srgbClr val="4D4D4D"/>
                </a:solidFill>
                <a:latin typeface="Rockwell"/>
                <a:cs typeface="Rockwell"/>
              </a:rPr>
              <a:t>s</a:t>
            </a:r>
            <a:r>
              <a:rPr spc="-10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dirty="0">
                <a:solidFill>
                  <a:srgbClr val="4D4D4D"/>
                </a:solidFill>
                <a:latin typeface="Rockwell"/>
                <a:cs typeface="Rockwell"/>
              </a:rPr>
              <a:t>to</a:t>
            </a:r>
            <a:r>
              <a:rPr spc="-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dirty="0">
                <a:solidFill>
                  <a:srgbClr val="4D4D4D"/>
                </a:solidFill>
                <a:latin typeface="Rockwell"/>
                <a:cs typeface="Rockwell"/>
              </a:rPr>
              <a:t>be</a:t>
            </a:r>
            <a:r>
              <a:rPr spc="-1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dirty="0">
                <a:solidFill>
                  <a:srgbClr val="4D4D4D"/>
                </a:solidFill>
                <a:latin typeface="Rockwell"/>
                <a:cs typeface="Rockwell"/>
              </a:rPr>
              <a:t>del</a:t>
            </a:r>
            <a:r>
              <a:rPr spc="-30" dirty="0">
                <a:solidFill>
                  <a:srgbClr val="4D4D4D"/>
                </a:solidFill>
                <a:latin typeface="Rockwell"/>
                <a:cs typeface="Rockwell"/>
              </a:rPr>
              <a:t>i</a:t>
            </a:r>
            <a:r>
              <a:rPr spc="-45" dirty="0">
                <a:solidFill>
                  <a:srgbClr val="4D4D4D"/>
                </a:solidFill>
                <a:latin typeface="Rockwell"/>
                <a:cs typeface="Rockwell"/>
              </a:rPr>
              <a:t>v</a:t>
            </a:r>
            <a:r>
              <a:rPr spc="-5" dirty="0">
                <a:solidFill>
                  <a:srgbClr val="4D4D4D"/>
                </a:solidFill>
                <a:latin typeface="Rockwell"/>
                <a:cs typeface="Rockwell"/>
              </a:rPr>
              <a:t>e</a:t>
            </a:r>
            <a:r>
              <a:rPr spc="-75" dirty="0">
                <a:solidFill>
                  <a:srgbClr val="4D4D4D"/>
                </a:solidFill>
                <a:latin typeface="Rockwell"/>
                <a:cs typeface="Rockwell"/>
              </a:rPr>
              <a:t>r</a:t>
            </a:r>
            <a:r>
              <a:rPr spc="-5" dirty="0">
                <a:solidFill>
                  <a:srgbClr val="4D4D4D"/>
                </a:solidFill>
                <a:latin typeface="Rockwell"/>
                <a:cs typeface="Rockwell"/>
              </a:rPr>
              <a:t>ed</a:t>
            </a:r>
            <a:endParaRPr dirty="0">
              <a:latin typeface="Rockwell"/>
              <a:cs typeface="Rockwell"/>
            </a:endParaRPr>
          </a:p>
          <a:p>
            <a:pPr>
              <a:spcBef>
                <a:spcPts val="12"/>
              </a:spcBef>
              <a:buClr>
                <a:srgbClr val="4D4D4D"/>
              </a:buClr>
              <a:buFont typeface="Arial"/>
              <a:buChar char="•"/>
            </a:pPr>
            <a:endParaRPr dirty="0">
              <a:latin typeface="Times New Roman"/>
              <a:cs typeface="Times New Roman"/>
            </a:endParaRPr>
          </a:p>
          <a:p>
            <a:pPr marL="161925" indent="-149225">
              <a:buClr>
                <a:srgbClr val="4D4D4D"/>
              </a:buClr>
              <a:buFont typeface="Arial"/>
              <a:buChar char="•"/>
              <a:tabLst>
                <a:tab pos="162560" algn="l"/>
              </a:tabLst>
            </a:pPr>
            <a:r>
              <a:rPr dirty="0">
                <a:solidFill>
                  <a:srgbClr val="4D4D4D"/>
                </a:solidFill>
                <a:latin typeface="Rockwell"/>
                <a:cs typeface="Rockwell"/>
              </a:rPr>
              <a:t>H</a:t>
            </a:r>
            <a:r>
              <a:rPr spc="-60" dirty="0">
                <a:solidFill>
                  <a:srgbClr val="4D4D4D"/>
                </a:solidFill>
                <a:latin typeface="Rockwell"/>
                <a:cs typeface="Rockwell"/>
              </a:rPr>
              <a:t>o</a:t>
            </a:r>
            <a:r>
              <a:rPr dirty="0">
                <a:solidFill>
                  <a:srgbClr val="4D4D4D"/>
                </a:solidFill>
                <a:latin typeface="Rockwell"/>
                <a:cs typeface="Rockwell"/>
              </a:rPr>
              <a:t>w</a:t>
            </a:r>
            <a:r>
              <a:rPr spc="-20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dirty="0">
                <a:solidFill>
                  <a:srgbClr val="4D4D4D"/>
                </a:solidFill>
                <a:latin typeface="Rockwell"/>
                <a:cs typeface="Rockwell"/>
              </a:rPr>
              <a:t>and</a:t>
            </a:r>
            <a:r>
              <a:rPr spc="-20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pc="-30" dirty="0">
                <a:solidFill>
                  <a:srgbClr val="4D4D4D"/>
                </a:solidFill>
                <a:latin typeface="Rockwell"/>
                <a:cs typeface="Rockwell"/>
              </a:rPr>
              <a:t>w</a:t>
            </a:r>
            <a:r>
              <a:rPr dirty="0">
                <a:solidFill>
                  <a:srgbClr val="4D4D4D"/>
                </a:solidFill>
                <a:latin typeface="Rockwell"/>
                <a:cs typeface="Rockwell"/>
              </a:rPr>
              <a:t>hen</a:t>
            </a:r>
            <a:r>
              <a:rPr spc="-30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dirty="0">
                <a:solidFill>
                  <a:srgbClr val="4D4D4D"/>
                </a:solidFill>
                <a:latin typeface="Rockwell"/>
                <a:cs typeface="Rockwell"/>
              </a:rPr>
              <a:t>t</a:t>
            </a:r>
            <a:r>
              <a:rPr spc="-5" dirty="0">
                <a:solidFill>
                  <a:srgbClr val="4D4D4D"/>
                </a:solidFill>
                <a:latin typeface="Rockwell"/>
                <a:cs typeface="Rockwell"/>
              </a:rPr>
              <a:t>h</a:t>
            </a:r>
            <a:r>
              <a:rPr dirty="0">
                <a:solidFill>
                  <a:srgbClr val="4D4D4D"/>
                </a:solidFill>
                <a:latin typeface="Rockwell"/>
                <a:cs typeface="Rockwell"/>
              </a:rPr>
              <a:t>e </a:t>
            </a:r>
            <a:r>
              <a:rPr spc="-10" dirty="0">
                <a:solidFill>
                  <a:srgbClr val="4D4D4D"/>
                </a:solidFill>
                <a:latin typeface="Rockwell"/>
                <a:cs typeface="Rockwell"/>
              </a:rPr>
              <a:t>p</a:t>
            </a:r>
            <a:r>
              <a:rPr spc="-60" dirty="0">
                <a:solidFill>
                  <a:srgbClr val="4D4D4D"/>
                </a:solidFill>
                <a:latin typeface="Rockwell"/>
                <a:cs typeface="Rockwell"/>
              </a:rPr>
              <a:t>r</a:t>
            </a:r>
            <a:r>
              <a:rPr dirty="0">
                <a:solidFill>
                  <a:srgbClr val="4D4D4D"/>
                </a:solidFill>
                <a:latin typeface="Rockwell"/>
                <a:cs typeface="Rockwell"/>
              </a:rPr>
              <a:t>ojec</a:t>
            </a:r>
            <a:r>
              <a:rPr spc="-10" dirty="0">
                <a:solidFill>
                  <a:srgbClr val="4D4D4D"/>
                </a:solidFill>
                <a:latin typeface="Rockwell"/>
                <a:cs typeface="Rockwell"/>
              </a:rPr>
              <a:t>t</a:t>
            </a:r>
            <a:r>
              <a:rPr spc="-160" dirty="0">
                <a:solidFill>
                  <a:srgbClr val="4D4D4D"/>
                </a:solidFill>
                <a:latin typeface="Rockwell"/>
                <a:cs typeface="Rockwell"/>
              </a:rPr>
              <a:t>’</a:t>
            </a:r>
            <a:r>
              <a:rPr dirty="0">
                <a:solidFill>
                  <a:srgbClr val="4D4D4D"/>
                </a:solidFill>
                <a:latin typeface="Rockwell"/>
                <a:cs typeface="Rockwell"/>
              </a:rPr>
              <a:t>s</a:t>
            </a:r>
            <a:r>
              <a:rPr spc="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pc="-5" dirty="0">
                <a:solidFill>
                  <a:srgbClr val="4D4D4D"/>
                </a:solidFill>
                <a:latin typeface="Rockwell"/>
                <a:cs typeface="Rockwell"/>
              </a:rPr>
              <a:t>p</a:t>
            </a:r>
            <a:r>
              <a:rPr spc="-60" dirty="0">
                <a:solidFill>
                  <a:srgbClr val="4D4D4D"/>
                </a:solidFill>
                <a:latin typeface="Rockwell"/>
                <a:cs typeface="Rockwell"/>
              </a:rPr>
              <a:t>r</a:t>
            </a:r>
            <a:r>
              <a:rPr dirty="0">
                <a:solidFill>
                  <a:srgbClr val="4D4D4D"/>
                </a:solidFill>
                <a:latin typeface="Rockwell"/>
                <a:cs typeface="Rockwell"/>
              </a:rPr>
              <a:t>oducts</a:t>
            </a:r>
            <a:r>
              <a:rPr spc="-2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dirty="0">
                <a:solidFill>
                  <a:srgbClr val="4D4D4D"/>
                </a:solidFill>
                <a:latin typeface="Rockwell"/>
                <a:cs typeface="Rockwell"/>
              </a:rPr>
              <a:t>w</a:t>
            </a:r>
            <a:r>
              <a:rPr spc="-5" dirty="0">
                <a:solidFill>
                  <a:srgbClr val="4D4D4D"/>
                </a:solidFill>
                <a:latin typeface="Rockwell"/>
                <a:cs typeface="Rockwell"/>
              </a:rPr>
              <a:t>i</a:t>
            </a:r>
            <a:r>
              <a:rPr dirty="0">
                <a:solidFill>
                  <a:srgbClr val="4D4D4D"/>
                </a:solidFill>
                <a:latin typeface="Rockwell"/>
                <a:cs typeface="Rockwell"/>
              </a:rPr>
              <a:t>ll</a:t>
            </a:r>
            <a:r>
              <a:rPr spc="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dirty="0">
                <a:solidFill>
                  <a:srgbClr val="4D4D4D"/>
                </a:solidFill>
                <a:latin typeface="Rockwell"/>
                <a:cs typeface="Rockwell"/>
              </a:rPr>
              <a:t>be</a:t>
            </a:r>
            <a:r>
              <a:rPr spc="-1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dirty="0">
                <a:solidFill>
                  <a:srgbClr val="4D4D4D"/>
                </a:solidFill>
                <a:latin typeface="Rockwell"/>
                <a:cs typeface="Rockwell"/>
              </a:rPr>
              <a:t>del</a:t>
            </a:r>
            <a:r>
              <a:rPr spc="-30" dirty="0">
                <a:solidFill>
                  <a:srgbClr val="4D4D4D"/>
                </a:solidFill>
                <a:latin typeface="Rockwell"/>
                <a:cs typeface="Rockwell"/>
              </a:rPr>
              <a:t>i</a:t>
            </a:r>
            <a:r>
              <a:rPr spc="-45" dirty="0">
                <a:solidFill>
                  <a:srgbClr val="4D4D4D"/>
                </a:solidFill>
                <a:latin typeface="Rockwell"/>
                <a:cs typeface="Rockwell"/>
              </a:rPr>
              <a:t>v</a:t>
            </a:r>
            <a:r>
              <a:rPr dirty="0">
                <a:solidFill>
                  <a:srgbClr val="4D4D4D"/>
                </a:solidFill>
                <a:latin typeface="Rockwell"/>
                <a:cs typeface="Rockwell"/>
              </a:rPr>
              <a:t>e</a:t>
            </a:r>
            <a:r>
              <a:rPr spc="-75" dirty="0">
                <a:solidFill>
                  <a:srgbClr val="4D4D4D"/>
                </a:solidFill>
                <a:latin typeface="Rockwell"/>
                <a:cs typeface="Rockwell"/>
              </a:rPr>
              <a:t>r</a:t>
            </a:r>
            <a:r>
              <a:rPr dirty="0">
                <a:solidFill>
                  <a:srgbClr val="4D4D4D"/>
                </a:solidFill>
                <a:latin typeface="Rockwell"/>
                <a:cs typeface="Rockwell"/>
              </a:rPr>
              <a:t>ed</a:t>
            </a:r>
            <a:r>
              <a:rPr spc="-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dirty="0">
                <a:solidFill>
                  <a:srgbClr val="4D4D4D"/>
                </a:solidFill>
                <a:latin typeface="Rockwell"/>
                <a:cs typeface="Rockwell"/>
              </a:rPr>
              <a:t>and</a:t>
            </a:r>
            <a:r>
              <a:rPr spc="-10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dirty="0">
                <a:solidFill>
                  <a:srgbClr val="4D4D4D"/>
                </a:solidFill>
                <a:latin typeface="Rockwell"/>
                <a:cs typeface="Rockwell"/>
              </a:rPr>
              <a:t>at</a:t>
            </a:r>
            <a:r>
              <a:rPr spc="-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pc="-30" dirty="0">
                <a:solidFill>
                  <a:srgbClr val="4D4D4D"/>
                </a:solidFill>
                <a:latin typeface="Rockwell"/>
                <a:cs typeface="Rockwell"/>
              </a:rPr>
              <a:t>w</a:t>
            </a:r>
            <a:r>
              <a:rPr dirty="0">
                <a:solidFill>
                  <a:srgbClr val="4D4D4D"/>
                </a:solidFill>
                <a:latin typeface="Rockwell"/>
                <a:cs typeface="Rockwell"/>
              </a:rPr>
              <a:t>hat</a:t>
            </a:r>
            <a:r>
              <a:rPr spc="-20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dirty="0">
                <a:solidFill>
                  <a:srgbClr val="4D4D4D"/>
                </a:solidFill>
                <a:latin typeface="Rockwell"/>
                <a:cs typeface="Rockwell"/>
              </a:rPr>
              <a:t>cost</a:t>
            </a:r>
            <a:endParaRPr dirty="0">
              <a:latin typeface="Rockwell"/>
              <a:cs typeface="Rockwell"/>
            </a:endParaRPr>
          </a:p>
          <a:p>
            <a:pPr>
              <a:spcBef>
                <a:spcPts val="14"/>
              </a:spcBef>
              <a:buClr>
                <a:srgbClr val="4D4D4D"/>
              </a:buClr>
              <a:buFont typeface="Arial"/>
              <a:buChar char="•"/>
            </a:pPr>
            <a:endParaRPr dirty="0">
              <a:latin typeface="Times New Roman"/>
              <a:cs typeface="Times New Roman"/>
            </a:endParaRPr>
          </a:p>
          <a:p>
            <a:pPr marL="12700"/>
            <a:r>
              <a:rPr dirty="0">
                <a:solidFill>
                  <a:srgbClr val="4D4D4D"/>
                </a:solidFill>
                <a:latin typeface="Arial"/>
                <a:cs typeface="Arial"/>
              </a:rPr>
              <a:t>•</a:t>
            </a:r>
            <a:r>
              <a:rPr spc="114" dirty="0">
                <a:solidFill>
                  <a:srgbClr val="4D4D4D"/>
                </a:solidFill>
                <a:latin typeface="Rockwell"/>
                <a:cs typeface="Rockwell"/>
              </a:rPr>
              <a:t>,</a:t>
            </a:r>
            <a:r>
              <a:rPr dirty="0">
                <a:solidFill>
                  <a:srgbClr val="4D4D4D"/>
                </a:solidFill>
                <a:latin typeface="Rockwell"/>
                <a:cs typeface="Rockwell"/>
              </a:rPr>
              <a:t>Who</a:t>
            </a:r>
            <a:r>
              <a:rPr spc="-20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dirty="0">
                <a:solidFill>
                  <a:srgbClr val="4D4D4D"/>
                </a:solidFill>
                <a:latin typeface="Rockwell"/>
                <a:cs typeface="Rockwell"/>
              </a:rPr>
              <a:t>is to</a:t>
            </a:r>
            <a:r>
              <a:rPr spc="-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dirty="0">
                <a:solidFill>
                  <a:srgbClr val="4D4D4D"/>
                </a:solidFill>
                <a:latin typeface="Rockwell"/>
                <a:cs typeface="Rockwell"/>
              </a:rPr>
              <a:t>be</a:t>
            </a:r>
            <a:r>
              <a:rPr spc="-1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dirty="0">
                <a:solidFill>
                  <a:srgbClr val="4D4D4D"/>
                </a:solidFill>
                <a:latin typeface="Rockwell"/>
                <a:cs typeface="Rockwell"/>
              </a:rPr>
              <a:t>i</a:t>
            </a:r>
            <a:r>
              <a:rPr spc="-40" dirty="0">
                <a:solidFill>
                  <a:srgbClr val="4D4D4D"/>
                </a:solidFill>
                <a:latin typeface="Rockwell"/>
                <a:cs typeface="Rockwell"/>
              </a:rPr>
              <a:t>n</a:t>
            </a:r>
            <a:r>
              <a:rPr spc="-55" dirty="0">
                <a:solidFill>
                  <a:srgbClr val="4D4D4D"/>
                </a:solidFill>
                <a:latin typeface="Rockwell"/>
                <a:cs typeface="Rockwell"/>
              </a:rPr>
              <a:t>v</a:t>
            </a:r>
            <a:r>
              <a:rPr spc="-5" dirty="0">
                <a:solidFill>
                  <a:srgbClr val="4D4D4D"/>
                </a:solidFill>
                <a:latin typeface="Rockwell"/>
                <a:cs typeface="Rockwell"/>
              </a:rPr>
              <a:t>ol</a:t>
            </a:r>
            <a:r>
              <a:rPr spc="-45" dirty="0">
                <a:solidFill>
                  <a:srgbClr val="4D4D4D"/>
                </a:solidFill>
                <a:latin typeface="Rockwell"/>
                <a:cs typeface="Rockwell"/>
              </a:rPr>
              <a:t>v</a:t>
            </a:r>
            <a:r>
              <a:rPr spc="-5" dirty="0">
                <a:solidFill>
                  <a:srgbClr val="4D4D4D"/>
                </a:solidFill>
                <a:latin typeface="Rockwell"/>
                <a:cs typeface="Rockwell"/>
              </a:rPr>
              <a:t>e</a:t>
            </a:r>
            <a:r>
              <a:rPr dirty="0">
                <a:solidFill>
                  <a:srgbClr val="4D4D4D"/>
                </a:solidFill>
                <a:latin typeface="Rockwell"/>
                <a:cs typeface="Rockwell"/>
              </a:rPr>
              <a:t>d</a:t>
            </a:r>
            <a:r>
              <a:rPr spc="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dirty="0">
                <a:solidFill>
                  <a:srgbClr val="4D4D4D"/>
                </a:solidFill>
                <a:latin typeface="Rockwell"/>
                <a:cs typeface="Rockwell"/>
              </a:rPr>
              <a:t>in</a:t>
            </a:r>
            <a:r>
              <a:rPr spc="-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dirty="0">
                <a:solidFill>
                  <a:srgbClr val="4D4D4D"/>
                </a:solidFill>
                <a:latin typeface="Rockwell"/>
                <a:cs typeface="Rockwell"/>
              </a:rPr>
              <a:t>t</a:t>
            </a:r>
            <a:r>
              <a:rPr spc="-5" dirty="0">
                <a:solidFill>
                  <a:srgbClr val="4D4D4D"/>
                </a:solidFill>
                <a:latin typeface="Rockwell"/>
                <a:cs typeface="Rockwell"/>
              </a:rPr>
              <a:t>h</a:t>
            </a:r>
            <a:r>
              <a:rPr dirty="0">
                <a:solidFill>
                  <a:srgbClr val="4D4D4D"/>
                </a:solidFill>
                <a:latin typeface="Rockwell"/>
                <a:cs typeface="Rockwell"/>
              </a:rPr>
              <a:t>e </a:t>
            </a:r>
            <a:r>
              <a:rPr spc="-10" dirty="0">
                <a:solidFill>
                  <a:srgbClr val="4D4D4D"/>
                </a:solidFill>
                <a:latin typeface="Rockwell"/>
                <a:cs typeface="Rockwell"/>
              </a:rPr>
              <a:t>p</a:t>
            </a:r>
            <a:r>
              <a:rPr spc="-60" dirty="0">
                <a:solidFill>
                  <a:srgbClr val="4D4D4D"/>
                </a:solidFill>
                <a:latin typeface="Rockwell"/>
                <a:cs typeface="Rockwell"/>
              </a:rPr>
              <a:t>r</a:t>
            </a:r>
            <a:r>
              <a:rPr spc="-5" dirty="0">
                <a:solidFill>
                  <a:srgbClr val="4D4D4D"/>
                </a:solidFill>
                <a:latin typeface="Rockwell"/>
                <a:cs typeface="Rockwell"/>
              </a:rPr>
              <a:t>ojec</a:t>
            </a:r>
            <a:r>
              <a:rPr dirty="0">
                <a:solidFill>
                  <a:srgbClr val="4D4D4D"/>
                </a:solidFill>
                <a:latin typeface="Rockwell"/>
                <a:cs typeface="Rockwell"/>
              </a:rPr>
              <a:t>t</a:t>
            </a:r>
            <a:r>
              <a:rPr spc="-5" dirty="0">
                <a:solidFill>
                  <a:srgbClr val="4D4D4D"/>
                </a:solidFill>
                <a:latin typeface="Rockwell"/>
                <a:cs typeface="Rockwell"/>
              </a:rPr>
              <a:t> decisio</a:t>
            </a:r>
            <a:r>
              <a:rPr dirty="0">
                <a:solidFill>
                  <a:srgbClr val="4D4D4D"/>
                </a:solidFill>
                <a:latin typeface="Rockwell"/>
                <a:cs typeface="Rockwell"/>
              </a:rPr>
              <a:t>n</a:t>
            </a:r>
            <a:r>
              <a:rPr spc="-2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pc="-5" dirty="0">
                <a:solidFill>
                  <a:srgbClr val="4D4D4D"/>
                </a:solidFill>
                <a:latin typeface="Rockwell"/>
                <a:cs typeface="Rockwell"/>
              </a:rPr>
              <a:t>mak</a:t>
            </a:r>
            <a:r>
              <a:rPr dirty="0">
                <a:solidFill>
                  <a:srgbClr val="4D4D4D"/>
                </a:solidFill>
                <a:latin typeface="Rockwell"/>
                <a:cs typeface="Rockwell"/>
              </a:rPr>
              <a:t>ing</a:t>
            </a:r>
            <a:endParaRPr dirty="0">
              <a:latin typeface="Rockwell"/>
              <a:cs typeface="Rockwell"/>
            </a:endParaRPr>
          </a:p>
          <a:p>
            <a:pPr>
              <a:spcBef>
                <a:spcPts val="12"/>
              </a:spcBef>
            </a:pPr>
            <a:endParaRPr dirty="0">
              <a:latin typeface="Times New Roman"/>
              <a:cs typeface="Times New Roman"/>
            </a:endParaRPr>
          </a:p>
          <a:p>
            <a:pPr marL="161925" indent="-149225">
              <a:buClr>
                <a:srgbClr val="4D4D4D"/>
              </a:buClr>
              <a:buFont typeface="Arial"/>
              <a:buChar char="•"/>
              <a:tabLst>
                <a:tab pos="162560" algn="l"/>
              </a:tabLst>
            </a:pPr>
            <a:r>
              <a:rPr dirty="0">
                <a:solidFill>
                  <a:srgbClr val="4D4D4D"/>
                </a:solidFill>
                <a:latin typeface="Rockwell"/>
                <a:cs typeface="Rockwell"/>
              </a:rPr>
              <a:t>H</a:t>
            </a:r>
            <a:r>
              <a:rPr spc="-60" dirty="0">
                <a:solidFill>
                  <a:srgbClr val="4D4D4D"/>
                </a:solidFill>
                <a:latin typeface="Rockwell"/>
                <a:cs typeface="Rockwell"/>
              </a:rPr>
              <a:t>o</a:t>
            </a:r>
            <a:r>
              <a:rPr dirty="0">
                <a:solidFill>
                  <a:srgbClr val="4D4D4D"/>
                </a:solidFill>
                <a:latin typeface="Rockwell"/>
                <a:cs typeface="Rockwell"/>
              </a:rPr>
              <a:t>w</a:t>
            </a:r>
            <a:r>
              <a:rPr spc="-20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dirty="0">
                <a:solidFill>
                  <a:srgbClr val="4D4D4D"/>
                </a:solidFill>
                <a:latin typeface="Rockwell"/>
                <a:cs typeface="Rockwell"/>
              </a:rPr>
              <a:t>t</a:t>
            </a:r>
            <a:r>
              <a:rPr spc="-5" dirty="0">
                <a:solidFill>
                  <a:srgbClr val="4D4D4D"/>
                </a:solidFill>
                <a:latin typeface="Rockwell"/>
                <a:cs typeface="Rockwell"/>
              </a:rPr>
              <a:t>h</a:t>
            </a:r>
            <a:r>
              <a:rPr dirty="0">
                <a:solidFill>
                  <a:srgbClr val="4D4D4D"/>
                </a:solidFill>
                <a:latin typeface="Rockwell"/>
                <a:cs typeface="Rockwell"/>
              </a:rPr>
              <a:t>e </a:t>
            </a:r>
            <a:r>
              <a:rPr spc="-5" dirty="0">
                <a:solidFill>
                  <a:srgbClr val="4D4D4D"/>
                </a:solidFill>
                <a:latin typeface="Rockwell"/>
                <a:cs typeface="Rockwell"/>
              </a:rPr>
              <a:t>qual</a:t>
            </a:r>
            <a:r>
              <a:rPr dirty="0">
                <a:solidFill>
                  <a:srgbClr val="4D4D4D"/>
                </a:solidFill>
                <a:latin typeface="Rockwell"/>
                <a:cs typeface="Rockwell"/>
              </a:rPr>
              <a:t>i</a:t>
            </a:r>
            <a:r>
              <a:rPr spc="-10" dirty="0">
                <a:solidFill>
                  <a:srgbClr val="4D4D4D"/>
                </a:solidFill>
                <a:latin typeface="Rockwell"/>
                <a:cs typeface="Rockwell"/>
              </a:rPr>
              <a:t>t</a:t>
            </a:r>
            <a:r>
              <a:rPr dirty="0">
                <a:solidFill>
                  <a:srgbClr val="4D4D4D"/>
                </a:solidFill>
                <a:latin typeface="Rockwell"/>
                <a:cs typeface="Rockwell"/>
              </a:rPr>
              <a:t>y </a:t>
            </a:r>
            <a:r>
              <a:rPr spc="-75" dirty="0">
                <a:solidFill>
                  <a:srgbClr val="4D4D4D"/>
                </a:solidFill>
                <a:latin typeface="Rockwell"/>
                <a:cs typeface="Rockwell"/>
              </a:rPr>
              <a:t>r</a:t>
            </a:r>
            <a:r>
              <a:rPr spc="-5" dirty="0">
                <a:solidFill>
                  <a:srgbClr val="4D4D4D"/>
                </a:solidFill>
                <a:latin typeface="Rockwell"/>
                <a:cs typeface="Rockwell"/>
              </a:rPr>
              <a:t>equi</a:t>
            </a:r>
            <a:r>
              <a:rPr spc="-70" dirty="0">
                <a:solidFill>
                  <a:srgbClr val="4D4D4D"/>
                </a:solidFill>
                <a:latin typeface="Rockwell"/>
                <a:cs typeface="Rockwell"/>
              </a:rPr>
              <a:t>r</a:t>
            </a:r>
            <a:r>
              <a:rPr spc="-5" dirty="0">
                <a:solidFill>
                  <a:srgbClr val="4D4D4D"/>
                </a:solidFill>
                <a:latin typeface="Rockwell"/>
                <a:cs typeface="Rockwell"/>
              </a:rPr>
              <a:t>e</a:t>
            </a:r>
            <a:r>
              <a:rPr dirty="0">
                <a:solidFill>
                  <a:srgbClr val="4D4D4D"/>
                </a:solidFill>
                <a:latin typeface="Rockwell"/>
                <a:cs typeface="Rockwell"/>
              </a:rPr>
              <a:t>d</a:t>
            </a:r>
            <a:r>
              <a:rPr spc="-20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dirty="0">
                <a:solidFill>
                  <a:srgbClr val="4D4D4D"/>
                </a:solidFill>
                <a:latin typeface="Rockwell"/>
                <a:cs typeface="Rockwell"/>
              </a:rPr>
              <a:t>w</a:t>
            </a:r>
            <a:r>
              <a:rPr spc="-5" dirty="0">
                <a:solidFill>
                  <a:srgbClr val="4D4D4D"/>
                </a:solidFill>
                <a:latin typeface="Rockwell"/>
                <a:cs typeface="Rockwell"/>
              </a:rPr>
              <a:t>i</a:t>
            </a:r>
            <a:r>
              <a:rPr dirty="0">
                <a:solidFill>
                  <a:srgbClr val="4D4D4D"/>
                </a:solidFill>
                <a:latin typeface="Rockwell"/>
                <a:cs typeface="Rockwell"/>
              </a:rPr>
              <a:t>ll</a:t>
            </a:r>
            <a:r>
              <a:rPr spc="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dirty="0">
                <a:solidFill>
                  <a:srgbClr val="4D4D4D"/>
                </a:solidFill>
                <a:latin typeface="Rockwell"/>
                <a:cs typeface="Rockwell"/>
              </a:rPr>
              <a:t>be</a:t>
            </a:r>
            <a:r>
              <a:rPr spc="-1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dirty="0">
                <a:solidFill>
                  <a:srgbClr val="4D4D4D"/>
                </a:solidFill>
                <a:latin typeface="Rockwell"/>
                <a:cs typeface="Rockwell"/>
              </a:rPr>
              <a:t>achi</a:t>
            </a:r>
            <a:r>
              <a:rPr spc="-55" dirty="0">
                <a:solidFill>
                  <a:srgbClr val="4D4D4D"/>
                </a:solidFill>
                <a:latin typeface="Rockwell"/>
                <a:cs typeface="Rockwell"/>
              </a:rPr>
              <a:t>e</a:t>
            </a:r>
            <a:r>
              <a:rPr spc="-45" dirty="0">
                <a:solidFill>
                  <a:srgbClr val="4D4D4D"/>
                </a:solidFill>
                <a:latin typeface="Rockwell"/>
                <a:cs typeface="Rockwell"/>
              </a:rPr>
              <a:t>v</a:t>
            </a:r>
            <a:r>
              <a:rPr spc="-5" dirty="0">
                <a:solidFill>
                  <a:srgbClr val="4D4D4D"/>
                </a:solidFill>
                <a:latin typeface="Rockwell"/>
                <a:cs typeface="Rockwell"/>
              </a:rPr>
              <a:t>ed</a:t>
            </a:r>
            <a:endParaRPr dirty="0">
              <a:latin typeface="Rockwell"/>
              <a:cs typeface="Rockwell"/>
            </a:endParaRPr>
          </a:p>
          <a:p>
            <a:pPr>
              <a:spcBef>
                <a:spcPts val="12"/>
              </a:spcBef>
              <a:buClr>
                <a:srgbClr val="4D4D4D"/>
              </a:buClr>
              <a:buFont typeface="Arial"/>
              <a:buChar char="•"/>
            </a:pPr>
            <a:endParaRPr dirty="0">
              <a:latin typeface="Times New Roman"/>
              <a:cs typeface="Times New Roman"/>
            </a:endParaRPr>
          </a:p>
          <a:p>
            <a:pPr marL="161925" indent="-149225">
              <a:buClr>
                <a:srgbClr val="4D4D4D"/>
              </a:buClr>
              <a:buFont typeface="Arial"/>
              <a:buChar char="•"/>
              <a:tabLst>
                <a:tab pos="162560" algn="l"/>
              </a:tabLst>
            </a:pPr>
            <a:r>
              <a:rPr dirty="0">
                <a:solidFill>
                  <a:srgbClr val="4D4D4D"/>
                </a:solidFill>
                <a:latin typeface="Rockwell"/>
                <a:cs typeface="Rockwell"/>
              </a:rPr>
              <a:t>H</a:t>
            </a:r>
            <a:r>
              <a:rPr spc="-60" dirty="0">
                <a:solidFill>
                  <a:srgbClr val="4D4D4D"/>
                </a:solidFill>
                <a:latin typeface="Rockwell"/>
                <a:cs typeface="Rockwell"/>
              </a:rPr>
              <a:t>o</a:t>
            </a:r>
            <a:r>
              <a:rPr dirty="0">
                <a:solidFill>
                  <a:srgbClr val="4D4D4D"/>
                </a:solidFill>
                <a:latin typeface="Rockwell"/>
                <a:cs typeface="Rockwell"/>
              </a:rPr>
              <a:t>w</a:t>
            </a:r>
            <a:r>
              <a:rPr spc="-20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dirty="0">
                <a:solidFill>
                  <a:srgbClr val="4D4D4D"/>
                </a:solidFill>
                <a:latin typeface="Rockwell"/>
                <a:cs typeface="Rockwell"/>
              </a:rPr>
              <a:t>baselines</a:t>
            </a:r>
            <a:r>
              <a:rPr spc="-5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dirty="0">
                <a:solidFill>
                  <a:srgbClr val="4D4D4D"/>
                </a:solidFill>
                <a:latin typeface="Rockwell"/>
                <a:cs typeface="Rockwell"/>
              </a:rPr>
              <a:t>w</a:t>
            </a:r>
            <a:r>
              <a:rPr spc="-5" dirty="0">
                <a:solidFill>
                  <a:srgbClr val="4D4D4D"/>
                </a:solidFill>
                <a:latin typeface="Rockwell"/>
                <a:cs typeface="Rockwell"/>
              </a:rPr>
              <a:t>i</a:t>
            </a:r>
            <a:r>
              <a:rPr dirty="0">
                <a:solidFill>
                  <a:srgbClr val="4D4D4D"/>
                </a:solidFill>
                <a:latin typeface="Rockwell"/>
                <a:cs typeface="Rockwell"/>
              </a:rPr>
              <a:t>ll</a:t>
            </a:r>
            <a:r>
              <a:rPr spc="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dirty="0">
                <a:solidFill>
                  <a:srgbClr val="4D4D4D"/>
                </a:solidFill>
                <a:latin typeface="Rockwell"/>
                <a:cs typeface="Rockwell"/>
              </a:rPr>
              <a:t>be</a:t>
            </a:r>
            <a:r>
              <a:rPr spc="-1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pc="-5" dirty="0">
                <a:solidFill>
                  <a:srgbClr val="4D4D4D"/>
                </a:solidFill>
                <a:latin typeface="Rockwell"/>
                <a:cs typeface="Rockwell"/>
              </a:rPr>
              <a:t>e</a:t>
            </a:r>
            <a:r>
              <a:rPr dirty="0">
                <a:solidFill>
                  <a:srgbClr val="4D4D4D"/>
                </a:solidFill>
                <a:latin typeface="Rockwell"/>
                <a:cs typeface="Rockwell"/>
              </a:rPr>
              <a:t>st</a:t>
            </a:r>
            <a:r>
              <a:rPr spc="-10" dirty="0">
                <a:solidFill>
                  <a:srgbClr val="4D4D4D"/>
                </a:solidFill>
                <a:latin typeface="Rockwell"/>
                <a:cs typeface="Rockwell"/>
              </a:rPr>
              <a:t>a</a:t>
            </a:r>
            <a:r>
              <a:rPr spc="-20" dirty="0">
                <a:solidFill>
                  <a:srgbClr val="4D4D4D"/>
                </a:solidFill>
                <a:latin typeface="Rockwell"/>
                <a:cs typeface="Rockwell"/>
              </a:rPr>
              <a:t>b</a:t>
            </a:r>
            <a:r>
              <a:rPr dirty="0">
                <a:solidFill>
                  <a:srgbClr val="4D4D4D"/>
                </a:solidFill>
                <a:latin typeface="Rockwell"/>
                <a:cs typeface="Rockwell"/>
              </a:rPr>
              <a:t>lished</a:t>
            </a:r>
            <a:r>
              <a:rPr spc="-4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dirty="0">
                <a:solidFill>
                  <a:srgbClr val="4D4D4D"/>
                </a:solidFill>
                <a:latin typeface="Rockwell"/>
                <a:cs typeface="Rockwell"/>
              </a:rPr>
              <a:t>and</a:t>
            </a:r>
            <a:r>
              <a:rPr spc="-20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dirty="0">
                <a:solidFill>
                  <a:srgbClr val="4D4D4D"/>
                </a:solidFill>
                <a:latin typeface="Rockwell"/>
                <a:cs typeface="Rockwell"/>
              </a:rPr>
              <a:t>con</a:t>
            </a:r>
            <a:r>
              <a:rPr spc="-5" dirty="0">
                <a:solidFill>
                  <a:srgbClr val="4D4D4D"/>
                </a:solidFill>
                <a:latin typeface="Rockwell"/>
                <a:cs typeface="Rockwell"/>
              </a:rPr>
              <a:t>t</a:t>
            </a:r>
            <a:r>
              <a:rPr spc="-60" dirty="0">
                <a:solidFill>
                  <a:srgbClr val="4D4D4D"/>
                </a:solidFill>
                <a:latin typeface="Rockwell"/>
                <a:cs typeface="Rockwell"/>
              </a:rPr>
              <a:t>r</a:t>
            </a:r>
            <a:r>
              <a:rPr spc="-5" dirty="0">
                <a:solidFill>
                  <a:srgbClr val="4D4D4D"/>
                </a:solidFill>
                <a:latin typeface="Rockwell"/>
                <a:cs typeface="Rockwell"/>
              </a:rPr>
              <a:t>olled</a:t>
            </a:r>
            <a:endParaRPr dirty="0">
              <a:latin typeface="Rockwell"/>
              <a:cs typeface="Rockwell"/>
            </a:endParaRPr>
          </a:p>
          <a:p>
            <a:pPr>
              <a:spcBef>
                <a:spcPts val="12"/>
              </a:spcBef>
              <a:buClr>
                <a:srgbClr val="4D4D4D"/>
              </a:buClr>
              <a:buFont typeface="Arial"/>
              <a:buChar char="•"/>
            </a:pPr>
            <a:endParaRPr dirty="0">
              <a:latin typeface="Times New Roman"/>
              <a:cs typeface="Times New Roman"/>
            </a:endParaRPr>
          </a:p>
          <a:p>
            <a:pPr marL="205740" indent="-193040">
              <a:buClr>
                <a:srgbClr val="4D4D4D"/>
              </a:buClr>
              <a:buFont typeface="Arial"/>
              <a:buChar char="•"/>
              <a:tabLst>
                <a:tab pos="206375" algn="l"/>
              </a:tabLst>
            </a:pPr>
            <a:r>
              <a:rPr dirty="0">
                <a:solidFill>
                  <a:srgbClr val="4D4D4D"/>
                </a:solidFill>
                <a:latin typeface="Rockwell"/>
                <a:cs typeface="Rockwell"/>
              </a:rPr>
              <a:t>H</a:t>
            </a:r>
            <a:r>
              <a:rPr spc="-60" dirty="0">
                <a:solidFill>
                  <a:srgbClr val="4D4D4D"/>
                </a:solidFill>
                <a:latin typeface="Rockwell"/>
                <a:cs typeface="Rockwell"/>
              </a:rPr>
              <a:t>o</a:t>
            </a:r>
            <a:r>
              <a:rPr dirty="0">
                <a:solidFill>
                  <a:srgbClr val="4D4D4D"/>
                </a:solidFill>
                <a:latin typeface="Rockwell"/>
                <a:cs typeface="Rockwell"/>
              </a:rPr>
              <a:t>w</a:t>
            </a:r>
            <a:r>
              <a:rPr spc="-20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pc="25" dirty="0">
                <a:solidFill>
                  <a:srgbClr val="4D4D4D"/>
                </a:solidFill>
                <a:latin typeface="Rockwell"/>
                <a:cs typeface="Rockwell"/>
              </a:rPr>
              <a:t>r</a:t>
            </a:r>
            <a:r>
              <a:rPr dirty="0">
                <a:solidFill>
                  <a:srgbClr val="4D4D4D"/>
                </a:solidFill>
                <a:latin typeface="Rockwell"/>
                <a:cs typeface="Rockwell"/>
              </a:rPr>
              <a:t>isk</a:t>
            </a:r>
            <a:r>
              <a:rPr spc="5" dirty="0">
                <a:solidFill>
                  <a:srgbClr val="4D4D4D"/>
                </a:solidFill>
                <a:latin typeface="Rockwell"/>
                <a:cs typeface="Rockwell"/>
              </a:rPr>
              <a:t>s</a:t>
            </a:r>
            <a:r>
              <a:rPr dirty="0">
                <a:solidFill>
                  <a:srgbClr val="4D4D4D"/>
                </a:solidFill>
                <a:latin typeface="Rockwell"/>
                <a:cs typeface="Rockwell"/>
              </a:rPr>
              <a:t>,</a:t>
            </a:r>
            <a:r>
              <a:rPr spc="-12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dirty="0">
                <a:solidFill>
                  <a:srgbClr val="4D4D4D"/>
                </a:solidFill>
                <a:latin typeface="Rockwell"/>
                <a:cs typeface="Rockwell"/>
              </a:rPr>
              <a:t>is</a:t>
            </a:r>
            <a:r>
              <a:rPr spc="5" dirty="0">
                <a:solidFill>
                  <a:srgbClr val="4D4D4D"/>
                </a:solidFill>
                <a:latin typeface="Rockwell"/>
                <a:cs typeface="Rockwell"/>
              </a:rPr>
              <a:t>s</a:t>
            </a:r>
            <a:r>
              <a:rPr dirty="0">
                <a:solidFill>
                  <a:srgbClr val="4D4D4D"/>
                </a:solidFill>
                <a:latin typeface="Rockwell"/>
                <a:cs typeface="Rockwell"/>
              </a:rPr>
              <a:t>ues</a:t>
            </a:r>
            <a:r>
              <a:rPr spc="-3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dirty="0">
                <a:solidFill>
                  <a:srgbClr val="4D4D4D"/>
                </a:solidFill>
                <a:latin typeface="Rockwell"/>
                <a:cs typeface="Rockwell"/>
              </a:rPr>
              <a:t>and</a:t>
            </a:r>
            <a:r>
              <a:rPr spc="-20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dirty="0">
                <a:solidFill>
                  <a:srgbClr val="4D4D4D"/>
                </a:solidFill>
                <a:latin typeface="Rockwell"/>
                <a:cs typeface="Rockwell"/>
              </a:rPr>
              <a:t>chan</a:t>
            </a:r>
            <a:r>
              <a:rPr spc="-30" dirty="0">
                <a:solidFill>
                  <a:srgbClr val="4D4D4D"/>
                </a:solidFill>
                <a:latin typeface="Rockwell"/>
                <a:cs typeface="Rockwell"/>
              </a:rPr>
              <a:t>g</a:t>
            </a:r>
            <a:r>
              <a:rPr spc="-5" dirty="0">
                <a:solidFill>
                  <a:srgbClr val="4D4D4D"/>
                </a:solidFill>
                <a:latin typeface="Rockwell"/>
                <a:cs typeface="Rockwell"/>
              </a:rPr>
              <a:t>e</a:t>
            </a:r>
            <a:r>
              <a:rPr dirty="0">
                <a:solidFill>
                  <a:srgbClr val="4D4D4D"/>
                </a:solidFill>
                <a:latin typeface="Rockwell"/>
                <a:cs typeface="Rockwell"/>
              </a:rPr>
              <a:t>s</a:t>
            </a:r>
            <a:r>
              <a:rPr spc="-40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dirty="0">
                <a:solidFill>
                  <a:srgbClr val="4D4D4D"/>
                </a:solidFill>
                <a:latin typeface="Rockwell"/>
                <a:cs typeface="Rockwell"/>
              </a:rPr>
              <a:t>w</a:t>
            </a:r>
            <a:r>
              <a:rPr spc="-5" dirty="0">
                <a:solidFill>
                  <a:srgbClr val="4D4D4D"/>
                </a:solidFill>
                <a:latin typeface="Rockwell"/>
                <a:cs typeface="Rockwell"/>
              </a:rPr>
              <a:t>i</a:t>
            </a:r>
            <a:r>
              <a:rPr dirty="0">
                <a:solidFill>
                  <a:srgbClr val="4D4D4D"/>
                </a:solidFill>
                <a:latin typeface="Rockwell"/>
                <a:cs typeface="Rockwell"/>
              </a:rPr>
              <a:t>ll</a:t>
            </a:r>
            <a:r>
              <a:rPr spc="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dirty="0">
                <a:solidFill>
                  <a:srgbClr val="4D4D4D"/>
                </a:solidFill>
                <a:latin typeface="Rockwell"/>
                <a:cs typeface="Rockwell"/>
              </a:rPr>
              <a:t>be</a:t>
            </a:r>
            <a:r>
              <a:rPr spc="-1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dirty="0">
                <a:solidFill>
                  <a:srgbClr val="4D4D4D"/>
                </a:solidFill>
                <a:latin typeface="Rockwell"/>
                <a:cs typeface="Rockwell"/>
              </a:rPr>
              <a:t>ide</a:t>
            </a:r>
            <a:r>
              <a:rPr spc="-5" dirty="0">
                <a:solidFill>
                  <a:srgbClr val="4D4D4D"/>
                </a:solidFill>
                <a:latin typeface="Rockwell"/>
                <a:cs typeface="Rockwell"/>
              </a:rPr>
              <a:t>n</a:t>
            </a:r>
            <a:r>
              <a:rPr dirty="0">
                <a:solidFill>
                  <a:srgbClr val="4D4D4D"/>
                </a:solidFill>
                <a:latin typeface="Rockwell"/>
                <a:cs typeface="Rockwell"/>
              </a:rPr>
              <a:t>t</a:t>
            </a:r>
            <a:r>
              <a:rPr spc="-10" dirty="0">
                <a:solidFill>
                  <a:srgbClr val="4D4D4D"/>
                </a:solidFill>
                <a:latin typeface="Rockwell"/>
                <a:cs typeface="Rockwell"/>
              </a:rPr>
              <a:t>i</a:t>
            </a:r>
            <a:r>
              <a:rPr spc="5" dirty="0">
                <a:solidFill>
                  <a:srgbClr val="4D4D4D"/>
                </a:solidFill>
                <a:latin typeface="Rockwell"/>
                <a:cs typeface="Rockwell"/>
              </a:rPr>
              <a:t>f</a:t>
            </a:r>
            <a:r>
              <a:rPr dirty="0">
                <a:solidFill>
                  <a:srgbClr val="4D4D4D"/>
                </a:solidFill>
                <a:latin typeface="Rockwell"/>
                <a:cs typeface="Rockwell"/>
              </a:rPr>
              <a:t>ied as</a:t>
            </a:r>
            <a:r>
              <a:rPr spc="5" dirty="0">
                <a:solidFill>
                  <a:srgbClr val="4D4D4D"/>
                </a:solidFill>
                <a:latin typeface="Rockwell"/>
                <a:cs typeface="Rockwell"/>
              </a:rPr>
              <a:t>s</a:t>
            </a:r>
            <a:r>
              <a:rPr spc="-5" dirty="0">
                <a:solidFill>
                  <a:srgbClr val="4D4D4D"/>
                </a:solidFill>
                <a:latin typeface="Rockwell"/>
                <a:cs typeface="Rockwell"/>
              </a:rPr>
              <a:t>e</a:t>
            </a:r>
            <a:r>
              <a:rPr dirty="0">
                <a:solidFill>
                  <a:srgbClr val="4D4D4D"/>
                </a:solidFill>
                <a:latin typeface="Rockwell"/>
                <a:cs typeface="Rockwell"/>
              </a:rPr>
              <a:t>s</a:t>
            </a:r>
            <a:r>
              <a:rPr spc="-10" dirty="0">
                <a:solidFill>
                  <a:srgbClr val="4D4D4D"/>
                </a:solidFill>
                <a:latin typeface="Rockwell"/>
                <a:cs typeface="Rockwell"/>
              </a:rPr>
              <a:t>s</a:t>
            </a:r>
            <a:r>
              <a:rPr spc="-5" dirty="0">
                <a:solidFill>
                  <a:srgbClr val="4D4D4D"/>
                </a:solidFill>
                <a:latin typeface="Rockwell"/>
                <a:cs typeface="Rockwell"/>
              </a:rPr>
              <a:t>e</a:t>
            </a:r>
            <a:r>
              <a:rPr dirty="0">
                <a:solidFill>
                  <a:srgbClr val="4D4D4D"/>
                </a:solidFill>
                <a:latin typeface="Rockwell"/>
                <a:cs typeface="Rockwell"/>
              </a:rPr>
              <a:t>d</a:t>
            </a:r>
            <a:r>
              <a:rPr spc="-5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dirty="0">
                <a:solidFill>
                  <a:srgbClr val="4D4D4D"/>
                </a:solidFill>
                <a:latin typeface="Rockwell"/>
                <a:cs typeface="Rockwell"/>
              </a:rPr>
              <a:t>and</a:t>
            </a:r>
            <a:r>
              <a:rPr spc="-20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dirty="0">
                <a:solidFill>
                  <a:srgbClr val="4D4D4D"/>
                </a:solidFill>
                <a:latin typeface="Rockwell"/>
                <a:cs typeface="Rockwell"/>
              </a:rPr>
              <a:t>con</a:t>
            </a:r>
            <a:r>
              <a:rPr spc="-5" dirty="0">
                <a:solidFill>
                  <a:srgbClr val="4D4D4D"/>
                </a:solidFill>
                <a:latin typeface="Rockwell"/>
                <a:cs typeface="Rockwell"/>
              </a:rPr>
              <a:t>t</a:t>
            </a:r>
            <a:r>
              <a:rPr spc="-60" dirty="0">
                <a:solidFill>
                  <a:srgbClr val="4D4D4D"/>
                </a:solidFill>
                <a:latin typeface="Rockwell"/>
                <a:cs typeface="Rockwell"/>
              </a:rPr>
              <a:t>r</a:t>
            </a:r>
            <a:r>
              <a:rPr spc="-5" dirty="0">
                <a:solidFill>
                  <a:srgbClr val="4D4D4D"/>
                </a:solidFill>
                <a:latin typeface="Rockwell"/>
                <a:cs typeface="Rockwell"/>
              </a:rPr>
              <a:t>olled</a:t>
            </a:r>
            <a:endParaRPr dirty="0">
              <a:latin typeface="Rockwell"/>
              <a:cs typeface="Rockwell"/>
            </a:endParaRPr>
          </a:p>
          <a:p>
            <a:pPr>
              <a:spcBef>
                <a:spcPts val="15"/>
              </a:spcBef>
              <a:buClr>
                <a:srgbClr val="4D4D4D"/>
              </a:buClr>
              <a:buFont typeface="Arial"/>
              <a:buChar char="•"/>
            </a:pPr>
            <a:endParaRPr dirty="0">
              <a:latin typeface="Times New Roman"/>
              <a:cs typeface="Times New Roman"/>
            </a:endParaRPr>
          </a:p>
          <a:p>
            <a:pPr marL="205740" indent="-193040">
              <a:buClr>
                <a:srgbClr val="4D4D4D"/>
              </a:buClr>
              <a:buFont typeface="Arial"/>
              <a:buChar char="•"/>
              <a:tabLst>
                <a:tab pos="206375" algn="l"/>
              </a:tabLst>
            </a:pPr>
            <a:r>
              <a:rPr dirty="0">
                <a:solidFill>
                  <a:srgbClr val="4D4D4D"/>
                </a:solidFill>
                <a:latin typeface="Rockwell"/>
                <a:cs typeface="Rockwell"/>
              </a:rPr>
              <a:t>H</a:t>
            </a:r>
            <a:r>
              <a:rPr spc="-60" dirty="0">
                <a:solidFill>
                  <a:srgbClr val="4D4D4D"/>
                </a:solidFill>
                <a:latin typeface="Rockwell"/>
                <a:cs typeface="Rockwell"/>
              </a:rPr>
              <a:t>o</a:t>
            </a:r>
            <a:r>
              <a:rPr dirty="0">
                <a:solidFill>
                  <a:srgbClr val="4D4D4D"/>
                </a:solidFill>
                <a:latin typeface="Rockwell"/>
                <a:cs typeface="Rockwell"/>
              </a:rPr>
              <a:t>w</a:t>
            </a:r>
            <a:r>
              <a:rPr spc="-20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dirty="0">
                <a:solidFill>
                  <a:srgbClr val="4D4D4D"/>
                </a:solidFill>
                <a:latin typeface="Rockwell"/>
                <a:cs typeface="Rockwell"/>
              </a:rPr>
              <a:t>p</a:t>
            </a:r>
            <a:r>
              <a:rPr spc="-60" dirty="0">
                <a:solidFill>
                  <a:srgbClr val="4D4D4D"/>
                </a:solidFill>
                <a:latin typeface="Rockwell"/>
                <a:cs typeface="Rockwell"/>
              </a:rPr>
              <a:t>r</a:t>
            </a:r>
            <a:r>
              <a:rPr spc="-5" dirty="0">
                <a:solidFill>
                  <a:srgbClr val="4D4D4D"/>
                </a:solidFill>
                <a:latin typeface="Rockwell"/>
                <a:cs typeface="Rockwell"/>
              </a:rPr>
              <a:t>og</a:t>
            </a:r>
            <a:r>
              <a:rPr spc="-75" dirty="0">
                <a:solidFill>
                  <a:srgbClr val="4D4D4D"/>
                </a:solidFill>
                <a:latin typeface="Rockwell"/>
                <a:cs typeface="Rockwell"/>
              </a:rPr>
              <a:t>r</a:t>
            </a:r>
            <a:r>
              <a:rPr spc="-5" dirty="0">
                <a:solidFill>
                  <a:srgbClr val="4D4D4D"/>
                </a:solidFill>
                <a:latin typeface="Rockwell"/>
                <a:cs typeface="Rockwell"/>
              </a:rPr>
              <a:t>e</a:t>
            </a:r>
            <a:r>
              <a:rPr dirty="0">
                <a:solidFill>
                  <a:srgbClr val="4D4D4D"/>
                </a:solidFill>
                <a:latin typeface="Rockwell"/>
                <a:cs typeface="Rockwell"/>
              </a:rPr>
              <a:t>ss</a:t>
            </a:r>
            <a:r>
              <a:rPr spc="-2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dirty="0">
                <a:solidFill>
                  <a:srgbClr val="4D4D4D"/>
                </a:solidFill>
                <a:latin typeface="Rockwell"/>
                <a:cs typeface="Rockwell"/>
              </a:rPr>
              <a:t>w</a:t>
            </a:r>
            <a:r>
              <a:rPr spc="-5" dirty="0">
                <a:solidFill>
                  <a:srgbClr val="4D4D4D"/>
                </a:solidFill>
                <a:latin typeface="Rockwell"/>
                <a:cs typeface="Rockwell"/>
              </a:rPr>
              <a:t>i</a:t>
            </a:r>
            <a:r>
              <a:rPr dirty="0">
                <a:solidFill>
                  <a:srgbClr val="4D4D4D"/>
                </a:solidFill>
                <a:latin typeface="Rockwell"/>
                <a:cs typeface="Rockwell"/>
              </a:rPr>
              <a:t>ll</a:t>
            </a:r>
            <a:r>
              <a:rPr spc="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dirty="0">
                <a:solidFill>
                  <a:srgbClr val="4D4D4D"/>
                </a:solidFill>
                <a:latin typeface="Rockwell"/>
                <a:cs typeface="Rockwell"/>
              </a:rPr>
              <a:t>be</a:t>
            </a:r>
            <a:r>
              <a:rPr spc="-1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pc="-5" dirty="0">
                <a:solidFill>
                  <a:srgbClr val="4D4D4D"/>
                </a:solidFill>
                <a:latin typeface="Rockwell"/>
                <a:cs typeface="Rockwell"/>
              </a:rPr>
              <a:t>mon</a:t>
            </a:r>
            <a:r>
              <a:rPr spc="-10" dirty="0">
                <a:solidFill>
                  <a:srgbClr val="4D4D4D"/>
                </a:solidFill>
                <a:latin typeface="Rockwell"/>
                <a:cs typeface="Rockwell"/>
              </a:rPr>
              <a:t>i</a:t>
            </a:r>
            <a:r>
              <a:rPr dirty="0">
                <a:solidFill>
                  <a:srgbClr val="4D4D4D"/>
                </a:solidFill>
                <a:latin typeface="Rockwell"/>
                <a:cs typeface="Rockwell"/>
              </a:rPr>
              <a:t>t</a:t>
            </a:r>
            <a:r>
              <a:rPr spc="-5" dirty="0">
                <a:solidFill>
                  <a:srgbClr val="4D4D4D"/>
                </a:solidFill>
                <a:latin typeface="Rockwell"/>
                <a:cs typeface="Rockwell"/>
              </a:rPr>
              <a:t>o</a:t>
            </a:r>
            <a:r>
              <a:rPr spc="-70" dirty="0">
                <a:solidFill>
                  <a:srgbClr val="4D4D4D"/>
                </a:solidFill>
                <a:latin typeface="Rockwell"/>
                <a:cs typeface="Rockwell"/>
              </a:rPr>
              <a:t>r</a:t>
            </a:r>
            <a:r>
              <a:rPr spc="-5" dirty="0">
                <a:solidFill>
                  <a:srgbClr val="4D4D4D"/>
                </a:solidFill>
                <a:latin typeface="Rockwell"/>
                <a:cs typeface="Rockwell"/>
              </a:rPr>
              <a:t>e</a:t>
            </a:r>
            <a:r>
              <a:rPr dirty="0">
                <a:solidFill>
                  <a:srgbClr val="4D4D4D"/>
                </a:solidFill>
                <a:latin typeface="Rockwell"/>
                <a:cs typeface="Rockwell"/>
              </a:rPr>
              <a:t>d</a:t>
            </a:r>
            <a:r>
              <a:rPr spc="-20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dirty="0">
                <a:solidFill>
                  <a:srgbClr val="4D4D4D"/>
                </a:solidFill>
                <a:latin typeface="Rockwell"/>
                <a:cs typeface="Rockwell"/>
              </a:rPr>
              <a:t>and</a:t>
            </a:r>
            <a:r>
              <a:rPr spc="-10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dirty="0">
                <a:solidFill>
                  <a:srgbClr val="4D4D4D"/>
                </a:solidFill>
                <a:latin typeface="Rockwell"/>
                <a:cs typeface="Rockwell"/>
              </a:rPr>
              <a:t>con</a:t>
            </a:r>
            <a:r>
              <a:rPr spc="-5" dirty="0">
                <a:solidFill>
                  <a:srgbClr val="4D4D4D"/>
                </a:solidFill>
                <a:latin typeface="Rockwell"/>
                <a:cs typeface="Rockwell"/>
              </a:rPr>
              <a:t>t</a:t>
            </a:r>
            <a:r>
              <a:rPr spc="-60" dirty="0">
                <a:solidFill>
                  <a:srgbClr val="4D4D4D"/>
                </a:solidFill>
                <a:latin typeface="Rockwell"/>
                <a:cs typeface="Rockwell"/>
              </a:rPr>
              <a:t>r</a:t>
            </a:r>
            <a:r>
              <a:rPr spc="-5" dirty="0">
                <a:solidFill>
                  <a:srgbClr val="4D4D4D"/>
                </a:solidFill>
                <a:latin typeface="Rockwell"/>
                <a:cs typeface="Rockwell"/>
              </a:rPr>
              <a:t>olled</a:t>
            </a:r>
            <a:endParaRPr dirty="0">
              <a:latin typeface="Rockwell"/>
              <a:cs typeface="Rockwell"/>
            </a:endParaRPr>
          </a:p>
          <a:p>
            <a:pPr>
              <a:spcBef>
                <a:spcPts val="12"/>
              </a:spcBef>
              <a:buClr>
                <a:srgbClr val="4D4D4D"/>
              </a:buClr>
              <a:buFont typeface="Arial"/>
              <a:buChar char="•"/>
            </a:pPr>
            <a:endParaRPr dirty="0">
              <a:latin typeface="Times New Roman"/>
              <a:cs typeface="Times New Roman"/>
            </a:endParaRPr>
          </a:p>
          <a:p>
            <a:pPr marL="192405" indent="-179705">
              <a:buClr>
                <a:srgbClr val="4D4D4D"/>
              </a:buClr>
              <a:buFont typeface="Arial"/>
              <a:buChar char="•"/>
              <a:tabLst>
                <a:tab pos="193040" algn="l"/>
              </a:tabLst>
            </a:pPr>
            <a:r>
              <a:rPr dirty="0">
                <a:solidFill>
                  <a:srgbClr val="4D4D4D"/>
                </a:solidFill>
                <a:latin typeface="Rockwell"/>
                <a:cs typeface="Rockwell"/>
              </a:rPr>
              <a:t>Who</a:t>
            </a:r>
            <a:r>
              <a:rPr spc="-20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pc="-5" dirty="0">
                <a:solidFill>
                  <a:srgbClr val="4D4D4D"/>
                </a:solidFill>
                <a:latin typeface="Rockwell"/>
                <a:cs typeface="Rockwell"/>
              </a:rPr>
              <a:t>need</a:t>
            </a:r>
            <a:r>
              <a:rPr dirty="0">
                <a:solidFill>
                  <a:srgbClr val="4D4D4D"/>
                </a:solidFill>
                <a:latin typeface="Rockwell"/>
                <a:cs typeface="Rockwell"/>
              </a:rPr>
              <a:t>s</a:t>
            </a:r>
            <a:r>
              <a:rPr spc="-10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dirty="0">
                <a:solidFill>
                  <a:srgbClr val="4D4D4D"/>
                </a:solidFill>
                <a:latin typeface="Rockwell"/>
                <a:cs typeface="Rockwell"/>
              </a:rPr>
              <a:t>in</a:t>
            </a:r>
            <a:r>
              <a:rPr spc="15" dirty="0">
                <a:solidFill>
                  <a:srgbClr val="4D4D4D"/>
                </a:solidFill>
                <a:latin typeface="Rockwell"/>
                <a:cs typeface="Rockwell"/>
              </a:rPr>
              <a:t>f</a:t>
            </a:r>
            <a:r>
              <a:rPr spc="-5" dirty="0">
                <a:solidFill>
                  <a:srgbClr val="4D4D4D"/>
                </a:solidFill>
                <a:latin typeface="Rockwell"/>
                <a:cs typeface="Rockwell"/>
              </a:rPr>
              <a:t>ormat</a:t>
            </a:r>
            <a:r>
              <a:rPr dirty="0">
                <a:solidFill>
                  <a:srgbClr val="4D4D4D"/>
                </a:solidFill>
                <a:latin typeface="Rockwell"/>
                <a:cs typeface="Rockwell"/>
              </a:rPr>
              <a:t>ion,</a:t>
            </a:r>
            <a:r>
              <a:rPr spc="-114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pc="-10" dirty="0">
                <a:solidFill>
                  <a:srgbClr val="4D4D4D"/>
                </a:solidFill>
                <a:latin typeface="Rockwell"/>
                <a:cs typeface="Rockwell"/>
              </a:rPr>
              <a:t>i</a:t>
            </a:r>
            <a:r>
              <a:rPr dirty="0">
                <a:solidFill>
                  <a:srgbClr val="4D4D4D"/>
                </a:solidFill>
                <a:latin typeface="Rockwell"/>
                <a:cs typeface="Rockwell"/>
              </a:rPr>
              <a:t>n </a:t>
            </a:r>
            <a:r>
              <a:rPr spc="-30" dirty="0">
                <a:solidFill>
                  <a:srgbClr val="4D4D4D"/>
                </a:solidFill>
                <a:latin typeface="Rockwell"/>
                <a:cs typeface="Rockwell"/>
              </a:rPr>
              <a:t>w</a:t>
            </a:r>
            <a:r>
              <a:rPr spc="-5" dirty="0">
                <a:solidFill>
                  <a:srgbClr val="4D4D4D"/>
                </a:solidFill>
                <a:latin typeface="Rockwell"/>
                <a:cs typeface="Rockwell"/>
              </a:rPr>
              <a:t>ha</a:t>
            </a:r>
            <a:r>
              <a:rPr dirty="0">
                <a:solidFill>
                  <a:srgbClr val="4D4D4D"/>
                </a:solidFill>
                <a:latin typeface="Rockwell"/>
                <a:cs typeface="Rockwell"/>
              </a:rPr>
              <a:t>t</a:t>
            </a:r>
            <a:r>
              <a:rPr spc="-20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pc="20" dirty="0">
                <a:solidFill>
                  <a:srgbClr val="4D4D4D"/>
                </a:solidFill>
                <a:latin typeface="Rockwell"/>
                <a:cs typeface="Rockwell"/>
              </a:rPr>
              <a:t>f</a:t>
            </a:r>
            <a:r>
              <a:rPr spc="-5" dirty="0">
                <a:solidFill>
                  <a:srgbClr val="4D4D4D"/>
                </a:solidFill>
                <a:latin typeface="Rockwell"/>
                <a:cs typeface="Rockwell"/>
              </a:rPr>
              <a:t>orma</a:t>
            </a:r>
            <a:r>
              <a:rPr dirty="0">
                <a:solidFill>
                  <a:srgbClr val="4D4D4D"/>
                </a:solidFill>
                <a:latin typeface="Rockwell"/>
                <a:cs typeface="Rockwell"/>
              </a:rPr>
              <a:t>t</a:t>
            </a:r>
            <a:r>
              <a:rPr spc="-5" dirty="0">
                <a:solidFill>
                  <a:srgbClr val="4D4D4D"/>
                </a:solidFill>
                <a:latin typeface="Rockwell"/>
                <a:cs typeface="Rockwell"/>
              </a:rPr>
              <a:t> an</a:t>
            </a:r>
            <a:r>
              <a:rPr dirty="0">
                <a:solidFill>
                  <a:srgbClr val="4D4D4D"/>
                </a:solidFill>
                <a:latin typeface="Rockwell"/>
                <a:cs typeface="Rockwell"/>
              </a:rPr>
              <a:t>d</a:t>
            </a:r>
            <a:r>
              <a:rPr spc="-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dirty="0">
                <a:solidFill>
                  <a:srgbClr val="4D4D4D"/>
                </a:solidFill>
                <a:latin typeface="Rockwell"/>
                <a:cs typeface="Rockwell"/>
              </a:rPr>
              <a:t>at</a:t>
            </a:r>
            <a:r>
              <a:rPr spc="-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pc="-30" dirty="0">
                <a:solidFill>
                  <a:srgbClr val="4D4D4D"/>
                </a:solidFill>
                <a:latin typeface="Rockwell"/>
                <a:cs typeface="Rockwell"/>
              </a:rPr>
              <a:t>w</a:t>
            </a:r>
            <a:r>
              <a:rPr spc="-5" dirty="0">
                <a:solidFill>
                  <a:srgbClr val="4D4D4D"/>
                </a:solidFill>
                <a:latin typeface="Rockwell"/>
                <a:cs typeface="Rockwell"/>
              </a:rPr>
              <a:t>ha</a:t>
            </a:r>
            <a:r>
              <a:rPr dirty="0">
                <a:solidFill>
                  <a:srgbClr val="4D4D4D"/>
                </a:solidFill>
                <a:latin typeface="Rockwell"/>
                <a:cs typeface="Rockwell"/>
              </a:rPr>
              <a:t>t</a:t>
            </a:r>
            <a:r>
              <a:rPr spc="-20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dirty="0">
                <a:solidFill>
                  <a:srgbClr val="4D4D4D"/>
                </a:solidFill>
                <a:latin typeface="Rockwell"/>
                <a:cs typeface="Rockwell"/>
              </a:rPr>
              <a:t>t</a:t>
            </a:r>
            <a:r>
              <a:rPr spc="-10" dirty="0">
                <a:solidFill>
                  <a:srgbClr val="4D4D4D"/>
                </a:solidFill>
                <a:latin typeface="Rockwell"/>
                <a:cs typeface="Rockwell"/>
              </a:rPr>
              <a:t>i</a:t>
            </a:r>
            <a:r>
              <a:rPr spc="-5" dirty="0">
                <a:solidFill>
                  <a:srgbClr val="4D4D4D"/>
                </a:solidFill>
                <a:latin typeface="Rockwell"/>
                <a:cs typeface="Rockwell"/>
              </a:rPr>
              <a:t>me</a:t>
            </a:r>
            <a:endParaRPr dirty="0">
              <a:latin typeface="Rockwell"/>
              <a:cs typeface="Rockwel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763259" y="29832"/>
            <a:ext cx="1397000" cy="1846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200" dirty="0">
                <a:latin typeface="Courier New"/>
                <a:cs typeface="Courier New"/>
              </a:rPr>
              <a:t>- Pankaj </a:t>
            </a:r>
            <a:r>
              <a:rPr lang="es-ES" sz="1200" dirty="0">
                <a:latin typeface="Courier New"/>
                <a:cs typeface="Courier New"/>
              </a:rPr>
              <a:t> </a:t>
            </a:r>
            <a:endParaRPr sz="1200" dirty="0">
              <a:latin typeface="Courier New"/>
              <a:cs typeface="Courier New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0" y="16148"/>
            <a:ext cx="12192000" cy="548956"/>
          </a:xfrm>
          <a:prstGeom prst="rect">
            <a:avLst/>
          </a:prstGeom>
          <a:solidFill>
            <a:srgbClr val="00008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dirty="0" smtClean="0">
                <a:latin typeface="Rockwell" charset="0"/>
                <a:ea typeface="Rockwell" charset="0"/>
                <a:cs typeface="Rockwell" charset="0"/>
              </a:rPr>
              <a:t>Objectives of Initiating a Project</a:t>
            </a:r>
            <a:endParaRPr lang="en-US" sz="2800" dirty="0">
              <a:latin typeface="Rockwell" charset="0"/>
              <a:ea typeface="Rockwell" charset="0"/>
              <a:cs typeface="Rockwel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58460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565103"/>
            <a:ext cx="354330" cy="5945871"/>
          </a:xfrm>
          <a:custGeom>
            <a:avLst/>
            <a:gdLst/>
            <a:ahLst/>
            <a:cxnLst/>
            <a:rect l="l" t="t" r="r" b="b"/>
            <a:pathLst>
              <a:path w="354330" h="5904230">
                <a:moveTo>
                  <a:pt x="0" y="5903975"/>
                </a:moveTo>
                <a:lnTo>
                  <a:pt x="354011" y="5903975"/>
                </a:lnTo>
                <a:lnTo>
                  <a:pt x="354011" y="0"/>
                </a:lnTo>
                <a:lnTo>
                  <a:pt x="0" y="0"/>
                </a:lnTo>
                <a:lnTo>
                  <a:pt x="0" y="5903975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-1" y="6510975"/>
            <a:ext cx="12192001" cy="405130"/>
          </a:xfrm>
          <a:custGeom>
            <a:avLst/>
            <a:gdLst/>
            <a:ahLst/>
            <a:cxnLst/>
            <a:rect l="l" t="t" r="r" b="b"/>
            <a:pathLst>
              <a:path w="9144000" h="405129">
                <a:moveTo>
                  <a:pt x="9144000" y="404811"/>
                </a:moveTo>
                <a:lnTo>
                  <a:pt x="9144000" y="0"/>
                </a:lnTo>
                <a:lnTo>
                  <a:pt x="0" y="0"/>
                </a:lnTo>
                <a:lnTo>
                  <a:pt x="0" y="404811"/>
                </a:lnTo>
                <a:lnTo>
                  <a:pt x="9144000" y="404811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926743" y="28078"/>
            <a:ext cx="3770629" cy="4308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800" b="1" spc="-15" dirty="0">
                <a:solidFill>
                  <a:srgbClr val="FFFFFF"/>
                </a:solidFill>
                <a:latin typeface="Rockwell"/>
                <a:cs typeface="Rockwell"/>
              </a:rPr>
              <a:t>Ini</a:t>
            </a:r>
            <a:r>
              <a:rPr sz="2800" b="1" spc="-25" dirty="0">
                <a:solidFill>
                  <a:srgbClr val="FFFFFF"/>
                </a:solidFill>
                <a:latin typeface="Rockwell"/>
                <a:cs typeface="Rockwell"/>
              </a:rPr>
              <a:t>t</a:t>
            </a:r>
            <a:r>
              <a:rPr sz="2800" b="1" spc="-15" dirty="0">
                <a:solidFill>
                  <a:srgbClr val="FFFFFF"/>
                </a:solidFill>
                <a:latin typeface="Rockwell"/>
                <a:cs typeface="Rockwell"/>
              </a:rPr>
              <a:t>iat</a:t>
            </a:r>
            <a:r>
              <a:rPr sz="2800" b="1" spc="-25" dirty="0">
                <a:solidFill>
                  <a:srgbClr val="FFFFFF"/>
                </a:solidFill>
                <a:latin typeface="Rockwell"/>
                <a:cs typeface="Rockwell"/>
              </a:rPr>
              <a:t>i</a:t>
            </a:r>
            <a:r>
              <a:rPr sz="2800" b="1" spc="-20" dirty="0">
                <a:solidFill>
                  <a:srgbClr val="FFFFFF"/>
                </a:solidFill>
                <a:latin typeface="Rockwell"/>
                <a:cs typeface="Rockwell"/>
              </a:rPr>
              <a:t>ng</a:t>
            </a:r>
            <a:r>
              <a:rPr sz="2800" b="1" spc="20" dirty="0">
                <a:solidFill>
                  <a:srgbClr val="FFFFFF"/>
                </a:solidFill>
                <a:latin typeface="Rockwell"/>
                <a:cs typeface="Rockwell"/>
              </a:rPr>
              <a:t> </a:t>
            </a:r>
            <a:r>
              <a:rPr sz="2800" b="1" spc="-20" dirty="0">
                <a:solidFill>
                  <a:srgbClr val="FFFFFF"/>
                </a:solidFill>
                <a:latin typeface="Rockwell"/>
                <a:cs typeface="Rockwell"/>
              </a:rPr>
              <a:t>a</a:t>
            </a:r>
            <a:r>
              <a:rPr sz="2800" b="1" spc="-5" dirty="0">
                <a:solidFill>
                  <a:srgbClr val="FFFFFF"/>
                </a:solidFill>
                <a:latin typeface="Rockwell"/>
                <a:cs typeface="Rockwell"/>
              </a:rPr>
              <a:t> </a:t>
            </a:r>
            <a:r>
              <a:rPr sz="2800" b="1" spc="-20" dirty="0">
                <a:solidFill>
                  <a:srgbClr val="FFFFFF"/>
                </a:solidFill>
                <a:latin typeface="Rockwell"/>
                <a:cs typeface="Rockwell"/>
              </a:rPr>
              <a:t>P</a:t>
            </a:r>
            <a:r>
              <a:rPr sz="2800" b="1" spc="-30" dirty="0">
                <a:solidFill>
                  <a:srgbClr val="FFFFFF"/>
                </a:solidFill>
                <a:latin typeface="Rockwell"/>
                <a:cs typeface="Rockwell"/>
              </a:rPr>
              <a:t>r</a:t>
            </a:r>
            <a:r>
              <a:rPr sz="2800" b="1" spc="-20" dirty="0">
                <a:solidFill>
                  <a:srgbClr val="FFFFFF"/>
                </a:solidFill>
                <a:latin typeface="Rockwell"/>
                <a:cs typeface="Rockwell"/>
              </a:rPr>
              <a:t>ojec</a:t>
            </a:r>
            <a:r>
              <a:rPr sz="2800" b="1" spc="-670" dirty="0">
                <a:solidFill>
                  <a:srgbClr val="FFFFFF"/>
                </a:solidFill>
                <a:latin typeface="Rockwell"/>
                <a:cs typeface="Rockwell"/>
              </a:rPr>
              <a:t>t</a:t>
            </a:r>
            <a:r>
              <a:rPr baseline="62500" dirty="0">
                <a:latin typeface="Courier New"/>
                <a:cs typeface="Courier New"/>
              </a:rPr>
              <a:t>Author</a:t>
            </a:r>
            <a:endParaRPr baseline="62500">
              <a:latin typeface="Courier New"/>
              <a:cs typeface="Courier New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49357" y="809310"/>
            <a:ext cx="10986052" cy="52322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5115" indent="-273050"/>
            <a:r>
              <a:rPr sz="2000" spc="-195" dirty="0">
                <a:solidFill>
                  <a:srgbClr val="4D4D4D"/>
                </a:solidFill>
                <a:latin typeface="Rockwell"/>
                <a:cs typeface="Rockwell"/>
              </a:rPr>
              <a:t>F</a:t>
            </a:r>
            <a:r>
              <a:rPr sz="2000" spc="-5" dirty="0">
                <a:solidFill>
                  <a:srgbClr val="4D4D4D"/>
                </a:solidFill>
                <a:latin typeface="Rockwell"/>
                <a:cs typeface="Rockwell"/>
              </a:rPr>
              <a:t>oll</a:t>
            </a:r>
            <a:r>
              <a:rPr sz="2000" spc="-25" dirty="0">
                <a:solidFill>
                  <a:srgbClr val="4D4D4D"/>
                </a:solidFill>
                <a:latin typeface="Rockwell"/>
                <a:cs typeface="Rockwell"/>
              </a:rPr>
              <a:t>o</a:t>
            </a:r>
            <a:r>
              <a:rPr sz="2000" spc="-15" dirty="0">
                <a:solidFill>
                  <a:srgbClr val="4D4D4D"/>
                </a:solidFill>
                <a:latin typeface="Rockwell"/>
                <a:cs typeface="Rockwell"/>
              </a:rPr>
              <a:t>wing</a:t>
            </a:r>
            <a:r>
              <a:rPr sz="2000" spc="-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a</a:t>
            </a:r>
            <a:r>
              <a:rPr sz="2000" spc="-5" dirty="0">
                <a:solidFill>
                  <a:srgbClr val="4D4D4D"/>
                </a:solidFill>
                <a:latin typeface="Rockwell"/>
                <a:cs typeface="Rockwell"/>
              </a:rPr>
              <a:t>r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e</a:t>
            </a:r>
            <a:r>
              <a:rPr sz="2000" spc="10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spc="-5" dirty="0">
                <a:solidFill>
                  <a:srgbClr val="4D4D4D"/>
                </a:solidFill>
                <a:latin typeface="Rockwell"/>
                <a:cs typeface="Rockwell"/>
              </a:rPr>
              <a:t>t</a:t>
            </a:r>
            <a:r>
              <a:rPr sz="2000" spc="5" dirty="0">
                <a:solidFill>
                  <a:srgbClr val="4D4D4D"/>
                </a:solidFill>
                <a:latin typeface="Rockwell"/>
                <a:cs typeface="Rockwell"/>
              </a:rPr>
              <a:t>h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e</a:t>
            </a:r>
            <a:r>
              <a:rPr sz="2000" spc="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spc="-5" dirty="0">
                <a:solidFill>
                  <a:srgbClr val="4D4D4D"/>
                </a:solidFill>
                <a:latin typeface="Rockwell"/>
                <a:cs typeface="Rockwell"/>
              </a:rPr>
              <a:t>Activi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ties</a:t>
            </a:r>
            <a:r>
              <a:rPr sz="2000" spc="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perfo</a:t>
            </a:r>
            <a:r>
              <a:rPr sz="2000" spc="75" dirty="0">
                <a:solidFill>
                  <a:srgbClr val="4D4D4D"/>
                </a:solidFill>
                <a:latin typeface="Rockwell"/>
                <a:cs typeface="Rockwell"/>
              </a:rPr>
              <a:t>r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m</a:t>
            </a:r>
            <a:r>
              <a:rPr sz="2000" spc="-5" dirty="0">
                <a:solidFill>
                  <a:srgbClr val="4D4D4D"/>
                </a:solidFill>
                <a:latin typeface="Rockwell"/>
                <a:cs typeface="Rockwell"/>
              </a:rPr>
              <a:t>e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d</a:t>
            </a:r>
            <a:r>
              <a:rPr sz="2000" spc="40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in Initiating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a</a:t>
            </a:r>
            <a:r>
              <a:rPr sz="2000" spc="-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Proje</a:t>
            </a:r>
            <a:r>
              <a:rPr sz="2000" spc="-15" dirty="0">
                <a:solidFill>
                  <a:srgbClr val="4D4D4D"/>
                </a:solidFill>
                <a:latin typeface="Rockwell"/>
                <a:cs typeface="Rockwell"/>
              </a:rPr>
              <a:t>c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t</a:t>
            </a:r>
            <a:r>
              <a:rPr sz="2000" spc="30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Pro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c</a:t>
            </a:r>
            <a:r>
              <a:rPr sz="2000" spc="-5" dirty="0">
                <a:solidFill>
                  <a:srgbClr val="4D4D4D"/>
                </a:solidFill>
                <a:latin typeface="Rockwell"/>
                <a:cs typeface="Rockwell"/>
              </a:rPr>
              <a:t>es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s</a:t>
            </a:r>
            <a:endParaRPr sz="2000" dirty="0">
              <a:latin typeface="Rockwell"/>
              <a:cs typeface="Rockwell"/>
            </a:endParaRPr>
          </a:p>
          <a:p>
            <a:pPr>
              <a:spcBef>
                <a:spcPts val="32"/>
              </a:spcBef>
            </a:pPr>
            <a:endParaRPr sz="2000" dirty="0">
              <a:latin typeface="Times New Roman"/>
              <a:cs typeface="Times New Roman"/>
            </a:endParaRPr>
          </a:p>
          <a:p>
            <a:pPr marL="285115"/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Pr</a:t>
            </a:r>
            <a:r>
              <a:rPr sz="2000" spc="-40" dirty="0">
                <a:solidFill>
                  <a:srgbClr val="4D4D4D"/>
                </a:solidFill>
                <a:latin typeface="Rockwell"/>
                <a:cs typeface="Rockwell"/>
              </a:rPr>
              <a:t>e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pare</a:t>
            </a:r>
            <a:r>
              <a:rPr sz="2000" spc="20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Ri</a:t>
            </a:r>
            <a:r>
              <a:rPr sz="2000" spc="-25" dirty="0">
                <a:solidFill>
                  <a:srgbClr val="4D4D4D"/>
                </a:solidFill>
                <a:latin typeface="Rockwell"/>
                <a:cs typeface="Rockwell"/>
              </a:rPr>
              <a:t>s</a:t>
            </a:r>
            <a:r>
              <a:rPr sz="2000" spc="-15" dirty="0">
                <a:solidFill>
                  <a:srgbClr val="4D4D4D"/>
                </a:solidFill>
                <a:latin typeface="Rockwell"/>
                <a:cs typeface="Rockwell"/>
              </a:rPr>
              <a:t>k</a:t>
            </a:r>
            <a:r>
              <a:rPr sz="2000" spc="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M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a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na</a:t>
            </a:r>
            <a:r>
              <a:rPr sz="2000" spc="-40" dirty="0">
                <a:solidFill>
                  <a:srgbClr val="4D4D4D"/>
                </a:solidFill>
                <a:latin typeface="Rockwell"/>
                <a:cs typeface="Rockwell"/>
              </a:rPr>
              <a:t>g</a:t>
            </a:r>
            <a:r>
              <a:rPr sz="2000" spc="-5" dirty="0">
                <a:solidFill>
                  <a:srgbClr val="4D4D4D"/>
                </a:solidFill>
                <a:latin typeface="Rockwell"/>
                <a:cs typeface="Rockwell"/>
              </a:rPr>
              <a:t>e</a:t>
            </a:r>
            <a:r>
              <a:rPr sz="2000" spc="5" dirty="0">
                <a:solidFill>
                  <a:srgbClr val="4D4D4D"/>
                </a:solidFill>
                <a:latin typeface="Rockwell"/>
                <a:cs typeface="Rockwell"/>
              </a:rPr>
              <a:t>m</a:t>
            </a:r>
            <a:r>
              <a:rPr sz="2000" spc="-5" dirty="0">
                <a:solidFill>
                  <a:srgbClr val="4D4D4D"/>
                </a:solidFill>
                <a:latin typeface="Rockwell"/>
                <a:cs typeface="Rockwell"/>
              </a:rPr>
              <a:t>en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t</a:t>
            </a:r>
            <a:r>
              <a:rPr sz="2000" spc="20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S</a:t>
            </a:r>
            <a:r>
              <a:rPr sz="2000" spc="5" dirty="0">
                <a:solidFill>
                  <a:srgbClr val="4D4D4D"/>
                </a:solidFill>
                <a:latin typeface="Rockwell"/>
                <a:cs typeface="Rockwell"/>
              </a:rPr>
              <a:t>t</a:t>
            </a:r>
            <a:r>
              <a:rPr sz="2000" spc="-5" dirty="0">
                <a:solidFill>
                  <a:srgbClr val="4D4D4D"/>
                </a:solidFill>
                <a:latin typeface="Rockwell"/>
                <a:cs typeface="Rockwell"/>
              </a:rPr>
              <a:t>r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a</a:t>
            </a:r>
            <a:r>
              <a:rPr sz="2000" spc="-5" dirty="0">
                <a:solidFill>
                  <a:srgbClr val="4D4D4D"/>
                </a:solidFill>
                <a:latin typeface="Rockwell"/>
                <a:cs typeface="Rockwell"/>
              </a:rPr>
              <a:t>te</a:t>
            </a:r>
            <a:r>
              <a:rPr sz="2000" spc="5" dirty="0">
                <a:solidFill>
                  <a:srgbClr val="4D4D4D"/>
                </a:solidFill>
                <a:latin typeface="Rockwell"/>
                <a:cs typeface="Rockwell"/>
              </a:rPr>
              <a:t>g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y</a:t>
            </a:r>
            <a:endParaRPr sz="2000" dirty="0">
              <a:latin typeface="Rockwell"/>
              <a:cs typeface="Rockwell"/>
            </a:endParaRPr>
          </a:p>
          <a:p>
            <a:pPr marL="285115" marR="1718310">
              <a:lnSpc>
                <a:spcPct val="200000"/>
              </a:lnSpc>
            </a:pP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Pr</a:t>
            </a:r>
            <a:r>
              <a:rPr sz="2000" spc="-40" dirty="0">
                <a:solidFill>
                  <a:srgbClr val="4D4D4D"/>
                </a:solidFill>
                <a:latin typeface="Rockwell"/>
                <a:cs typeface="Rockwell"/>
              </a:rPr>
              <a:t>e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pare</a:t>
            </a:r>
            <a:r>
              <a:rPr sz="2000" spc="20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Configuration</a:t>
            </a:r>
            <a:r>
              <a:rPr sz="2000" spc="10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M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a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na</a:t>
            </a:r>
            <a:r>
              <a:rPr sz="2000" spc="-40" dirty="0">
                <a:solidFill>
                  <a:srgbClr val="4D4D4D"/>
                </a:solidFill>
                <a:latin typeface="Rockwell"/>
                <a:cs typeface="Rockwell"/>
              </a:rPr>
              <a:t>g</a:t>
            </a:r>
            <a:r>
              <a:rPr sz="2000" spc="-5" dirty="0">
                <a:solidFill>
                  <a:srgbClr val="4D4D4D"/>
                </a:solidFill>
                <a:latin typeface="Rockwell"/>
                <a:cs typeface="Rockwell"/>
              </a:rPr>
              <a:t>e</a:t>
            </a:r>
            <a:r>
              <a:rPr sz="2000" spc="5" dirty="0">
                <a:solidFill>
                  <a:srgbClr val="4D4D4D"/>
                </a:solidFill>
                <a:latin typeface="Rockwell"/>
                <a:cs typeface="Rockwell"/>
              </a:rPr>
              <a:t>m</a:t>
            </a:r>
            <a:r>
              <a:rPr sz="2000" spc="-5" dirty="0">
                <a:solidFill>
                  <a:srgbClr val="4D4D4D"/>
                </a:solidFill>
                <a:latin typeface="Rockwell"/>
                <a:cs typeface="Rockwell"/>
              </a:rPr>
              <a:t>en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t</a:t>
            </a:r>
            <a:r>
              <a:rPr sz="2000" spc="20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S</a:t>
            </a:r>
            <a:r>
              <a:rPr sz="2000" spc="5" dirty="0">
                <a:solidFill>
                  <a:srgbClr val="4D4D4D"/>
                </a:solidFill>
                <a:latin typeface="Rockwell"/>
                <a:cs typeface="Rockwell"/>
              </a:rPr>
              <a:t>t</a:t>
            </a:r>
            <a:r>
              <a:rPr sz="2000" spc="-5" dirty="0">
                <a:solidFill>
                  <a:srgbClr val="4D4D4D"/>
                </a:solidFill>
                <a:latin typeface="Rockwell"/>
                <a:cs typeface="Rockwell"/>
              </a:rPr>
              <a:t>r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a</a:t>
            </a:r>
            <a:r>
              <a:rPr sz="2000" spc="-5" dirty="0">
                <a:solidFill>
                  <a:srgbClr val="4D4D4D"/>
                </a:solidFill>
                <a:latin typeface="Rockwell"/>
                <a:cs typeface="Rockwell"/>
              </a:rPr>
              <a:t>te</a:t>
            </a:r>
            <a:r>
              <a:rPr sz="2000" spc="5" dirty="0">
                <a:solidFill>
                  <a:srgbClr val="4D4D4D"/>
                </a:solidFill>
                <a:latin typeface="Rockwell"/>
                <a:cs typeface="Rockwell"/>
              </a:rPr>
              <a:t>g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y </a:t>
            </a:r>
            <a:endParaRPr lang="fr-CH" sz="2000" dirty="0" smtClean="0">
              <a:solidFill>
                <a:srgbClr val="4D4D4D"/>
              </a:solidFill>
              <a:latin typeface="Rockwell"/>
              <a:cs typeface="Rockwell"/>
            </a:endParaRPr>
          </a:p>
          <a:p>
            <a:pPr marL="285115" marR="1718310">
              <a:lnSpc>
                <a:spcPct val="200000"/>
              </a:lnSpc>
            </a:pPr>
            <a:r>
              <a:rPr sz="2000" dirty="0" smtClean="0">
                <a:solidFill>
                  <a:srgbClr val="4D4D4D"/>
                </a:solidFill>
                <a:latin typeface="Rockwell"/>
                <a:cs typeface="Rockwell"/>
              </a:rPr>
              <a:t>Pr</a:t>
            </a:r>
            <a:r>
              <a:rPr sz="2000" spc="-40" dirty="0" smtClean="0">
                <a:solidFill>
                  <a:srgbClr val="4D4D4D"/>
                </a:solidFill>
                <a:latin typeface="Rockwell"/>
                <a:cs typeface="Rockwell"/>
              </a:rPr>
              <a:t>e</a:t>
            </a:r>
            <a:r>
              <a:rPr sz="2000" dirty="0" smtClean="0">
                <a:solidFill>
                  <a:srgbClr val="4D4D4D"/>
                </a:solidFill>
                <a:latin typeface="Rockwell"/>
                <a:cs typeface="Rockwell"/>
              </a:rPr>
              <a:t>pare</a:t>
            </a:r>
            <a:r>
              <a:rPr sz="2000" spc="20" dirty="0" smtClean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spc="-5" dirty="0">
                <a:solidFill>
                  <a:srgbClr val="4D4D4D"/>
                </a:solidFill>
                <a:latin typeface="Rockwell"/>
                <a:cs typeface="Rockwell"/>
              </a:rPr>
              <a:t>t</a:t>
            </a:r>
            <a:r>
              <a:rPr sz="2000" spc="5" dirty="0">
                <a:solidFill>
                  <a:srgbClr val="4D4D4D"/>
                </a:solidFill>
                <a:latin typeface="Rockwell"/>
                <a:cs typeface="Rockwell"/>
              </a:rPr>
              <a:t>h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e</a:t>
            </a:r>
            <a:r>
              <a:rPr sz="2000" spc="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Qual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i</a:t>
            </a:r>
            <a:r>
              <a:rPr sz="2000" spc="-5" dirty="0">
                <a:solidFill>
                  <a:srgbClr val="4D4D4D"/>
                </a:solidFill>
                <a:latin typeface="Rockwell"/>
                <a:cs typeface="Rockwell"/>
              </a:rPr>
              <a:t>t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y</a:t>
            </a:r>
            <a:r>
              <a:rPr sz="2000" spc="1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M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a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na</a:t>
            </a:r>
            <a:r>
              <a:rPr sz="2000" spc="-40" dirty="0">
                <a:solidFill>
                  <a:srgbClr val="4D4D4D"/>
                </a:solidFill>
                <a:latin typeface="Rockwell"/>
                <a:cs typeface="Rockwell"/>
              </a:rPr>
              <a:t>g</a:t>
            </a:r>
            <a:r>
              <a:rPr sz="2000" spc="-5" dirty="0">
                <a:solidFill>
                  <a:srgbClr val="4D4D4D"/>
                </a:solidFill>
                <a:latin typeface="Rockwell"/>
                <a:cs typeface="Rockwell"/>
              </a:rPr>
              <a:t>e</a:t>
            </a:r>
            <a:r>
              <a:rPr sz="2000" spc="5" dirty="0">
                <a:solidFill>
                  <a:srgbClr val="4D4D4D"/>
                </a:solidFill>
                <a:latin typeface="Rockwell"/>
                <a:cs typeface="Rockwell"/>
              </a:rPr>
              <a:t>m</a:t>
            </a:r>
            <a:r>
              <a:rPr sz="2000" spc="-5" dirty="0">
                <a:solidFill>
                  <a:srgbClr val="4D4D4D"/>
                </a:solidFill>
                <a:latin typeface="Rockwell"/>
                <a:cs typeface="Rockwell"/>
              </a:rPr>
              <a:t>en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t</a:t>
            </a:r>
            <a:r>
              <a:rPr sz="2000" spc="20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S</a:t>
            </a:r>
            <a:r>
              <a:rPr sz="2000" spc="5" dirty="0">
                <a:solidFill>
                  <a:srgbClr val="4D4D4D"/>
                </a:solidFill>
                <a:latin typeface="Rockwell"/>
                <a:cs typeface="Rockwell"/>
              </a:rPr>
              <a:t>t</a:t>
            </a:r>
            <a:r>
              <a:rPr sz="2000" spc="-5" dirty="0">
                <a:solidFill>
                  <a:srgbClr val="4D4D4D"/>
                </a:solidFill>
                <a:latin typeface="Rockwell"/>
                <a:cs typeface="Rockwell"/>
              </a:rPr>
              <a:t>r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a</a:t>
            </a:r>
            <a:r>
              <a:rPr sz="2000" spc="-5" dirty="0">
                <a:solidFill>
                  <a:srgbClr val="4D4D4D"/>
                </a:solidFill>
                <a:latin typeface="Rockwell"/>
                <a:cs typeface="Rockwell"/>
              </a:rPr>
              <a:t>te</a:t>
            </a:r>
            <a:r>
              <a:rPr sz="2000" spc="5" dirty="0">
                <a:solidFill>
                  <a:srgbClr val="4D4D4D"/>
                </a:solidFill>
                <a:latin typeface="Rockwell"/>
                <a:cs typeface="Rockwell"/>
              </a:rPr>
              <a:t>g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y</a:t>
            </a:r>
            <a:r>
              <a:rPr sz="2000" spc="-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spc="5" dirty="0">
                <a:solidFill>
                  <a:srgbClr val="4D4D4D"/>
                </a:solidFill>
                <a:latin typeface="Rockwell"/>
                <a:cs typeface="Rockwell"/>
              </a:rPr>
              <a:t>(</a:t>
            </a:r>
            <a:r>
              <a:rPr sz="2000" spc="-15" dirty="0">
                <a:solidFill>
                  <a:srgbClr val="4D4D4D"/>
                </a:solidFill>
                <a:latin typeface="Rockwell"/>
                <a:cs typeface="Rockwell"/>
              </a:rPr>
              <a:t>QMS)</a:t>
            </a:r>
            <a:r>
              <a:rPr sz="2000" spc="-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endParaRPr lang="fr-CH" sz="2000" spc="-5" dirty="0" smtClean="0">
              <a:solidFill>
                <a:srgbClr val="4D4D4D"/>
              </a:solidFill>
              <a:latin typeface="Rockwell"/>
              <a:cs typeface="Rockwell"/>
            </a:endParaRPr>
          </a:p>
          <a:p>
            <a:pPr marL="285115" marR="1718310">
              <a:lnSpc>
                <a:spcPct val="200000"/>
              </a:lnSpc>
            </a:pPr>
            <a:r>
              <a:rPr sz="2000" dirty="0" smtClean="0">
                <a:solidFill>
                  <a:srgbClr val="4D4D4D"/>
                </a:solidFill>
                <a:latin typeface="Rockwell"/>
                <a:cs typeface="Rockwell"/>
              </a:rPr>
              <a:t>Pr</a:t>
            </a:r>
            <a:r>
              <a:rPr sz="2000" spc="-40" dirty="0" smtClean="0">
                <a:solidFill>
                  <a:srgbClr val="4D4D4D"/>
                </a:solidFill>
                <a:latin typeface="Rockwell"/>
                <a:cs typeface="Rockwell"/>
              </a:rPr>
              <a:t>e</a:t>
            </a:r>
            <a:r>
              <a:rPr sz="2000" dirty="0" smtClean="0">
                <a:solidFill>
                  <a:srgbClr val="4D4D4D"/>
                </a:solidFill>
                <a:latin typeface="Rockwell"/>
                <a:cs typeface="Rockwell"/>
              </a:rPr>
              <a:t>pare</a:t>
            </a:r>
            <a:r>
              <a:rPr sz="2000" spc="20" dirty="0" smtClean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spc="-5" dirty="0">
                <a:solidFill>
                  <a:srgbClr val="4D4D4D"/>
                </a:solidFill>
                <a:latin typeface="Rockwell"/>
                <a:cs typeface="Rockwell"/>
              </a:rPr>
              <a:t>t</a:t>
            </a:r>
            <a:r>
              <a:rPr sz="2000" spc="5" dirty="0">
                <a:solidFill>
                  <a:srgbClr val="4D4D4D"/>
                </a:solidFill>
                <a:latin typeface="Rockwell"/>
                <a:cs typeface="Rockwell"/>
              </a:rPr>
              <a:t>h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e</a:t>
            </a:r>
            <a:r>
              <a:rPr sz="2000" spc="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Com</a:t>
            </a:r>
            <a:r>
              <a:rPr sz="2000" spc="5" dirty="0">
                <a:solidFill>
                  <a:srgbClr val="4D4D4D"/>
                </a:solidFill>
                <a:latin typeface="Rockwell"/>
                <a:cs typeface="Rockwell"/>
              </a:rPr>
              <a:t>m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un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i</a:t>
            </a:r>
            <a:r>
              <a:rPr sz="2000" spc="-25" dirty="0">
                <a:solidFill>
                  <a:srgbClr val="4D4D4D"/>
                </a:solidFill>
                <a:latin typeface="Rockwell"/>
                <a:cs typeface="Rockwell"/>
              </a:rPr>
              <a:t>c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a</a:t>
            </a:r>
            <a:r>
              <a:rPr sz="2000" spc="-5" dirty="0">
                <a:solidFill>
                  <a:srgbClr val="4D4D4D"/>
                </a:solidFill>
                <a:latin typeface="Rockwell"/>
                <a:cs typeface="Rockwell"/>
              </a:rPr>
              <a:t>tio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n</a:t>
            </a:r>
            <a:r>
              <a:rPr sz="2000" spc="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M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a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na</a:t>
            </a:r>
            <a:r>
              <a:rPr sz="2000" spc="-40" dirty="0">
                <a:solidFill>
                  <a:srgbClr val="4D4D4D"/>
                </a:solidFill>
                <a:latin typeface="Rockwell"/>
                <a:cs typeface="Rockwell"/>
              </a:rPr>
              <a:t>g</a:t>
            </a:r>
            <a:r>
              <a:rPr sz="2000" spc="-5" dirty="0">
                <a:solidFill>
                  <a:srgbClr val="4D4D4D"/>
                </a:solidFill>
                <a:latin typeface="Rockwell"/>
                <a:cs typeface="Rockwell"/>
              </a:rPr>
              <a:t>e</a:t>
            </a:r>
            <a:r>
              <a:rPr sz="2000" spc="5" dirty="0">
                <a:solidFill>
                  <a:srgbClr val="4D4D4D"/>
                </a:solidFill>
                <a:latin typeface="Rockwell"/>
                <a:cs typeface="Rockwell"/>
              </a:rPr>
              <a:t>m</a:t>
            </a:r>
            <a:r>
              <a:rPr sz="2000" spc="-5" dirty="0">
                <a:solidFill>
                  <a:srgbClr val="4D4D4D"/>
                </a:solidFill>
                <a:latin typeface="Rockwell"/>
                <a:cs typeface="Rockwell"/>
              </a:rPr>
              <a:t>en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t</a:t>
            </a:r>
            <a:r>
              <a:rPr sz="2000" spc="20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S</a:t>
            </a:r>
            <a:r>
              <a:rPr sz="2000" spc="5" dirty="0">
                <a:solidFill>
                  <a:srgbClr val="4D4D4D"/>
                </a:solidFill>
                <a:latin typeface="Rockwell"/>
                <a:cs typeface="Rockwell"/>
              </a:rPr>
              <a:t>t</a:t>
            </a:r>
            <a:r>
              <a:rPr sz="2000" spc="-5" dirty="0">
                <a:solidFill>
                  <a:srgbClr val="4D4D4D"/>
                </a:solidFill>
                <a:latin typeface="Rockwell"/>
                <a:cs typeface="Rockwell"/>
              </a:rPr>
              <a:t>r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a</a:t>
            </a:r>
            <a:r>
              <a:rPr sz="2000" spc="-5" dirty="0">
                <a:solidFill>
                  <a:srgbClr val="4D4D4D"/>
                </a:solidFill>
                <a:latin typeface="Rockwell"/>
                <a:cs typeface="Rockwell"/>
              </a:rPr>
              <a:t>te</a:t>
            </a:r>
            <a:r>
              <a:rPr sz="2000" spc="5" dirty="0">
                <a:solidFill>
                  <a:srgbClr val="4D4D4D"/>
                </a:solidFill>
                <a:latin typeface="Rockwell"/>
                <a:cs typeface="Rockwell"/>
              </a:rPr>
              <a:t>g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y </a:t>
            </a:r>
            <a:endParaRPr lang="fr-CH" sz="2000" dirty="0">
              <a:solidFill>
                <a:srgbClr val="4D4D4D"/>
              </a:solidFill>
              <a:latin typeface="Rockwell"/>
              <a:cs typeface="Rockwell"/>
            </a:endParaRPr>
          </a:p>
          <a:p>
            <a:pPr marL="285115" marR="1718310">
              <a:lnSpc>
                <a:spcPct val="200000"/>
              </a:lnSpc>
            </a:pPr>
            <a:r>
              <a:rPr sz="2000" dirty="0" smtClean="0">
                <a:solidFill>
                  <a:srgbClr val="4D4D4D"/>
                </a:solidFill>
                <a:latin typeface="Rockwell"/>
                <a:cs typeface="Rockwell"/>
              </a:rPr>
              <a:t>Set 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up</a:t>
            </a:r>
            <a:r>
              <a:rPr sz="2000" spc="-5" dirty="0">
                <a:solidFill>
                  <a:srgbClr val="4D4D4D"/>
                </a:solidFill>
                <a:latin typeface="Rockwell"/>
                <a:cs typeface="Rockwell"/>
              </a:rPr>
              <a:t> t</a:t>
            </a:r>
            <a:r>
              <a:rPr sz="2000" spc="5" dirty="0">
                <a:solidFill>
                  <a:srgbClr val="4D4D4D"/>
                </a:solidFill>
                <a:latin typeface="Rockwell"/>
                <a:cs typeface="Rockwell"/>
              </a:rPr>
              <a:t>h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e</a:t>
            </a:r>
            <a:r>
              <a:rPr sz="2000" spc="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Proje</a:t>
            </a:r>
            <a:r>
              <a:rPr sz="2000" spc="-15" dirty="0">
                <a:solidFill>
                  <a:srgbClr val="4D4D4D"/>
                </a:solidFill>
                <a:latin typeface="Rockwell"/>
                <a:cs typeface="Rockwell"/>
              </a:rPr>
              <a:t>c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t</a:t>
            </a:r>
            <a:r>
              <a:rPr sz="2000" spc="30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Cont</a:t>
            </a:r>
            <a:r>
              <a:rPr sz="2000" spc="-5" dirty="0">
                <a:solidFill>
                  <a:srgbClr val="4D4D4D"/>
                </a:solidFill>
                <a:latin typeface="Rockwell"/>
                <a:cs typeface="Rockwell"/>
              </a:rPr>
              <a:t>rols</a:t>
            </a:r>
            <a:endParaRPr sz="2000" dirty="0">
              <a:latin typeface="Rockwell"/>
              <a:cs typeface="Rockwell"/>
            </a:endParaRPr>
          </a:p>
          <a:p>
            <a:pPr>
              <a:spcBef>
                <a:spcPts val="32"/>
              </a:spcBef>
            </a:pPr>
            <a:endParaRPr sz="2000" dirty="0">
              <a:latin typeface="Times New Roman"/>
              <a:cs typeface="Times New Roman"/>
            </a:endParaRPr>
          </a:p>
          <a:p>
            <a:pPr marL="285115"/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Cre</a:t>
            </a:r>
            <a:r>
              <a:rPr sz="2000" spc="-15" dirty="0">
                <a:solidFill>
                  <a:srgbClr val="4D4D4D"/>
                </a:solidFill>
                <a:latin typeface="Rockwell"/>
                <a:cs typeface="Rockwell"/>
              </a:rPr>
              <a:t>a</a:t>
            </a:r>
            <a:r>
              <a:rPr sz="2000" spc="-5" dirty="0">
                <a:solidFill>
                  <a:srgbClr val="4D4D4D"/>
                </a:solidFill>
                <a:latin typeface="Rockwell"/>
                <a:cs typeface="Rockwell"/>
              </a:rPr>
              <a:t>t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e</a:t>
            </a:r>
            <a:r>
              <a:rPr sz="2000" spc="20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spc="-5" dirty="0">
                <a:solidFill>
                  <a:srgbClr val="4D4D4D"/>
                </a:solidFill>
                <a:latin typeface="Rockwell"/>
                <a:cs typeface="Rockwell"/>
              </a:rPr>
              <a:t>t</a:t>
            </a:r>
            <a:r>
              <a:rPr sz="2000" spc="5" dirty="0">
                <a:solidFill>
                  <a:srgbClr val="4D4D4D"/>
                </a:solidFill>
                <a:latin typeface="Rockwell"/>
                <a:cs typeface="Rockwell"/>
              </a:rPr>
              <a:t>h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e</a:t>
            </a:r>
            <a:r>
              <a:rPr sz="2000" spc="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Proje</a:t>
            </a:r>
            <a:r>
              <a:rPr sz="2000" spc="-15" dirty="0">
                <a:solidFill>
                  <a:srgbClr val="4D4D4D"/>
                </a:solidFill>
                <a:latin typeface="Rockwell"/>
                <a:cs typeface="Rockwell"/>
              </a:rPr>
              <a:t>c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t</a:t>
            </a:r>
            <a:r>
              <a:rPr sz="2000" spc="30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Pl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a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n</a:t>
            </a:r>
            <a:endParaRPr sz="2000" dirty="0">
              <a:latin typeface="Rockwell"/>
              <a:cs typeface="Rockwell"/>
            </a:endParaRPr>
          </a:p>
          <a:p>
            <a:pPr>
              <a:spcBef>
                <a:spcPts val="35"/>
              </a:spcBef>
            </a:pPr>
            <a:endParaRPr sz="2000" dirty="0">
              <a:latin typeface="Times New Roman"/>
              <a:cs typeface="Times New Roman"/>
            </a:endParaRPr>
          </a:p>
          <a:p>
            <a:pPr marL="285115"/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R</a:t>
            </a:r>
            <a:r>
              <a:rPr sz="2000" spc="-5" dirty="0">
                <a:solidFill>
                  <a:srgbClr val="4D4D4D"/>
                </a:solidFill>
                <a:latin typeface="Rockwell"/>
                <a:cs typeface="Rockwell"/>
              </a:rPr>
              <a:t>efin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e</a:t>
            </a:r>
            <a:r>
              <a:rPr sz="2000" spc="10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spc="-5" dirty="0">
                <a:solidFill>
                  <a:srgbClr val="4D4D4D"/>
                </a:solidFill>
                <a:latin typeface="Rockwell"/>
                <a:cs typeface="Rockwell"/>
              </a:rPr>
              <a:t>t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he </a:t>
            </a:r>
            <a:r>
              <a:rPr sz="2000" spc="5" dirty="0">
                <a:solidFill>
                  <a:srgbClr val="4D4D4D"/>
                </a:solidFill>
                <a:latin typeface="Rockwell"/>
                <a:cs typeface="Rockwell"/>
              </a:rPr>
              <a:t>B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u</a:t>
            </a:r>
            <a:r>
              <a:rPr sz="2000" spc="-5" dirty="0">
                <a:solidFill>
                  <a:srgbClr val="4D4D4D"/>
                </a:solidFill>
                <a:latin typeface="Rockwell"/>
                <a:cs typeface="Rockwell"/>
              </a:rPr>
              <a:t>s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ine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s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s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Ca</a:t>
            </a:r>
            <a:r>
              <a:rPr sz="2000" spc="-15" dirty="0">
                <a:solidFill>
                  <a:srgbClr val="4D4D4D"/>
                </a:solidFill>
                <a:latin typeface="Rockwell"/>
                <a:cs typeface="Rockwell"/>
              </a:rPr>
              <a:t>s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e</a:t>
            </a:r>
            <a:endParaRPr sz="2000" dirty="0">
              <a:latin typeface="Rockwell"/>
              <a:cs typeface="Rockwell"/>
            </a:endParaRPr>
          </a:p>
          <a:p>
            <a:pPr>
              <a:spcBef>
                <a:spcPts val="32"/>
              </a:spcBef>
            </a:pPr>
            <a:endParaRPr sz="2000" dirty="0">
              <a:latin typeface="Times New Roman"/>
              <a:cs typeface="Times New Roman"/>
            </a:endParaRPr>
          </a:p>
          <a:p>
            <a:pPr marL="285115"/>
            <a:r>
              <a:rPr sz="2000" spc="-20" dirty="0">
                <a:solidFill>
                  <a:srgbClr val="4D4D4D"/>
                </a:solidFill>
                <a:latin typeface="Rockwell"/>
                <a:cs typeface="Rockwell"/>
              </a:rPr>
              <a:t>Ass</a:t>
            </a:r>
            <a:r>
              <a:rPr sz="2000" spc="-5" dirty="0">
                <a:solidFill>
                  <a:srgbClr val="4D4D4D"/>
                </a:solidFill>
                <a:latin typeface="Rockwell"/>
                <a:cs typeface="Rockwell"/>
              </a:rPr>
              <a:t>e</a:t>
            </a:r>
            <a:r>
              <a:rPr sz="2000" spc="5" dirty="0">
                <a:solidFill>
                  <a:srgbClr val="4D4D4D"/>
                </a:solidFill>
                <a:latin typeface="Rockwell"/>
                <a:cs typeface="Rockwell"/>
              </a:rPr>
              <a:t>m</a:t>
            </a:r>
            <a:r>
              <a:rPr sz="2000" spc="-45" dirty="0">
                <a:solidFill>
                  <a:srgbClr val="4D4D4D"/>
                </a:solidFill>
                <a:latin typeface="Rockwell"/>
                <a:cs typeface="Rockwell"/>
              </a:rPr>
              <a:t>b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le</a:t>
            </a:r>
            <a:r>
              <a:rPr sz="2000" spc="1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spc="-5" dirty="0">
                <a:solidFill>
                  <a:srgbClr val="4D4D4D"/>
                </a:solidFill>
                <a:latin typeface="Rockwell"/>
                <a:cs typeface="Rockwell"/>
              </a:rPr>
              <a:t>t</a:t>
            </a:r>
            <a:r>
              <a:rPr sz="2000" spc="5" dirty="0">
                <a:solidFill>
                  <a:srgbClr val="4D4D4D"/>
                </a:solidFill>
                <a:latin typeface="Rockwell"/>
                <a:cs typeface="Rockwell"/>
              </a:rPr>
              <a:t>h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e</a:t>
            </a:r>
            <a:r>
              <a:rPr sz="2000" spc="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Proje</a:t>
            </a:r>
            <a:r>
              <a:rPr sz="2000" spc="-15" dirty="0">
                <a:solidFill>
                  <a:srgbClr val="4D4D4D"/>
                </a:solidFill>
                <a:latin typeface="Rockwell"/>
                <a:cs typeface="Rockwell"/>
              </a:rPr>
              <a:t>c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t</a:t>
            </a:r>
            <a:r>
              <a:rPr sz="2000" spc="20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Initi</a:t>
            </a:r>
            <a:r>
              <a:rPr sz="2000" spc="-10" dirty="0">
                <a:solidFill>
                  <a:srgbClr val="4D4D4D"/>
                </a:solidFill>
                <a:latin typeface="Rockwell"/>
                <a:cs typeface="Rockwell"/>
              </a:rPr>
              <a:t>a</a:t>
            </a:r>
            <a:r>
              <a:rPr sz="2000" spc="-5" dirty="0">
                <a:solidFill>
                  <a:srgbClr val="4D4D4D"/>
                </a:solidFill>
                <a:latin typeface="Rockwell"/>
                <a:cs typeface="Rockwell"/>
              </a:rPr>
              <a:t>tio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n</a:t>
            </a:r>
            <a:r>
              <a:rPr sz="2000" spc="5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spc="-15" dirty="0">
                <a:solidFill>
                  <a:srgbClr val="4D4D4D"/>
                </a:solidFill>
                <a:latin typeface="Rockwell"/>
                <a:cs typeface="Rockwell"/>
              </a:rPr>
              <a:t>Do</a:t>
            </a:r>
            <a:r>
              <a:rPr sz="2000" spc="-25" dirty="0">
                <a:solidFill>
                  <a:srgbClr val="4D4D4D"/>
                </a:solidFill>
                <a:latin typeface="Rockwell"/>
                <a:cs typeface="Rockwell"/>
              </a:rPr>
              <a:t>c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u</a:t>
            </a:r>
            <a:r>
              <a:rPr sz="2000" spc="5" dirty="0">
                <a:solidFill>
                  <a:srgbClr val="4D4D4D"/>
                </a:solidFill>
                <a:latin typeface="Rockwell"/>
                <a:cs typeface="Rockwell"/>
              </a:rPr>
              <a:t>m</a:t>
            </a:r>
            <a:r>
              <a:rPr sz="2000" spc="-5" dirty="0">
                <a:solidFill>
                  <a:srgbClr val="4D4D4D"/>
                </a:solidFill>
                <a:latin typeface="Rockwell"/>
                <a:cs typeface="Rockwell"/>
              </a:rPr>
              <a:t>en</a:t>
            </a:r>
            <a:r>
              <a:rPr sz="2000" dirty="0">
                <a:solidFill>
                  <a:srgbClr val="4D4D4D"/>
                </a:solidFill>
                <a:latin typeface="Rockwell"/>
                <a:cs typeface="Rockwell"/>
              </a:rPr>
              <a:t>t</a:t>
            </a:r>
            <a:r>
              <a:rPr sz="2000" spc="10" dirty="0">
                <a:solidFill>
                  <a:srgbClr val="4D4D4D"/>
                </a:solidFill>
                <a:latin typeface="Rockwell"/>
                <a:cs typeface="Rockwell"/>
              </a:rPr>
              <a:t> </a:t>
            </a:r>
            <a:r>
              <a:rPr sz="2000" spc="-15" dirty="0">
                <a:solidFill>
                  <a:srgbClr val="4D4D4D"/>
                </a:solidFill>
                <a:latin typeface="Rockwell"/>
                <a:cs typeface="Rockwell"/>
              </a:rPr>
              <a:t>(PID)</a:t>
            </a:r>
            <a:endParaRPr sz="2000" dirty="0">
              <a:latin typeface="Rockwell"/>
              <a:cs typeface="Rockwel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763259" y="29832"/>
            <a:ext cx="1397000" cy="1846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200" dirty="0">
                <a:latin typeface="Courier New"/>
                <a:cs typeface="Courier New"/>
              </a:rPr>
              <a:t>- Pankaj </a:t>
            </a:r>
            <a:r>
              <a:rPr lang="es-ES" sz="1200" dirty="0">
                <a:latin typeface="Courier New"/>
                <a:cs typeface="Courier New"/>
              </a:rPr>
              <a:t> </a:t>
            </a:r>
            <a:endParaRPr sz="1200" dirty="0">
              <a:latin typeface="Courier New"/>
              <a:cs typeface="Courier New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0" y="16148"/>
            <a:ext cx="12192000" cy="548956"/>
          </a:xfrm>
          <a:prstGeom prst="rect">
            <a:avLst/>
          </a:prstGeom>
          <a:solidFill>
            <a:srgbClr val="00008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dirty="0" smtClean="0">
                <a:latin typeface="Rockwell" charset="0"/>
                <a:ea typeface="Rockwell" charset="0"/>
                <a:cs typeface="Rockwell" charset="0"/>
              </a:rPr>
              <a:t>Initiating a Project</a:t>
            </a:r>
            <a:endParaRPr lang="en-US" sz="2800" dirty="0">
              <a:latin typeface="Rockwell" charset="0"/>
              <a:ea typeface="Rockwell" charset="0"/>
              <a:cs typeface="Rockwel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94412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458965"/>
            <a:ext cx="354330" cy="6020902"/>
          </a:xfrm>
          <a:custGeom>
            <a:avLst/>
            <a:gdLst/>
            <a:ahLst/>
            <a:cxnLst/>
            <a:rect l="l" t="t" r="r" b="b"/>
            <a:pathLst>
              <a:path w="354330" h="5904230">
                <a:moveTo>
                  <a:pt x="0" y="5903975"/>
                </a:moveTo>
                <a:lnTo>
                  <a:pt x="354011" y="5903975"/>
                </a:lnTo>
                <a:lnTo>
                  <a:pt x="354011" y="0"/>
                </a:lnTo>
                <a:lnTo>
                  <a:pt x="0" y="0"/>
                </a:lnTo>
                <a:lnTo>
                  <a:pt x="0" y="5903975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6479867"/>
            <a:ext cx="12192000" cy="405130"/>
          </a:xfrm>
          <a:custGeom>
            <a:avLst/>
            <a:gdLst/>
            <a:ahLst/>
            <a:cxnLst/>
            <a:rect l="l" t="t" r="r" b="b"/>
            <a:pathLst>
              <a:path w="9144000" h="405129">
                <a:moveTo>
                  <a:pt x="9144000" y="404811"/>
                </a:moveTo>
                <a:lnTo>
                  <a:pt x="9144000" y="0"/>
                </a:lnTo>
                <a:lnTo>
                  <a:pt x="0" y="0"/>
                </a:lnTo>
                <a:lnTo>
                  <a:pt x="0" y="404811"/>
                </a:lnTo>
                <a:lnTo>
                  <a:pt x="9144000" y="404811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919287" y="516002"/>
            <a:ext cx="7345680" cy="1938655"/>
          </a:xfrm>
          <a:custGeom>
            <a:avLst/>
            <a:gdLst/>
            <a:ahLst/>
            <a:cxnLst/>
            <a:rect l="l" t="t" r="r" b="b"/>
            <a:pathLst>
              <a:path w="7345680" h="1938655">
                <a:moveTo>
                  <a:pt x="0" y="1938274"/>
                </a:moveTo>
                <a:lnTo>
                  <a:pt x="7345299" y="1938274"/>
                </a:lnTo>
                <a:lnTo>
                  <a:pt x="7345299" y="0"/>
                </a:lnTo>
                <a:lnTo>
                  <a:pt x="0" y="0"/>
                </a:lnTo>
                <a:lnTo>
                  <a:pt x="0" y="193827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670877" y="832068"/>
            <a:ext cx="4921250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00" b="1" dirty="0">
                <a:solidFill>
                  <a:srgbClr val="1F1F1F"/>
                </a:solidFill>
                <a:latin typeface="Rockwell"/>
                <a:cs typeface="Rockwell"/>
              </a:rPr>
              <a:t>Pr</a:t>
            </a:r>
            <a:r>
              <a:rPr sz="2000" b="1" spc="-35" dirty="0">
                <a:solidFill>
                  <a:srgbClr val="1F1F1F"/>
                </a:solidFill>
                <a:latin typeface="Rockwell"/>
                <a:cs typeface="Rockwell"/>
              </a:rPr>
              <a:t>e</a:t>
            </a:r>
            <a:r>
              <a:rPr sz="2000" b="1" dirty="0">
                <a:solidFill>
                  <a:srgbClr val="1F1F1F"/>
                </a:solidFill>
                <a:latin typeface="Rockwell"/>
                <a:cs typeface="Rockwell"/>
              </a:rPr>
              <a:t>p</a:t>
            </a:r>
            <a:r>
              <a:rPr sz="2000" b="1" spc="-10" dirty="0">
                <a:solidFill>
                  <a:srgbClr val="1F1F1F"/>
                </a:solidFill>
                <a:latin typeface="Rockwell"/>
                <a:cs typeface="Rockwell"/>
              </a:rPr>
              <a:t>a</a:t>
            </a:r>
            <a:r>
              <a:rPr sz="2000" b="1" spc="-5" dirty="0">
                <a:solidFill>
                  <a:srgbClr val="1F1F1F"/>
                </a:solidFill>
                <a:latin typeface="Rockwell"/>
                <a:cs typeface="Rockwell"/>
              </a:rPr>
              <a:t>r</a:t>
            </a:r>
            <a:r>
              <a:rPr sz="2000" b="1" dirty="0">
                <a:solidFill>
                  <a:srgbClr val="1F1F1F"/>
                </a:solidFill>
                <a:latin typeface="Rockwell"/>
                <a:cs typeface="Rockwell"/>
              </a:rPr>
              <a:t>e</a:t>
            </a:r>
            <a:r>
              <a:rPr sz="2000" b="1" spc="-15" dirty="0">
                <a:solidFill>
                  <a:srgbClr val="1F1F1F"/>
                </a:solidFill>
                <a:latin typeface="Rockwell"/>
                <a:cs typeface="Rockwell"/>
              </a:rPr>
              <a:t> </a:t>
            </a:r>
            <a:r>
              <a:rPr sz="2000" b="1" spc="-5" dirty="0">
                <a:solidFill>
                  <a:srgbClr val="1F1F1F"/>
                </a:solidFill>
                <a:latin typeface="Rockwell"/>
                <a:cs typeface="Rockwell"/>
              </a:rPr>
              <a:t>t</a:t>
            </a:r>
            <a:r>
              <a:rPr sz="2000" b="1" spc="-10" dirty="0">
                <a:solidFill>
                  <a:srgbClr val="1F1F1F"/>
                </a:solidFill>
                <a:latin typeface="Rockwell"/>
                <a:cs typeface="Rockwell"/>
              </a:rPr>
              <a:t>h</a:t>
            </a:r>
            <a:r>
              <a:rPr sz="2000" b="1" dirty="0">
                <a:solidFill>
                  <a:srgbClr val="1F1F1F"/>
                </a:solidFill>
                <a:latin typeface="Rockwell"/>
                <a:cs typeface="Rockwell"/>
              </a:rPr>
              <a:t>e Risk Man</a:t>
            </a:r>
            <a:r>
              <a:rPr sz="2000" b="1" spc="-10" dirty="0">
                <a:solidFill>
                  <a:srgbClr val="1F1F1F"/>
                </a:solidFill>
                <a:latin typeface="Rockwell"/>
                <a:cs typeface="Rockwell"/>
              </a:rPr>
              <a:t>a</a:t>
            </a:r>
            <a:r>
              <a:rPr sz="2000" b="1" spc="-40" dirty="0">
                <a:solidFill>
                  <a:srgbClr val="1F1F1F"/>
                </a:solidFill>
                <a:latin typeface="Rockwell"/>
                <a:cs typeface="Rockwell"/>
              </a:rPr>
              <a:t>g</a:t>
            </a:r>
            <a:r>
              <a:rPr sz="2000" b="1" spc="-5" dirty="0">
                <a:solidFill>
                  <a:srgbClr val="1F1F1F"/>
                </a:solidFill>
                <a:latin typeface="Rockwell"/>
                <a:cs typeface="Rockwell"/>
              </a:rPr>
              <a:t>emen</a:t>
            </a:r>
            <a:r>
              <a:rPr sz="2000" b="1" dirty="0">
                <a:solidFill>
                  <a:srgbClr val="1F1F1F"/>
                </a:solidFill>
                <a:latin typeface="Rockwell"/>
                <a:cs typeface="Rockwell"/>
              </a:rPr>
              <a:t>t</a:t>
            </a:r>
            <a:r>
              <a:rPr sz="2000" b="1" spc="-15" dirty="0">
                <a:solidFill>
                  <a:srgbClr val="1F1F1F"/>
                </a:solidFill>
                <a:latin typeface="Rockwell"/>
                <a:cs typeface="Rockwell"/>
              </a:rPr>
              <a:t> </a:t>
            </a:r>
            <a:r>
              <a:rPr sz="2000" b="1" dirty="0">
                <a:solidFill>
                  <a:srgbClr val="1F1F1F"/>
                </a:solidFill>
                <a:latin typeface="Rockwell"/>
                <a:cs typeface="Rockwell"/>
              </a:rPr>
              <a:t>Stra</a:t>
            </a:r>
            <a:r>
              <a:rPr sz="2000" b="1" spc="-15" dirty="0">
                <a:solidFill>
                  <a:srgbClr val="1F1F1F"/>
                </a:solidFill>
                <a:latin typeface="Rockwell"/>
                <a:cs typeface="Rockwell"/>
              </a:rPr>
              <a:t>t</a:t>
            </a:r>
            <a:r>
              <a:rPr sz="2000" b="1" spc="-5" dirty="0">
                <a:solidFill>
                  <a:srgbClr val="1F1F1F"/>
                </a:solidFill>
                <a:latin typeface="Rockwell"/>
                <a:cs typeface="Rockwell"/>
              </a:rPr>
              <a:t>egy</a:t>
            </a:r>
            <a:endParaRPr sz="2000">
              <a:latin typeface="Rockwell"/>
              <a:cs typeface="Rockwel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919287" y="1406809"/>
            <a:ext cx="9186035" cy="458855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926743" y="28078"/>
            <a:ext cx="3770629" cy="4308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800" b="1" spc="-15" dirty="0">
                <a:solidFill>
                  <a:srgbClr val="FFFFFF"/>
                </a:solidFill>
                <a:latin typeface="Rockwell"/>
                <a:cs typeface="Rockwell"/>
              </a:rPr>
              <a:t>Ini</a:t>
            </a:r>
            <a:r>
              <a:rPr sz="2800" b="1" spc="-25" dirty="0">
                <a:solidFill>
                  <a:srgbClr val="FFFFFF"/>
                </a:solidFill>
                <a:latin typeface="Rockwell"/>
                <a:cs typeface="Rockwell"/>
              </a:rPr>
              <a:t>t</a:t>
            </a:r>
            <a:r>
              <a:rPr sz="2800" b="1" spc="-15" dirty="0">
                <a:solidFill>
                  <a:srgbClr val="FFFFFF"/>
                </a:solidFill>
                <a:latin typeface="Rockwell"/>
                <a:cs typeface="Rockwell"/>
              </a:rPr>
              <a:t>iat</a:t>
            </a:r>
            <a:r>
              <a:rPr sz="2800" b="1" spc="-25" dirty="0">
                <a:solidFill>
                  <a:srgbClr val="FFFFFF"/>
                </a:solidFill>
                <a:latin typeface="Rockwell"/>
                <a:cs typeface="Rockwell"/>
              </a:rPr>
              <a:t>i</a:t>
            </a:r>
            <a:r>
              <a:rPr sz="2800" b="1" spc="-20" dirty="0">
                <a:solidFill>
                  <a:srgbClr val="FFFFFF"/>
                </a:solidFill>
                <a:latin typeface="Rockwell"/>
                <a:cs typeface="Rockwell"/>
              </a:rPr>
              <a:t>ng</a:t>
            </a:r>
            <a:r>
              <a:rPr sz="2800" b="1" spc="20" dirty="0">
                <a:solidFill>
                  <a:srgbClr val="FFFFFF"/>
                </a:solidFill>
                <a:latin typeface="Rockwell"/>
                <a:cs typeface="Rockwell"/>
              </a:rPr>
              <a:t> </a:t>
            </a:r>
            <a:r>
              <a:rPr sz="2800" b="1" spc="-20" dirty="0">
                <a:solidFill>
                  <a:srgbClr val="FFFFFF"/>
                </a:solidFill>
                <a:latin typeface="Rockwell"/>
                <a:cs typeface="Rockwell"/>
              </a:rPr>
              <a:t>a</a:t>
            </a:r>
            <a:r>
              <a:rPr sz="2800" b="1" spc="-5" dirty="0">
                <a:solidFill>
                  <a:srgbClr val="FFFFFF"/>
                </a:solidFill>
                <a:latin typeface="Rockwell"/>
                <a:cs typeface="Rockwell"/>
              </a:rPr>
              <a:t> </a:t>
            </a:r>
            <a:r>
              <a:rPr sz="2800" b="1" spc="-20" dirty="0">
                <a:solidFill>
                  <a:srgbClr val="FFFFFF"/>
                </a:solidFill>
                <a:latin typeface="Rockwell"/>
                <a:cs typeface="Rockwell"/>
              </a:rPr>
              <a:t>P</a:t>
            </a:r>
            <a:r>
              <a:rPr sz="2800" b="1" spc="-30" dirty="0">
                <a:solidFill>
                  <a:srgbClr val="FFFFFF"/>
                </a:solidFill>
                <a:latin typeface="Rockwell"/>
                <a:cs typeface="Rockwell"/>
              </a:rPr>
              <a:t>r</a:t>
            </a:r>
            <a:r>
              <a:rPr sz="2800" b="1" spc="-20" dirty="0">
                <a:solidFill>
                  <a:srgbClr val="FFFFFF"/>
                </a:solidFill>
                <a:latin typeface="Rockwell"/>
                <a:cs typeface="Rockwell"/>
              </a:rPr>
              <a:t>ojec</a:t>
            </a:r>
            <a:r>
              <a:rPr sz="2800" b="1" spc="-670" dirty="0">
                <a:solidFill>
                  <a:srgbClr val="FFFFFF"/>
                </a:solidFill>
                <a:latin typeface="Rockwell"/>
                <a:cs typeface="Rockwell"/>
              </a:rPr>
              <a:t>t</a:t>
            </a:r>
            <a:r>
              <a:rPr baseline="62500" dirty="0">
                <a:latin typeface="Courier New"/>
                <a:cs typeface="Courier New"/>
              </a:rPr>
              <a:t>Author</a:t>
            </a:r>
            <a:endParaRPr baseline="625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763259" y="29832"/>
            <a:ext cx="1397000" cy="1846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200" dirty="0">
                <a:latin typeface="Courier New"/>
                <a:cs typeface="Courier New"/>
              </a:rPr>
              <a:t>- Pankaj </a:t>
            </a:r>
            <a:r>
              <a:rPr lang="es-ES" sz="1200" dirty="0">
                <a:latin typeface="Courier New"/>
                <a:cs typeface="Courier New"/>
              </a:rPr>
              <a:t> </a:t>
            </a:r>
            <a:endParaRPr sz="1200" dirty="0">
              <a:latin typeface="Courier New"/>
              <a:cs typeface="Courier New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0" y="16148"/>
            <a:ext cx="12192000" cy="548956"/>
          </a:xfrm>
          <a:prstGeom prst="rect">
            <a:avLst/>
          </a:prstGeom>
          <a:solidFill>
            <a:srgbClr val="00008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dirty="0" smtClean="0">
                <a:latin typeface="Rockwell" charset="0"/>
                <a:ea typeface="Rockwell" charset="0"/>
                <a:cs typeface="Rockwell" charset="0"/>
              </a:rPr>
              <a:t>Initiating a Project</a:t>
            </a:r>
            <a:endParaRPr lang="en-US" sz="2800" dirty="0">
              <a:latin typeface="Rockwell" charset="0"/>
              <a:ea typeface="Rockwell" charset="0"/>
              <a:cs typeface="Rockwel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733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-7531" y="516002"/>
            <a:ext cx="354330" cy="6043824"/>
          </a:xfrm>
          <a:custGeom>
            <a:avLst/>
            <a:gdLst/>
            <a:ahLst/>
            <a:cxnLst/>
            <a:rect l="l" t="t" r="r" b="b"/>
            <a:pathLst>
              <a:path w="354330" h="5904230">
                <a:moveTo>
                  <a:pt x="0" y="5903975"/>
                </a:moveTo>
                <a:lnTo>
                  <a:pt x="354011" y="5903975"/>
                </a:lnTo>
                <a:lnTo>
                  <a:pt x="354011" y="0"/>
                </a:lnTo>
                <a:lnTo>
                  <a:pt x="0" y="0"/>
                </a:lnTo>
                <a:lnTo>
                  <a:pt x="0" y="5903975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6452870"/>
            <a:ext cx="12192000" cy="405130"/>
          </a:xfrm>
          <a:custGeom>
            <a:avLst/>
            <a:gdLst/>
            <a:ahLst/>
            <a:cxnLst/>
            <a:rect l="l" t="t" r="r" b="b"/>
            <a:pathLst>
              <a:path w="9144000" h="405129">
                <a:moveTo>
                  <a:pt x="9144000" y="404811"/>
                </a:moveTo>
                <a:lnTo>
                  <a:pt x="9144000" y="0"/>
                </a:lnTo>
                <a:lnTo>
                  <a:pt x="0" y="0"/>
                </a:lnTo>
                <a:lnTo>
                  <a:pt x="0" y="404811"/>
                </a:lnTo>
                <a:lnTo>
                  <a:pt x="9144000" y="404811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469264" y="643947"/>
            <a:ext cx="5293995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00" b="1" dirty="0">
                <a:solidFill>
                  <a:srgbClr val="1F1F1F"/>
                </a:solidFill>
                <a:latin typeface="Rockwell"/>
                <a:cs typeface="Rockwell"/>
              </a:rPr>
              <a:t>Pr</a:t>
            </a:r>
            <a:r>
              <a:rPr sz="2000" b="1" spc="-35" dirty="0">
                <a:solidFill>
                  <a:srgbClr val="1F1F1F"/>
                </a:solidFill>
                <a:latin typeface="Rockwell"/>
                <a:cs typeface="Rockwell"/>
              </a:rPr>
              <a:t>e</a:t>
            </a:r>
            <a:r>
              <a:rPr sz="2000" b="1" dirty="0">
                <a:solidFill>
                  <a:srgbClr val="1F1F1F"/>
                </a:solidFill>
                <a:latin typeface="Rockwell"/>
                <a:cs typeface="Rockwell"/>
              </a:rPr>
              <a:t>p</a:t>
            </a:r>
            <a:r>
              <a:rPr sz="2000" b="1" spc="-10" dirty="0">
                <a:solidFill>
                  <a:srgbClr val="1F1F1F"/>
                </a:solidFill>
                <a:latin typeface="Rockwell"/>
                <a:cs typeface="Rockwell"/>
              </a:rPr>
              <a:t>a</a:t>
            </a:r>
            <a:r>
              <a:rPr sz="2000" b="1" spc="-5" dirty="0">
                <a:solidFill>
                  <a:srgbClr val="1F1F1F"/>
                </a:solidFill>
                <a:latin typeface="Rockwell"/>
                <a:cs typeface="Rockwell"/>
              </a:rPr>
              <a:t>r</a:t>
            </a:r>
            <a:r>
              <a:rPr sz="2000" b="1" dirty="0">
                <a:solidFill>
                  <a:srgbClr val="1F1F1F"/>
                </a:solidFill>
                <a:latin typeface="Rockwell"/>
                <a:cs typeface="Rockwell"/>
              </a:rPr>
              <a:t>e</a:t>
            </a:r>
            <a:r>
              <a:rPr sz="2000" b="1" spc="-15" dirty="0">
                <a:solidFill>
                  <a:srgbClr val="1F1F1F"/>
                </a:solidFill>
                <a:latin typeface="Rockwell"/>
                <a:cs typeface="Rockwell"/>
              </a:rPr>
              <a:t> </a:t>
            </a:r>
            <a:r>
              <a:rPr sz="2000" b="1" spc="-5" dirty="0">
                <a:solidFill>
                  <a:srgbClr val="1F1F1F"/>
                </a:solidFill>
                <a:latin typeface="Rockwell"/>
                <a:cs typeface="Rockwell"/>
              </a:rPr>
              <a:t>t</a:t>
            </a:r>
            <a:r>
              <a:rPr sz="2000" b="1" spc="-10" dirty="0">
                <a:solidFill>
                  <a:srgbClr val="1F1F1F"/>
                </a:solidFill>
                <a:latin typeface="Rockwell"/>
                <a:cs typeface="Rockwell"/>
              </a:rPr>
              <a:t>h</a:t>
            </a:r>
            <a:r>
              <a:rPr sz="2000" b="1" dirty="0">
                <a:solidFill>
                  <a:srgbClr val="1F1F1F"/>
                </a:solidFill>
                <a:latin typeface="Rockwell"/>
                <a:cs typeface="Rockwell"/>
              </a:rPr>
              <a:t>e Qual</a:t>
            </a:r>
            <a:r>
              <a:rPr sz="2000" b="1" spc="-10" dirty="0">
                <a:solidFill>
                  <a:srgbClr val="1F1F1F"/>
                </a:solidFill>
                <a:latin typeface="Rockwell"/>
                <a:cs typeface="Rockwell"/>
              </a:rPr>
              <a:t>i</a:t>
            </a:r>
            <a:r>
              <a:rPr sz="2000" b="1" spc="-5" dirty="0">
                <a:solidFill>
                  <a:srgbClr val="1F1F1F"/>
                </a:solidFill>
                <a:latin typeface="Rockwell"/>
                <a:cs typeface="Rockwell"/>
              </a:rPr>
              <a:t>t</a:t>
            </a:r>
            <a:r>
              <a:rPr sz="2000" b="1" dirty="0">
                <a:solidFill>
                  <a:srgbClr val="1F1F1F"/>
                </a:solidFill>
                <a:latin typeface="Rockwell"/>
                <a:cs typeface="Rockwell"/>
              </a:rPr>
              <a:t>y Ma</a:t>
            </a:r>
            <a:r>
              <a:rPr sz="2000" b="1" spc="-10" dirty="0">
                <a:solidFill>
                  <a:srgbClr val="1F1F1F"/>
                </a:solidFill>
                <a:latin typeface="Rockwell"/>
                <a:cs typeface="Rockwell"/>
              </a:rPr>
              <a:t>n</a:t>
            </a:r>
            <a:r>
              <a:rPr sz="2000" b="1" dirty="0">
                <a:solidFill>
                  <a:srgbClr val="1F1F1F"/>
                </a:solidFill>
                <a:latin typeface="Rockwell"/>
                <a:cs typeface="Rockwell"/>
              </a:rPr>
              <a:t>a</a:t>
            </a:r>
            <a:r>
              <a:rPr sz="2000" b="1" spc="-45" dirty="0">
                <a:solidFill>
                  <a:srgbClr val="1F1F1F"/>
                </a:solidFill>
                <a:latin typeface="Rockwell"/>
                <a:cs typeface="Rockwell"/>
              </a:rPr>
              <a:t>g</a:t>
            </a:r>
            <a:r>
              <a:rPr sz="2000" b="1" spc="-5" dirty="0">
                <a:solidFill>
                  <a:srgbClr val="1F1F1F"/>
                </a:solidFill>
                <a:latin typeface="Rockwell"/>
                <a:cs typeface="Rockwell"/>
              </a:rPr>
              <a:t>emen</a:t>
            </a:r>
            <a:r>
              <a:rPr sz="2000" b="1" dirty="0">
                <a:solidFill>
                  <a:srgbClr val="1F1F1F"/>
                </a:solidFill>
                <a:latin typeface="Rockwell"/>
                <a:cs typeface="Rockwell"/>
              </a:rPr>
              <a:t>t</a:t>
            </a:r>
            <a:r>
              <a:rPr sz="2000" b="1" spc="-15" dirty="0">
                <a:solidFill>
                  <a:srgbClr val="1F1F1F"/>
                </a:solidFill>
                <a:latin typeface="Rockwell"/>
                <a:cs typeface="Rockwell"/>
              </a:rPr>
              <a:t> </a:t>
            </a:r>
            <a:r>
              <a:rPr sz="2000" b="1" dirty="0">
                <a:solidFill>
                  <a:srgbClr val="1F1F1F"/>
                </a:solidFill>
                <a:latin typeface="Rockwell"/>
                <a:cs typeface="Rockwell"/>
              </a:rPr>
              <a:t>Stra</a:t>
            </a:r>
            <a:r>
              <a:rPr sz="2000" b="1" spc="-15" dirty="0">
                <a:solidFill>
                  <a:srgbClr val="1F1F1F"/>
                </a:solidFill>
                <a:latin typeface="Rockwell"/>
                <a:cs typeface="Rockwell"/>
              </a:rPr>
              <a:t>t</a:t>
            </a:r>
            <a:r>
              <a:rPr sz="2000" b="1" spc="-5" dirty="0">
                <a:solidFill>
                  <a:srgbClr val="1F1F1F"/>
                </a:solidFill>
                <a:latin typeface="Rockwell"/>
                <a:cs typeface="Rockwell"/>
              </a:rPr>
              <a:t>egy</a:t>
            </a:r>
            <a:endParaRPr sz="2000">
              <a:latin typeface="Rockwell"/>
              <a:cs typeface="Rockwel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219408" y="1175950"/>
            <a:ext cx="10482262" cy="484319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926743" y="28078"/>
            <a:ext cx="3770629" cy="4308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800" b="1" spc="-15" dirty="0">
                <a:solidFill>
                  <a:srgbClr val="FFFFFF"/>
                </a:solidFill>
                <a:latin typeface="Rockwell"/>
                <a:cs typeface="Rockwell"/>
              </a:rPr>
              <a:t>Ini</a:t>
            </a:r>
            <a:r>
              <a:rPr sz="2800" b="1" spc="-25" dirty="0">
                <a:solidFill>
                  <a:srgbClr val="FFFFFF"/>
                </a:solidFill>
                <a:latin typeface="Rockwell"/>
                <a:cs typeface="Rockwell"/>
              </a:rPr>
              <a:t>t</a:t>
            </a:r>
            <a:r>
              <a:rPr sz="2800" b="1" spc="-15" dirty="0">
                <a:solidFill>
                  <a:srgbClr val="FFFFFF"/>
                </a:solidFill>
                <a:latin typeface="Rockwell"/>
                <a:cs typeface="Rockwell"/>
              </a:rPr>
              <a:t>iat</a:t>
            </a:r>
            <a:r>
              <a:rPr sz="2800" b="1" spc="-25" dirty="0">
                <a:solidFill>
                  <a:srgbClr val="FFFFFF"/>
                </a:solidFill>
                <a:latin typeface="Rockwell"/>
                <a:cs typeface="Rockwell"/>
              </a:rPr>
              <a:t>i</a:t>
            </a:r>
            <a:r>
              <a:rPr sz="2800" b="1" spc="-20" dirty="0">
                <a:solidFill>
                  <a:srgbClr val="FFFFFF"/>
                </a:solidFill>
                <a:latin typeface="Rockwell"/>
                <a:cs typeface="Rockwell"/>
              </a:rPr>
              <a:t>ng</a:t>
            </a:r>
            <a:r>
              <a:rPr sz="2800" b="1" spc="20" dirty="0">
                <a:solidFill>
                  <a:srgbClr val="FFFFFF"/>
                </a:solidFill>
                <a:latin typeface="Rockwell"/>
                <a:cs typeface="Rockwell"/>
              </a:rPr>
              <a:t> </a:t>
            </a:r>
            <a:r>
              <a:rPr sz="2800" b="1" spc="-20" dirty="0">
                <a:solidFill>
                  <a:srgbClr val="FFFFFF"/>
                </a:solidFill>
                <a:latin typeface="Rockwell"/>
                <a:cs typeface="Rockwell"/>
              </a:rPr>
              <a:t>a</a:t>
            </a:r>
            <a:r>
              <a:rPr sz="2800" b="1" spc="-5" dirty="0">
                <a:solidFill>
                  <a:srgbClr val="FFFFFF"/>
                </a:solidFill>
                <a:latin typeface="Rockwell"/>
                <a:cs typeface="Rockwell"/>
              </a:rPr>
              <a:t> </a:t>
            </a:r>
            <a:r>
              <a:rPr sz="2800" b="1" spc="-20" dirty="0">
                <a:solidFill>
                  <a:srgbClr val="FFFFFF"/>
                </a:solidFill>
                <a:latin typeface="Rockwell"/>
                <a:cs typeface="Rockwell"/>
              </a:rPr>
              <a:t>P</a:t>
            </a:r>
            <a:r>
              <a:rPr sz="2800" b="1" spc="-30" dirty="0">
                <a:solidFill>
                  <a:srgbClr val="FFFFFF"/>
                </a:solidFill>
                <a:latin typeface="Rockwell"/>
                <a:cs typeface="Rockwell"/>
              </a:rPr>
              <a:t>r</a:t>
            </a:r>
            <a:r>
              <a:rPr sz="2800" b="1" spc="-20" dirty="0">
                <a:solidFill>
                  <a:srgbClr val="FFFFFF"/>
                </a:solidFill>
                <a:latin typeface="Rockwell"/>
                <a:cs typeface="Rockwell"/>
              </a:rPr>
              <a:t>ojec</a:t>
            </a:r>
            <a:r>
              <a:rPr sz="2800" b="1" spc="-670" dirty="0">
                <a:solidFill>
                  <a:srgbClr val="FFFFFF"/>
                </a:solidFill>
                <a:latin typeface="Rockwell"/>
                <a:cs typeface="Rockwell"/>
              </a:rPr>
              <a:t>t</a:t>
            </a:r>
            <a:r>
              <a:rPr baseline="62500" dirty="0">
                <a:latin typeface="Courier New"/>
                <a:cs typeface="Courier New"/>
              </a:rPr>
              <a:t>Author</a:t>
            </a:r>
            <a:endParaRPr baseline="625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763259" y="29832"/>
            <a:ext cx="1397000" cy="1846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200" dirty="0">
                <a:latin typeface="Courier New"/>
                <a:cs typeface="Courier New"/>
              </a:rPr>
              <a:t>- Pankaj </a:t>
            </a:r>
            <a:r>
              <a:rPr lang="es-ES" sz="1200" dirty="0">
                <a:latin typeface="Courier New"/>
                <a:cs typeface="Courier New"/>
              </a:rPr>
              <a:t> </a:t>
            </a:r>
            <a:endParaRPr sz="1200" dirty="0">
              <a:latin typeface="Courier New"/>
              <a:cs typeface="Courier New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0" y="-30957"/>
            <a:ext cx="12192000" cy="548956"/>
          </a:xfrm>
          <a:prstGeom prst="rect">
            <a:avLst/>
          </a:prstGeom>
          <a:solidFill>
            <a:srgbClr val="00008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dirty="0" smtClean="0">
                <a:latin typeface="Rockwell" charset="0"/>
                <a:ea typeface="Rockwell" charset="0"/>
                <a:cs typeface="Rockwell" charset="0"/>
              </a:rPr>
              <a:t>Initiating a Project</a:t>
            </a:r>
            <a:endParaRPr lang="en-US" sz="2800" dirty="0">
              <a:latin typeface="Rockwell" charset="0"/>
              <a:ea typeface="Rockwell" charset="0"/>
              <a:cs typeface="Rockwel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44432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458964"/>
            <a:ext cx="354330" cy="6127365"/>
          </a:xfrm>
          <a:custGeom>
            <a:avLst/>
            <a:gdLst/>
            <a:ahLst/>
            <a:cxnLst/>
            <a:rect l="l" t="t" r="r" b="b"/>
            <a:pathLst>
              <a:path w="354330" h="5904230">
                <a:moveTo>
                  <a:pt x="0" y="5903975"/>
                </a:moveTo>
                <a:lnTo>
                  <a:pt x="354011" y="5903975"/>
                </a:lnTo>
                <a:lnTo>
                  <a:pt x="354011" y="0"/>
                </a:lnTo>
                <a:lnTo>
                  <a:pt x="0" y="0"/>
                </a:lnTo>
                <a:lnTo>
                  <a:pt x="0" y="5903975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6452870"/>
            <a:ext cx="12192000" cy="405130"/>
          </a:xfrm>
          <a:custGeom>
            <a:avLst/>
            <a:gdLst/>
            <a:ahLst/>
            <a:cxnLst/>
            <a:rect l="l" t="t" r="r" b="b"/>
            <a:pathLst>
              <a:path w="9144000" h="405129">
                <a:moveTo>
                  <a:pt x="9144000" y="404811"/>
                </a:moveTo>
                <a:lnTo>
                  <a:pt x="9144000" y="0"/>
                </a:lnTo>
                <a:lnTo>
                  <a:pt x="0" y="0"/>
                </a:lnTo>
                <a:lnTo>
                  <a:pt x="0" y="404811"/>
                </a:lnTo>
                <a:lnTo>
                  <a:pt x="9144000" y="404811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566831" y="761821"/>
            <a:ext cx="6161405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tabLst>
                <a:tab pos="3394710" algn="l"/>
              </a:tabLst>
            </a:pPr>
            <a:r>
              <a:rPr sz="2000" b="1" dirty="0">
                <a:solidFill>
                  <a:srgbClr val="1F1F1F"/>
                </a:solidFill>
                <a:latin typeface="Rockwell"/>
                <a:cs typeface="Rockwell"/>
              </a:rPr>
              <a:t>Pr</a:t>
            </a:r>
            <a:r>
              <a:rPr sz="2000" b="1" spc="-35" dirty="0">
                <a:solidFill>
                  <a:srgbClr val="1F1F1F"/>
                </a:solidFill>
                <a:latin typeface="Rockwell"/>
                <a:cs typeface="Rockwell"/>
              </a:rPr>
              <a:t>e</a:t>
            </a:r>
            <a:r>
              <a:rPr sz="2000" b="1" dirty="0">
                <a:solidFill>
                  <a:srgbClr val="1F1F1F"/>
                </a:solidFill>
                <a:latin typeface="Rockwell"/>
                <a:cs typeface="Rockwell"/>
              </a:rPr>
              <a:t>p</a:t>
            </a:r>
            <a:r>
              <a:rPr sz="2000" b="1" spc="-10" dirty="0">
                <a:solidFill>
                  <a:srgbClr val="1F1F1F"/>
                </a:solidFill>
                <a:latin typeface="Rockwell"/>
                <a:cs typeface="Rockwell"/>
              </a:rPr>
              <a:t>a</a:t>
            </a:r>
            <a:r>
              <a:rPr sz="2000" b="1" spc="-5" dirty="0">
                <a:solidFill>
                  <a:srgbClr val="1F1F1F"/>
                </a:solidFill>
                <a:latin typeface="Rockwell"/>
                <a:cs typeface="Rockwell"/>
              </a:rPr>
              <a:t>r</a:t>
            </a:r>
            <a:r>
              <a:rPr sz="2000" b="1" dirty="0">
                <a:solidFill>
                  <a:srgbClr val="1F1F1F"/>
                </a:solidFill>
                <a:latin typeface="Rockwell"/>
                <a:cs typeface="Rockwell"/>
              </a:rPr>
              <a:t>e</a:t>
            </a:r>
            <a:r>
              <a:rPr sz="2000" b="1" spc="-15" dirty="0">
                <a:solidFill>
                  <a:srgbClr val="1F1F1F"/>
                </a:solidFill>
                <a:latin typeface="Rockwell"/>
                <a:cs typeface="Rockwell"/>
              </a:rPr>
              <a:t> </a:t>
            </a:r>
            <a:r>
              <a:rPr sz="2000" b="1" spc="-5" dirty="0">
                <a:solidFill>
                  <a:srgbClr val="1F1F1F"/>
                </a:solidFill>
                <a:latin typeface="Rockwell"/>
                <a:cs typeface="Rockwell"/>
              </a:rPr>
              <a:t>t</a:t>
            </a:r>
            <a:r>
              <a:rPr sz="2000" b="1" spc="-10" dirty="0">
                <a:solidFill>
                  <a:srgbClr val="1F1F1F"/>
                </a:solidFill>
                <a:latin typeface="Rockwell"/>
                <a:cs typeface="Rockwell"/>
              </a:rPr>
              <a:t>h</a:t>
            </a:r>
            <a:r>
              <a:rPr sz="2000" b="1" dirty="0">
                <a:solidFill>
                  <a:srgbClr val="1F1F1F"/>
                </a:solidFill>
                <a:latin typeface="Rockwell"/>
                <a:cs typeface="Rockwell"/>
              </a:rPr>
              <a:t>e Con</a:t>
            </a:r>
            <a:r>
              <a:rPr sz="2000" b="1" spc="-10" dirty="0">
                <a:solidFill>
                  <a:srgbClr val="1F1F1F"/>
                </a:solidFill>
                <a:latin typeface="Rockwell"/>
                <a:cs typeface="Rockwell"/>
              </a:rPr>
              <a:t>f</a:t>
            </a:r>
            <a:r>
              <a:rPr sz="2000" b="1" dirty="0">
                <a:solidFill>
                  <a:srgbClr val="1F1F1F"/>
                </a:solidFill>
                <a:latin typeface="Rockwell"/>
                <a:cs typeface="Rockwell"/>
              </a:rPr>
              <a:t>ig</a:t>
            </a:r>
            <a:r>
              <a:rPr sz="2000" b="1" spc="-10" dirty="0">
                <a:solidFill>
                  <a:srgbClr val="1F1F1F"/>
                </a:solidFill>
                <a:latin typeface="Rockwell"/>
                <a:cs typeface="Rockwell"/>
              </a:rPr>
              <a:t>u</a:t>
            </a:r>
            <a:r>
              <a:rPr sz="2000" b="1" spc="-5" dirty="0">
                <a:solidFill>
                  <a:srgbClr val="1F1F1F"/>
                </a:solidFill>
                <a:latin typeface="Rockwell"/>
                <a:cs typeface="Rockwell"/>
              </a:rPr>
              <a:t>ra</a:t>
            </a:r>
            <a:r>
              <a:rPr sz="2000" b="1" spc="-10" dirty="0">
                <a:solidFill>
                  <a:srgbClr val="1F1F1F"/>
                </a:solidFill>
                <a:latin typeface="Rockwell"/>
                <a:cs typeface="Rockwell"/>
              </a:rPr>
              <a:t>t</a:t>
            </a:r>
            <a:r>
              <a:rPr sz="2000" b="1" dirty="0">
                <a:solidFill>
                  <a:srgbClr val="1F1F1F"/>
                </a:solidFill>
                <a:latin typeface="Rockwell"/>
                <a:cs typeface="Rockwell"/>
              </a:rPr>
              <a:t>ion	Man</a:t>
            </a:r>
            <a:r>
              <a:rPr sz="2000" b="1" spc="-10" dirty="0">
                <a:solidFill>
                  <a:srgbClr val="1F1F1F"/>
                </a:solidFill>
                <a:latin typeface="Rockwell"/>
                <a:cs typeface="Rockwell"/>
              </a:rPr>
              <a:t>a</a:t>
            </a:r>
            <a:r>
              <a:rPr sz="2000" b="1" spc="-40" dirty="0">
                <a:solidFill>
                  <a:srgbClr val="1F1F1F"/>
                </a:solidFill>
                <a:latin typeface="Rockwell"/>
                <a:cs typeface="Rockwell"/>
              </a:rPr>
              <a:t>g</a:t>
            </a:r>
            <a:r>
              <a:rPr sz="2000" b="1" spc="-5" dirty="0">
                <a:solidFill>
                  <a:srgbClr val="1F1F1F"/>
                </a:solidFill>
                <a:latin typeface="Rockwell"/>
                <a:cs typeface="Rockwell"/>
              </a:rPr>
              <a:t>emen</a:t>
            </a:r>
            <a:r>
              <a:rPr sz="2000" b="1" dirty="0">
                <a:solidFill>
                  <a:srgbClr val="1F1F1F"/>
                </a:solidFill>
                <a:latin typeface="Rockwell"/>
                <a:cs typeface="Rockwell"/>
              </a:rPr>
              <a:t>t</a:t>
            </a:r>
            <a:r>
              <a:rPr sz="2000" b="1" spc="-15" dirty="0">
                <a:solidFill>
                  <a:srgbClr val="1F1F1F"/>
                </a:solidFill>
                <a:latin typeface="Rockwell"/>
                <a:cs typeface="Rockwell"/>
              </a:rPr>
              <a:t> </a:t>
            </a:r>
            <a:r>
              <a:rPr sz="2000" b="1" dirty="0">
                <a:solidFill>
                  <a:srgbClr val="1F1F1F"/>
                </a:solidFill>
                <a:latin typeface="Rockwell"/>
                <a:cs typeface="Rockwell"/>
              </a:rPr>
              <a:t>Stra</a:t>
            </a:r>
            <a:r>
              <a:rPr sz="2000" b="1" spc="-15" dirty="0">
                <a:solidFill>
                  <a:srgbClr val="1F1F1F"/>
                </a:solidFill>
                <a:latin typeface="Rockwell"/>
                <a:cs typeface="Rockwell"/>
              </a:rPr>
              <a:t>t</a:t>
            </a:r>
            <a:r>
              <a:rPr sz="2000" b="1" spc="-5" dirty="0">
                <a:solidFill>
                  <a:srgbClr val="1F1F1F"/>
                </a:solidFill>
                <a:latin typeface="Rockwell"/>
                <a:cs typeface="Rockwell"/>
              </a:rPr>
              <a:t>egy</a:t>
            </a:r>
            <a:endParaRPr sz="2000">
              <a:latin typeface="Rockwell"/>
              <a:cs typeface="Rockwel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295702" y="1266315"/>
            <a:ext cx="9730108" cy="508041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926743" y="28078"/>
            <a:ext cx="3770629" cy="4308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800" b="1" spc="-15" dirty="0">
                <a:solidFill>
                  <a:srgbClr val="FFFFFF"/>
                </a:solidFill>
                <a:latin typeface="Rockwell"/>
                <a:cs typeface="Rockwell"/>
              </a:rPr>
              <a:t>Ini</a:t>
            </a:r>
            <a:r>
              <a:rPr sz="2800" b="1" spc="-25" dirty="0">
                <a:solidFill>
                  <a:srgbClr val="FFFFFF"/>
                </a:solidFill>
                <a:latin typeface="Rockwell"/>
                <a:cs typeface="Rockwell"/>
              </a:rPr>
              <a:t>t</a:t>
            </a:r>
            <a:r>
              <a:rPr sz="2800" b="1" spc="-15" dirty="0">
                <a:solidFill>
                  <a:srgbClr val="FFFFFF"/>
                </a:solidFill>
                <a:latin typeface="Rockwell"/>
                <a:cs typeface="Rockwell"/>
              </a:rPr>
              <a:t>iat</a:t>
            </a:r>
            <a:r>
              <a:rPr sz="2800" b="1" spc="-25" dirty="0">
                <a:solidFill>
                  <a:srgbClr val="FFFFFF"/>
                </a:solidFill>
                <a:latin typeface="Rockwell"/>
                <a:cs typeface="Rockwell"/>
              </a:rPr>
              <a:t>i</a:t>
            </a:r>
            <a:r>
              <a:rPr sz="2800" b="1" spc="-20" dirty="0">
                <a:solidFill>
                  <a:srgbClr val="FFFFFF"/>
                </a:solidFill>
                <a:latin typeface="Rockwell"/>
                <a:cs typeface="Rockwell"/>
              </a:rPr>
              <a:t>ng</a:t>
            </a:r>
            <a:r>
              <a:rPr sz="2800" b="1" spc="20" dirty="0">
                <a:solidFill>
                  <a:srgbClr val="FFFFFF"/>
                </a:solidFill>
                <a:latin typeface="Rockwell"/>
                <a:cs typeface="Rockwell"/>
              </a:rPr>
              <a:t> </a:t>
            </a:r>
            <a:r>
              <a:rPr sz="2800" b="1" spc="-20" dirty="0">
                <a:solidFill>
                  <a:srgbClr val="FFFFFF"/>
                </a:solidFill>
                <a:latin typeface="Rockwell"/>
                <a:cs typeface="Rockwell"/>
              </a:rPr>
              <a:t>a</a:t>
            </a:r>
            <a:r>
              <a:rPr sz="2800" b="1" spc="-5" dirty="0">
                <a:solidFill>
                  <a:srgbClr val="FFFFFF"/>
                </a:solidFill>
                <a:latin typeface="Rockwell"/>
                <a:cs typeface="Rockwell"/>
              </a:rPr>
              <a:t> </a:t>
            </a:r>
            <a:r>
              <a:rPr sz="2800" b="1" spc="-20" dirty="0">
                <a:solidFill>
                  <a:srgbClr val="FFFFFF"/>
                </a:solidFill>
                <a:latin typeface="Rockwell"/>
                <a:cs typeface="Rockwell"/>
              </a:rPr>
              <a:t>P</a:t>
            </a:r>
            <a:r>
              <a:rPr sz="2800" b="1" spc="-30" dirty="0">
                <a:solidFill>
                  <a:srgbClr val="FFFFFF"/>
                </a:solidFill>
                <a:latin typeface="Rockwell"/>
                <a:cs typeface="Rockwell"/>
              </a:rPr>
              <a:t>r</a:t>
            </a:r>
            <a:r>
              <a:rPr sz="2800" b="1" spc="-20" dirty="0">
                <a:solidFill>
                  <a:srgbClr val="FFFFFF"/>
                </a:solidFill>
                <a:latin typeface="Rockwell"/>
                <a:cs typeface="Rockwell"/>
              </a:rPr>
              <a:t>ojec</a:t>
            </a:r>
            <a:r>
              <a:rPr sz="2800" b="1" spc="-670" dirty="0">
                <a:solidFill>
                  <a:srgbClr val="FFFFFF"/>
                </a:solidFill>
                <a:latin typeface="Rockwell"/>
                <a:cs typeface="Rockwell"/>
              </a:rPr>
              <a:t>t</a:t>
            </a:r>
            <a:r>
              <a:rPr baseline="62500" dirty="0">
                <a:latin typeface="Courier New"/>
                <a:cs typeface="Courier New"/>
              </a:rPr>
              <a:t>Author</a:t>
            </a:r>
            <a:endParaRPr baseline="625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763259" y="29832"/>
            <a:ext cx="1397000" cy="1846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200" dirty="0">
                <a:latin typeface="Courier New"/>
                <a:cs typeface="Courier New"/>
              </a:rPr>
              <a:t>- Pankaj </a:t>
            </a:r>
            <a:r>
              <a:rPr lang="es-ES" sz="1200" dirty="0">
                <a:latin typeface="Courier New"/>
                <a:cs typeface="Courier New"/>
              </a:rPr>
              <a:t> </a:t>
            </a:r>
            <a:endParaRPr sz="1200" dirty="0">
              <a:latin typeface="Courier New"/>
              <a:cs typeface="Courier New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0" y="16148"/>
            <a:ext cx="12192000" cy="548956"/>
          </a:xfrm>
          <a:prstGeom prst="rect">
            <a:avLst/>
          </a:prstGeom>
          <a:solidFill>
            <a:srgbClr val="00008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dirty="0" smtClean="0">
                <a:latin typeface="Rockwell" charset="0"/>
                <a:ea typeface="Rockwell" charset="0"/>
                <a:cs typeface="Rockwell" charset="0"/>
              </a:rPr>
              <a:t>Initiating a Project</a:t>
            </a:r>
            <a:endParaRPr lang="en-US" sz="2800" dirty="0">
              <a:latin typeface="Rockwell" charset="0"/>
              <a:ea typeface="Rockwell" charset="0"/>
              <a:cs typeface="Rockwel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98869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458964"/>
            <a:ext cx="354330" cy="5993905"/>
          </a:xfrm>
          <a:custGeom>
            <a:avLst/>
            <a:gdLst/>
            <a:ahLst/>
            <a:cxnLst/>
            <a:rect l="l" t="t" r="r" b="b"/>
            <a:pathLst>
              <a:path w="354330" h="5904230">
                <a:moveTo>
                  <a:pt x="0" y="5903975"/>
                </a:moveTo>
                <a:lnTo>
                  <a:pt x="354011" y="5903975"/>
                </a:lnTo>
                <a:lnTo>
                  <a:pt x="354011" y="0"/>
                </a:lnTo>
                <a:lnTo>
                  <a:pt x="0" y="0"/>
                </a:lnTo>
                <a:lnTo>
                  <a:pt x="0" y="5903975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6452870"/>
            <a:ext cx="12192000" cy="405130"/>
          </a:xfrm>
          <a:custGeom>
            <a:avLst/>
            <a:gdLst/>
            <a:ahLst/>
            <a:cxnLst/>
            <a:rect l="l" t="t" r="r" b="b"/>
            <a:pathLst>
              <a:path w="9144000" h="405129">
                <a:moveTo>
                  <a:pt x="9144000" y="404811"/>
                </a:moveTo>
                <a:lnTo>
                  <a:pt x="9144000" y="0"/>
                </a:lnTo>
                <a:lnTo>
                  <a:pt x="0" y="0"/>
                </a:lnTo>
                <a:lnTo>
                  <a:pt x="0" y="404811"/>
                </a:lnTo>
                <a:lnTo>
                  <a:pt x="9144000" y="404811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527074" y="652329"/>
            <a:ext cx="6377940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00" b="1" dirty="0">
                <a:solidFill>
                  <a:srgbClr val="1F1F1F"/>
                </a:solidFill>
                <a:latin typeface="Rockwell"/>
                <a:cs typeface="Rockwell"/>
              </a:rPr>
              <a:t>Pr</a:t>
            </a:r>
            <a:r>
              <a:rPr sz="2000" b="1" spc="-35" dirty="0">
                <a:solidFill>
                  <a:srgbClr val="1F1F1F"/>
                </a:solidFill>
                <a:latin typeface="Rockwell"/>
                <a:cs typeface="Rockwell"/>
              </a:rPr>
              <a:t>e</a:t>
            </a:r>
            <a:r>
              <a:rPr sz="2000" b="1" dirty="0">
                <a:solidFill>
                  <a:srgbClr val="1F1F1F"/>
                </a:solidFill>
                <a:latin typeface="Rockwell"/>
                <a:cs typeface="Rockwell"/>
              </a:rPr>
              <a:t>p</a:t>
            </a:r>
            <a:r>
              <a:rPr sz="2000" b="1" spc="-10" dirty="0">
                <a:solidFill>
                  <a:srgbClr val="1F1F1F"/>
                </a:solidFill>
                <a:latin typeface="Rockwell"/>
                <a:cs typeface="Rockwell"/>
              </a:rPr>
              <a:t>a</a:t>
            </a:r>
            <a:r>
              <a:rPr sz="2000" b="1" spc="-5" dirty="0">
                <a:solidFill>
                  <a:srgbClr val="1F1F1F"/>
                </a:solidFill>
                <a:latin typeface="Rockwell"/>
                <a:cs typeface="Rockwell"/>
              </a:rPr>
              <a:t>r</a:t>
            </a:r>
            <a:r>
              <a:rPr sz="2000" b="1" dirty="0">
                <a:solidFill>
                  <a:srgbClr val="1F1F1F"/>
                </a:solidFill>
                <a:latin typeface="Rockwell"/>
                <a:cs typeface="Rockwell"/>
              </a:rPr>
              <a:t>e</a:t>
            </a:r>
            <a:r>
              <a:rPr sz="2000" b="1" spc="-15" dirty="0">
                <a:solidFill>
                  <a:srgbClr val="1F1F1F"/>
                </a:solidFill>
                <a:latin typeface="Rockwell"/>
                <a:cs typeface="Rockwell"/>
              </a:rPr>
              <a:t> </a:t>
            </a:r>
            <a:r>
              <a:rPr sz="2000" b="1" spc="-5" dirty="0">
                <a:solidFill>
                  <a:srgbClr val="1F1F1F"/>
                </a:solidFill>
                <a:latin typeface="Rockwell"/>
                <a:cs typeface="Rockwell"/>
              </a:rPr>
              <a:t>t</a:t>
            </a:r>
            <a:r>
              <a:rPr sz="2000" b="1" spc="-10" dirty="0">
                <a:solidFill>
                  <a:srgbClr val="1F1F1F"/>
                </a:solidFill>
                <a:latin typeface="Rockwell"/>
                <a:cs typeface="Rockwell"/>
              </a:rPr>
              <a:t>h</a:t>
            </a:r>
            <a:r>
              <a:rPr sz="2000" b="1" dirty="0">
                <a:solidFill>
                  <a:srgbClr val="1F1F1F"/>
                </a:solidFill>
                <a:latin typeface="Rockwell"/>
                <a:cs typeface="Rockwell"/>
              </a:rPr>
              <a:t>e Com</a:t>
            </a:r>
            <a:r>
              <a:rPr sz="2000" b="1" spc="-15" dirty="0">
                <a:solidFill>
                  <a:srgbClr val="1F1F1F"/>
                </a:solidFill>
                <a:latin typeface="Rockwell"/>
                <a:cs typeface="Rockwell"/>
              </a:rPr>
              <a:t>m</a:t>
            </a:r>
            <a:r>
              <a:rPr sz="2000" b="1" dirty="0">
                <a:solidFill>
                  <a:srgbClr val="1F1F1F"/>
                </a:solidFill>
                <a:latin typeface="Rockwell"/>
                <a:cs typeface="Rockwell"/>
              </a:rPr>
              <a:t>u</a:t>
            </a:r>
            <a:r>
              <a:rPr sz="2000" b="1" spc="-10" dirty="0">
                <a:solidFill>
                  <a:srgbClr val="1F1F1F"/>
                </a:solidFill>
                <a:latin typeface="Rockwell"/>
                <a:cs typeface="Rockwell"/>
              </a:rPr>
              <a:t>n</a:t>
            </a:r>
            <a:r>
              <a:rPr sz="2000" b="1" dirty="0">
                <a:solidFill>
                  <a:srgbClr val="1F1F1F"/>
                </a:solidFill>
                <a:latin typeface="Rockwell"/>
                <a:cs typeface="Rockwell"/>
              </a:rPr>
              <a:t>ica</a:t>
            </a:r>
            <a:r>
              <a:rPr sz="2000" b="1" spc="-15" dirty="0">
                <a:solidFill>
                  <a:srgbClr val="1F1F1F"/>
                </a:solidFill>
                <a:latin typeface="Rockwell"/>
                <a:cs typeface="Rockwell"/>
              </a:rPr>
              <a:t>t</a:t>
            </a:r>
            <a:r>
              <a:rPr sz="2000" b="1" dirty="0">
                <a:solidFill>
                  <a:srgbClr val="1F1F1F"/>
                </a:solidFill>
                <a:latin typeface="Rockwell"/>
                <a:cs typeface="Rockwell"/>
              </a:rPr>
              <a:t>ion Ma</a:t>
            </a:r>
            <a:r>
              <a:rPr sz="2000" b="1" spc="-10" dirty="0">
                <a:solidFill>
                  <a:srgbClr val="1F1F1F"/>
                </a:solidFill>
                <a:latin typeface="Rockwell"/>
                <a:cs typeface="Rockwell"/>
              </a:rPr>
              <a:t>n</a:t>
            </a:r>
            <a:r>
              <a:rPr sz="2000" b="1" dirty="0">
                <a:solidFill>
                  <a:srgbClr val="1F1F1F"/>
                </a:solidFill>
                <a:latin typeface="Rockwell"/>
                <a:cs typeface="Rockwell"/>
              </a:rPr>
              <a:t>a</a:t>
            </a:r>
            <a:r>
              <a:rPr sz="2000" b="1" spc="-45" dirty="0">
                <a:solidFill>
                  <a:srgbClr val="1F1F1F"/>
                </a:solidFill>
                <a:latin typeface="Rockwell"/>
                <a:cs typeface="Rockwell"/>
              </a:rPr>
              <a:t>g</a:t>
            </a:r>
            <a:r>
              <a:rPr sz="2000" b="1" spc="-5" dirty="0">
                <a:solidFill>
                  <a:srgbClr val="1F1F1F"/>
                </a:solidFill>
                <a:latin typeface="Rockwell"/>
                <a:cs typeface="Rockwell"/>
              </a:rPr>
              <a:t>emen</a:t>
            </a:r>
            <a:r>
              <a:rPr sz="2000" b="1" dirty="0">
                <a:solidFill>
                  <a:srgbClr val="1F1F1F"/>
                </a:solidFill>
                <a:latin typeface="Rockwell"/>
                <a:cs typeface="Rockwell"/>
              </a:rPr>
              <a:t>t</a:t>
            </a:r>
            <a:r>
              <a:rPr sz="2000" b="1" spc="-15" dirty="0">
                <a:solidFill>
                  <a:srgbClr val="1F1F1F"/>
                </a:solidFill>
                <a:latin typeface="Rockwell"/>
                <a:cs typeface="Rockwell"/>
              </a:rPr>
              <a:t> </a:t>
            </a:r>
            <a:r>
              <a:rPr sz="2000" b="1" dirty="0">
                <a:solidFill>
                  <a:srgbClr val="1F1F1F"/>
                </a:solidFill>
                <a:latin typeface="Rockwell"/>
                <a:cs typeface="Rockwell"/>
              </a:rPr>
              <a:t>Stra</a:t>
            </a:r>
            <a:r>
              <a:rPr sz="2000" b="1" spc="-15" dirty="0">
                <a:solidFill>
                  <a:srgbClr val="1F1F1F"/>
                </a:solidFill>
                <a:latin typeface="Rockwell"/>
                <a:cs typeface="Rockwell"/>
              </a:rPr>
              <a:t>t</a:t>
            </a:r>
            <a:r>
              <a:rPr sz="2000" b="1" spc="-5" dirty="0">
                <a:solidFill>
                  <a:srgbClr val="1F1F1F"/>
                </a:solidFill>
                <a:latin typeface="Rockwell"/>
                <a:cs typeface="Rockwell"/>
              </a:rPr>
              <a:t>egy</a:t>
            </a:r>
            <a:endParaRPr sz="2000">
              <a:latin typeface="Rockwell"/>
              <a:cs typeface="Rockwel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202841" y="1200334"/>
            <a:ext cx="10472324" cy="494903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926743" y="28078"/>
            <a:ext cx="3770629" cy="4308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800" b="1" spc="-15" dirty="0">
                <a:solidFill>
                  <a:srgbClr val="FFFFFF"/>
                </a:solidFill>
                <a:latin typeface="Rockwell"/>
                <a:cs typeface="Rockwell"/>
              </a:rPr>
              <a:t>Ini</a:t>
            </a:r>
            <a:r>
              <a:rPr sz="2800" b="1" spc="-25" dirty="0">
                <a:solidFill>
                  <a:srgbClr val="FFFFFF"/>
                </a:solidFill>
                <a:latin typeface="Rockwell"/>
                <a:cs typeface="Rockwell"/>
              </a:rPr>
              <a:t>t</a:t>
            </a:r>
            <a:r>
              <a:rPr sz="2800" b="1" spc="-15" dirty="0">
                <a:solidFill>
                  <a:srgbClr val="FFFFFF"/>
                </a:solidFill>
                <a:latin typeface="Rockwell"/>
                <a:cs typeface="Rockwell"/>
              </a:rPr>
              <a:t>iat</a:t>
            </a:r>
            <a:r>
              <a:rPr sz="2800" b="1" spc="-25" dirty="0">
                <a:solidFill>
                  <a:srgbClr val="FFFFFF"/>
                </a:solidFill>
                <a:latin typeface="Rockwell"/>
                <a:cs typeface="Rockwell"/>
              </a:rPr>
              <a:t>i</a:t>
            </a:r>
            <a:r>
              <a:rPr sz="2800" b="1" spc="-20" dirty="0">
                <a:solidFill>
                  <a:srgbClr val="FFFFFF"/>
                </a:solidFill>
                <a:latin typeface="Rockwell"/>
                <a:cs typeface="Rockwell"/>
              </a:rPr>
              <a:t>ng</a:t>
            </a:r>
            <a:r>
              <a:rPr sz="2800" b="1" spc="20" dirty="0">
                <a:solidFill>
                  <a:srgbClr val="FFFFFF"/>
                </a:solidFill>
                <a:latin typeface="Rockwell"/>
                <a:cs typeface="Rockwell"/>
              </a:rPr>
              <a:t> </a:t>
            </a:r>
            <a:r>
              <a:rPr sz="2800" b="1" spc="-20" dirty="0">
                <a:solidFill>
                  <a:srgbClr val="FFFFFF"/>
                </a:solidFill>
                <a:latin typeface="Rockwell"/>
                <a:cs typeface="Rockwell"/>
              </a:rPr>
              <a:t>a</a:t>
            </a:r>
            <a:r>
              <a:rPr sz="2800" b="1" spc="-5" dirty="0">
                <a:solidFill>
                  <a:srgbClr val="FFFFFF"/>
                </a:solidFill>
                <a:latin typeface="Rockwell"/>
                <a:cs typeface="Rockwell"/>
              </a:rPr>
              <a:t> </a:t>
            </a:r>
            <a:r>
              <a:rPr sz="2800" b="1" spc="-20" dirty="0">
                <a:solidFill>
                  <a:srgbClr val="FFFFFF"/>
                </a:solidFill>
                <a:latin typeface="Rockwell"/>
                <a:cs typeface="Rockwell"/>
              </a:rPr>
              <a:t>P</a:t>
            </a:r>
            <a:r>
              <a:rPr sz="2800" b="1" spc="-30" dirty="0">
                <a:solidFill>
                  <a:srgbClr val="FFFFFF"/>
                </a:solidFill>
                <a:latin typeface="Rockwell"/>
                <a:cs typeface="Rockwell"/>
              </a:rPr>
              <a:t>r</a:t>
            </a:r>
            <a:r>
              <a:rPr sz="2800" b="1" spc="-20" dirty="0">
                <a:solidFill>
                  <a:srgbClr val="FFFFFF"/>
                </a:solidFill>
                <a:latin typeface="Rockwell"/>
                <a:cs typeface="Rockwell"/>
              </a:rPr>
              <a:t>ojec</a:t>
            </a:r>
            <a:r>
              <a:rPr sz="2800" b="1" spc="-670" dirty="0">
                <a:solidFill>
                  <a:srgbClr val="FFFFFF"/>
                </a:solidFill>
                <a:latin typeface="Rockwell"/>
                <a:cs typeface="Rockwell"/>
              </a:rPr>
              <a:t>t</a:t>
            </a:r>
            <a:r>
              <a:rPr baseline="62500" dirty="0">
                <a:latin typeface="Courier New"/>
                <a:cs typeface="Courier New"/>
              </a:rPr>
              <a:t>Author</a:t>
            </a:r>
            <a:endParaRPr baseline="625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763259" y="29832"/>
            <a:ext cx="1397000" cy="1846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200" dirty="0">
                <a:latin typeface="Courier New"/>
                <a:cs typeface="Courier New"/>
              </a:rPr>
              <a:t>- Pankaj </a:t>
            </a:r>
            <a:r>
              <a:rPr lang="es-ES" sz="1200" dirty="0">
                <a:latin typeface="Courier New"/>
                <a:cs typeface="Courier New"/>
              </a:rPr>
              <a:t> </a:t>
            </a:r>
            <a:endParaRPr sz="1200" dirty="0">
              <a:latin typeface="Courier New"/>
              <a:cs typeface="Courier New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0" y="-30957"/>
            <a:ext cx="12192000" cy="548956"/>
          </a:xfrm>
          <a:prstGeom prst="rect">
            <a:avLst/>
          </a:prstGeom>
          <a:solidFill>
            <a:srgbClr val="00008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dirty="0" smtClean="0">
                <a:latin typeface="Rockwell" charset="0"/>
                <a:ea typeface="Rockwell" charset="0"/>
                <a:cs typeface="Rockwell" charset="0"/>
              </a:rPr>
              <a:t>Initiating a Project</a:t>
            </a:r>
            <a:endParaRPr lang="en-US" sz="2800" dirty="0">
              <a:latin typeface="Rockwell" charset="0"/>
              <a:ea typeface="Rockwell" charset="0"/>
              <a:cs typeface="Rockwel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21398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527566"/>
            <a:ext cx="354330" cy="6058764"/>
          </a:xfrm>
          <a:custGeom>
            <a:avLst/>
            <a:gdLst/>
            <a:ahLst/>
            <a:cxnLst/>
            <a:rect l="l" t="t" r="r" b="b"/>
            <a:pathLst>
              <a:path w="354330" h="5904230">
                <a:moveTo>
                  <a:pt x="0" y="5903975"/>
                </a:moveTo>
                <a:lnTo>
                  <a:pt x="354011" y="5903975"/>
                </a:lnTo>
                <a:lnTo>
                  <a:pt x="354011" y="0"/>
                </a:lnTo>
                <a:lnTo>
                  <a:pt x="0" y="0"/>
                </a:lnTo>
                <a:lnTo>
                  <a:pt x="0" y="5903975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6452870"/>
            <a:ext cx="12192000" cy="405130"/>
          </a:xfrm>
          <a:custGeom>
            <a:avLst/>
            <a:gdLst/>
            <a:ahLst/>
            <a:cxnLst/>
            <a:rect l="l" t="t" r="r" b="b"/>
            <a:pathLst>
              <a:path w="9144000" h="405129">
                <a:moveTo>
                  <a:pt x="9144000" y="404811"/>
                </a:moveTo>
                <a:lnTo>
                  <a:pt x="9144000" y="0"/>
                </a:lnTo>
                <a:lnTo>
                  <a:pt x="0" y="0"/>
                </a:lnTo>
                <a:lnTo>
                  <a:pt x="0" y="404811"/>
                </a:lnTo>
                <a:lnTo>
                  <a:pt x="9144000" y="404811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644842" y="665614"/>
            <a:ext cx="3752215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00" b="1" dirty="0">
                <a:solidFill>
                  <a:srgbClr val="1F1F1F"/>
                </a:solidFill>
                <a:latin typeface="Rockwell"/>
                <a:cs typeface="Rockwell"/>
              </a:rPr>
              <a:t>S</a:t>
            </a:r>
            <a:r>
              <a:rPr sz="2000" b="1" spc="5" dirty="0">
                <a:solidFill>
                  <a:srgbClr val="1F1F1F"/>
                </a:solidFill>
                <a:latin typeface="Rockwell"/>
                <a:cs typeface="Rockwell"/>
              </a:rPr>
              <a:t>e</a:t>
            </a:r>
            <a:r>
              <a:rPr sz="2000" b="1" spc="-5" dirty="0">
                <a:solidFill>
                  <a:srgbClr val="1F1F1F"/>
                </a:solidFill>
                <a:latin typeface="Rockwell"/>
                <a:cs typeface="Rockwell"/>
              </a:rPr>
              <a:t>t</a:t>
            </a:r>
            <a:r>
              <a:rPr sz="2000" b="1" spc="-15" dirty="0">
                <a:solidFill>
                  <a:srgbClr val="1F1F1F"/>
                </a:solidFill>
                <a:latin typeface="Rockwell"/>
                <a:cs typeface="Rockwell"/>
              </a:rPr>
              <a:t>t</a:t>
            </a:r>
            <a:r>
              <a:rPr sz="2000" b="1" dirty="0">
                <a:solidFill>
                  <a:srgbClr val="1F1F1F"/>
                </a:solidFill>
                <a:latin typeface="Rockwell"/>
                <a:cs typeface="Rockwell"/>
              </a:rPr>
              <a:t>ing</a:t>
            </a:r>
            <a:r>
              <a:rPr sz="2000" b="1" spc="-20" dirty="0">
                <a:solidFill>
                  <a:srgbClr val="1F1F1F"/>
                </a:solidFill>
                <a:latin typeface="Rockwell"/>
                <a:cs typeface="Rockwell"/>
              </a:rPr>
              <a:t> </a:t>
            </a:r>
            <a:r>
              <a:rPr sz="2000" b="1" dirty="0">
                <a:solidFill>
                  <a:srgbClr val="1F1F1F"/>
                </a:solidFill>
                <a:latin typeface="Rockwell"/>
                <a:cs typeface="Rockwell"/>
              </a:rPr>
              <a:t>up</a:t>
            </a:r>
            <a:r>
              <a:rPr sz="2000" b="1" spc="-10" dirty="0">
                <a:solidFill>
                  <a:srgbClr val="1F1F1F"/>
                </a:solidFill>
                <a:latin typeface="Rockwell"/>
                <a:cs typeface="Rockwell"/>
              </a:rPr>
              <a:t> </a:t>
            </a:r>
            <a:r>
              <a:rPr sz="2000" b="1" spc="-5" dirty="0">
                <a:solidFill>
                  <a:srgbClr val="1F1F1F"/>
                </a:solidFill>
                <a:latin typeface="Rockwell"/>
                <a:cs typeface="Rockwell"/>
              </a:rPr>
              <a:t>t</a:t>
            </a:r>
            <a:r>
              <a:rPr sz="2000" b="1" spc="-10" dirty="0">
                <a:solidFill>
                  <a:srgbClr val="1F1F1F"/>
                </a:solidFill>
                <a:latin typeface="Rockwell"/>
                <a:cs typeface="Rockwell"/>
              </a:rPr>
              <a:t>h</a:t>
            </a:r>
            <a:r>
              <a:rPr sz="2000" b="1" dirty="0">
                <a:solidFill>
                  <a:srgbClr val="1F1F1F"/>
                </a:solidFill>
                <a:latin typeface="Rockwell"/>
                <a:cs typeface="Rockwell"/>
              </a:rPr>
              <a:t>e project</a:t>
            </a:r>
            <a:r>
              <a:rPr sz="2000" b="1" spc="-5" dirty="0">
                <a:solidFill>
                  <a:srgbClr val="1F1F1F"/>
                </a:solidFill>
                <a:latin typeface="Rockwell"/>
                <a:cs typeface="Rockwell"/>
              </a:rPr>
              <a:t> </a:t>
            </a:r>
            <a:r>
              <a:rPr sz="2000" b="1" dirty="0">
                <a:solidFill>
                  <a:srgbClr val="1F1F1F"/>
                </a:solidFill>
                <a:latin typeface="Rockwell"/>
                <a:cs typeface="Rockwell"/>
              </a:rPr>
              <a:t>controls</a:t>
            </a:r>
            <a:endParaRPr sz="2000">
              <a:latin typeface="Rockwell"/>
              <a:cs typeface="Rockwel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613534" y="1400023"/>
            <a:ext cx="11260414" cy="474934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926743" y="28078"/>
            <a:ext cx="3770629" cy="4308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800" b="1" spc="-15" dirty="0">
                <a:solidFill>
                  <a:srgbClr val="FFFFFF"/>
                </a:solidFill>
                <a:latin typeface="Rockwell"/>
                <a:cs typeface="Rockwell"/>
              </a:rPr>
              <a:t>Ini</a:t>
            </a:r>
            <a:r>
              <a:rPr sz="2800" b="1" spc="-25" dirty="0">
                <a:solidFill>
                  <a:srgbClr val="FFFFFF"/>
                </a:solidFill>
                <a:latin typeface="Rockwell"/>
                <a:cs typeface="Rockwell"/>
              </a:rPr>
              <a:t>t</a:t>
            </a:r>
            <a:r>
              <a:rPr sz="2800" b="1" spc="-15" dirty="0">
                <a:solidFill>
                  <a:srgbClr val="FFFFFF"/>
                </a:solidFill>
                <a:latin typeface="Rockwell"/>
                <a:cs typeface="Rockwell"/>
              </a:rPr>
              <a:t>iat</a:t>
            </a:r>
            <a:r>
              <a:rPr sz="2800" b="1" spc="-25" dirty="0">
                <a:solidFill>
                  <a:srgbClr val="FFFFFF"/>
                </a:solidFill>
                <a:latin typeface="Rockwell"/>
                <a:cs typeface="Rockwell"/>
              </a:rPr>
              <a:t>i</a:t>
            </a:r>
            <a:r>
              <a:rPr sz="2800" b="1" spc="-20" dirty="0">
                <a:solidFill>
                  <a:srgbClr val="FFFFFF"/>
                </a:solidFill>
                <a:latin typeface="Rockwell"/>
                <a:cs typeface="Rockwell"/>
              </a:rPr>
              <a:t>ng</a:t>
            </a:r>
            <a:r>
              <a:rPr sz="2800" b="1" spc="20" dirty="0">
                <a:solidFill>
                  <a:srgbClr val="FFFFFF"/>
                </a:solidFill>
                <a:latin typeface="Rockwell"/>
                <a:cs typeface="Rockwell"/>
              </a:rPr>
              <a:t> </a:t>
            </a:r>
            <a:r>
              <a:rPr sz="2800" b="1" spc="-20" dirty="0">
                <a:solidFill>
                  <a:srgbClr val="FFFFFF"/>
                </a:solidFill>
                <a:latin typeface="Rockwell"/>
                <a:cs typeface="Rockwell"/>
              </a:rPr>
              <a:t>a</a:t>
            </a:r>
            <a:r>
              <a:rPr sz="2800" b="1" spc="-5" dirty="0">
                <a:solidFill>
                  <a:srgbClr val="FFFFFF"/>
                </a:solidFill>
                <a:latin typeface="Rockwell"/>
                <a:cs typeface="Rockwell"/>
              </a:rPr>
              <a:t> </a:t>
            </a:r>
            <a:r>
              <a:rPr sz="2800" b="1" spc="-20" dirty="0">
                <a:solidFill>
                  <a:srgbClr val="FFFFFF"/>
                </a:solidFill>
                <a:latin typeface="Rockwell"/>
                <a:cs typeface="Rockwell"/>
              </a:rPr>
              <a:t>P</a:t>
            </a:r>
            <a:r>
              <a:rPr sz="2800" b="1" spc="-30" dirty="0">
                <a:solidFill>
                  <a:srgbClr val="FFFFFF"/>
                </a:solidFill>
                <a:latin typeface="Rockwell"/>
                <a:cs typeface="Rockwell"/>
              </a:rPr>
              <a:t>r</a:t>
            </a:r>
            <a:r>
              <a:rPr sz="2800" b="1" spc="-20" dirty="0">
                <a:solidFill>
                  <a:srgbClr val="FFFFFF"/>
                </a:solidFill>
                <a:latin typeface="Rockwell"/>
                <a:cs typeface="Rockwell"/>
              </a:rPr>
              <a:t>ojec</a:t>
            </a:r>
            <a:r>
              <a:rPr sz="2800" b="1" spc="-670" dirty="0">
                <a:solidFill>
                  <a:srgbClr val="FFFFFF"/>
                </a:solidFill>
                <a:latin typeface="Rockwell"/>
                <a:cs typeface="Rockwell"/>
              </a:rPr>
              <a:t>t</a:t>
            </a:r>
            <a:r>
              <a:rPr baseline="62500" dirty="0">
                <a:latin typeface="Courier New"/>
                <a:cs typeface="Courier New"/>
              </a:rPr>
              <a:t>Author</a:t>
            </a:r>
            <a:endParaRPr baseline="625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763259" y="29832"/>
            <a:ext cx="1397000" cy="1846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200" dirty="0">
                <a:latin typeface="Courier New"/>
                <a:cs typeface="Courier New"/>
              </a:rPr>
              <a:t>- Pankaj </a:t>
            </a:r>
            <a:r>
              <a:rPr lang="es-ES" sz="1200" dirty="0">
                <a:latin typeface="Courier New"/>
                <a:cs typeface="Courier New"/>
              </a:rPr>
              <a:t> </a:t>
            </a:r>
            <a:endParaRPr sz="1200" dirty="0">
              <a:latin typeface="Courier New"/>
              <a:cs typeface="Courier New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0" y="-30957"/>
            <a:ext cx="12192000" cy="548956"/>
          </a:xfrm>
          <a:prstGeom prst="rect">
            <a:avLst/>
          </a:prstGeom>
          <a:solidFill>
            <a:srgbClr val="00008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dirty="0" smtClean="0">
                <a:latin typeface="Rockwell" charset="0"/>
                <a:ea typeface="Rockwell" charset="0"/>
                <a:cs typeface="Rockwell" charset="0"/>
              </a:rPr>
              <a:t>Initiating a Project</a:t>
            </a:r>
            <a:endParaRPr lang="en-US" sz="2800" dirty="0">
              <a:latin typeface="Rockwell" charset="0"/>
              <a:ea typeface="Rockwell" charset="0"/>
              <a:cs typeface="Rockwel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91576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517999"/>
            <a:ext cx="354330" cy="5904230"/>
          </a:xfrm>
          <a:custGeom>
            <a:avLst/>
            <a:gdLst/>
            <a:ahLst/>
            <a:cxnLst/>
            <a:rect l="l" t="t" r="r" b="b"/>
            <a:pathLst>
              <a:path w="354330" h="5904230">
                <a:moveTo>
                  <a:pt x="0" y="5903975"/>
                </a:moveTo>
                <a:lnTo>
                  <a:pt x="354011" y="5903975"/>
                </a:lnTo>
                <a:lnTo>
                  <a:pt x="354011" y="0"/>
                </a:lnTo>
                <a:lnTo>
                  <a:pt x="0" y="0"/>
                </a:lnTo>
                <a:lnTo>
                  <a:pt x="0" y="5903975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919288" y="560387"/>
            <a:ext cx="8353425" cy="6297930"/>
          </a:xfrm>
          <a:custGeom>
            <a:avLst/>
            <a:gdLst/>
            <a:ahLst/>
            <a:cxnLst/>
            <a:rect l="l" t="t" r="r" b="b"/>
            <a:pathLst>
              <a:path w="8353425" h="6297930">
                <a:moveTo>
                  <a:pt x="8353425" y="6297610"/>
                </a:moveTo>
                <a:lnTo>
                  <a:pt x="8353425" y="0"/>
                </a:lnTo>
                <a:lnTo>
                  <a:pt x="0" y="0"/>
                </a:lnTo>
                <a:lnTo>
                  <a:pt x="0" y="6297610"/>
                </a:lnTo>
                <a:lnTo>
                  <a:pt x="8353425" y="629761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926743" y="28078"/>
            <a:ext cx="3770629" cy="4308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800" b="1" spc="-15" dirty="0">
                <a:solidFill>
                  <a:srgbClr val="FFFFFF"/>
                </a:solidFill>
                <a:latin typeface="Rockwell"/>
                <a:cs typeface="Rockwell"/>
              </a:rPr>
              <a:t>Ini</a:t>
            </a:r>
            <a:r>
              <a:rPr sz="2800" b="1" spc="-25" dirty="0">
                <a:solidFill>
                  <a:srgbClr val="FFFFFF"/>
                </a:solidFill>
                <a:latin typeface="Rockwell"/>
                <a:cs typeface="Rockwell"/>
              </a:rPr>
              <a:t>t</a:t>
            </a:r>
            <a:r>
              <a:rPr sz="2800" b="1" spc="-15" dirty="0">
                <a:solidFill>
                  <a:srgbClr val="FFFFFF"/>
                </a:solidFill>
                <a:latin typeface="Rockwell"/>
                <a:cs typeface="Rockwell"/>
              </a:rPr>
              <a:t>iat</a:t>
            </a:r>
            <a:r>
              <a:rPr sz="2800" b="1" spc="-25" dirty="0">
                <a:solidFill>
                  <a:srgbClr val="FFFFFF"/>
                </a:solidFill>
                <a:latin typeface="Rockwell"/>
                <a:cs typeface="Rockwell"/>
              </a:rPr>
              <a:t>i</a:t>
            </a:r>
            <a:r>
              <a:rPr sz="2800" b="1" spc="-20" dirty="0">
                <a:solidFill>
                  <a:srgbClr val="FFFFFF"/>
                </a:solidFill>
                <a:latin typeface="Rockwell"/>
                <a:cs typeface="Rockwell"/>
              </a:rPr>
              <a:t>ng</a:t>
            </a:r>
            <a:r>
              <a:rPr sz="2800" b="1" spc="20" dirty="0">
                <a:solidFill>
                  <a:srgbClr val="FFFFFF"/>
                </a:solidFill>
                <a:latin typeface="Rockwell"/>
                <a:cs typeface="Rockwell"/>
              </a:rPr>
              <a:t> </a:t>
            </a:r>
            <a:r>
              <a:rPr sz="2800" b="1" spc="-20" dirty="0">
                <a:solidFill>
                  <a:srgbClr val="FFFFFF"/>
                </a:solidFill>
                <a:latin typeface="Rockwell"/>
                <a:cs typeface="Rockwell"/>
              </a:rPr>
              <a:t>a</a:t>
            </a:r>
            <a:r>
              <a:rPr sz="2800" b="1" spc="-5" dirty="0">
                <a:solidFill>
                  <a:srgbClr val="FFFFFF"/>
                </a:solidFill>
                <a:latin typeface="Rockwell"/>
                <a:cs typeface="Rockwell"/>
              </a:rPr>
              <a:t> </a:t>
            </a:r>
            <a:r>
              <a:rPr sz="2800" b="1" spc="-20" dirty="0">
                <a:solidFill>
                  <a:srgbClr val="FFFFFF"/>
                </a:solidFill>
                <a:latin typeface="Rockwell"/>
                <a:cs typeface="Rockwell"/>
              </a:rPr>
              <a:t>P</a:t>
            </a:r>
            <a:r>
              <a:rPr sz="2800" b="1" spc="-30" dirty="0">
                <a:solidFill>
                  <a:srgbClr val="FFFFFF"/>
                </a:solidFill>
                <a:latin typeface="Rockwell"/>
                <a:cs typeface="Rockwell"/>
              </a:rPr>
              <a:t>r</a:t>
            </a:r>
            <a:r>
              <a:rPr sz="2800" b="1" spc="-20" dirty="0">
                <a:solidFill>
                  <a:srgbClr val="FFFFFF"/>
                </a:solidFill>
                <a:latin typeface="Rockwell"/>
                <a:cs typeface="Rockwell"/>
              </a:rPr>
              <a:t>ojec</a:t>
            </a:r>
            <a:r>
              <a:rPr sz="2800" b="1" spc="-670" dirty="0">
                <a:solidFill>
                  <a:srgbClr val="FFFFFF"/>
                </a:solidFill>
                <a:latin typeface="Rockwell"/>
                <a:cs typeface="Rockwell"/>
              </a:rPr>
              <a:t>t</a:t>
            </a:r>
            <a:r>
              <a:rPr baseline="62500" dirty="0">
                <a:latin typeface="Courier New"/>
                <a:cs typeface="Courier New"/>
              </a:rPr>
              <a:t>Author</a:t>
            </a:r>
            <a:endParaRPr baseline="625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43339" y="662974"/>
            <a:ext cx="11092070" cy="52322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algn="just"/>
            <a:r>
              <a:rPr sz="2000" spc="20" dirty="0">
                <a:latin typeface="Rockwell"/>
                <a:cs typeface="Rockwell"/>
              </a:rPr>
              <a:t>T</a:t>
            </a:r>
            <a:r>
              <a:rPr sz="2000" spc="-5" dirty="0">
                <a:latin typeface="Rockwell"/>
                <a:cs typeface="Rockwell"/>
              </a:rPr>
              <a:t>h</a:t>
            </a:r>
            <a:r>
              <a:rPr sz="2000" dirty="0">
                <a:latin typeface="Rockwell"/>
                <a:cs typeface="Rockwell"/>
              </a:rPr>
              <a:t>e</a:t>
            </a:r>
            <a:r>
              <a:rPr sz="2000" spc="5" dirty="0">
                <a:latin typeface="Rockwell"/>
                <a:cs typeface="Rockwell"/>
              </a:rPr>
              <a:t> </a:t>
            </a:r>
            <a:r>
              <a:rPr sz="2000" b="1" dirty="0">
                <a:latin typeface="Rockwell"/>
                <a:cs typeface="Rockwell"/>
              </a:rPr>
              <a:t>Proje</a:t>
            </a:r>
            <a:r>
              <a:rPr sz="2000" b="1" spc="-15" dirty="0">
                <a:latin typeface="Rockwell"/>
                <a:cs typeface="Rockwell"/>
              </a:rPr>
              <a:t>c</a:t>
            </a:r>
            <a:r>
              <a:rPr sz="2000" b="1" dirty="0">
                <a:latin typeface="Rockwell"/>
                <a:cs typeface="Rockwell"/>
              </a:rPr>
              <a:t>t</a:t>
            </a:r>
            <a:r>
              <a:rPr sz="2000" b="1" spc="30" dirty="0">
                <a:latin typeface="Rockwell"/>
                <a:cs typeface="Rockwell"/>
              </a:rPr>
              <a:t> </a:t>
            </a:r>
            <a:r>
              <a:rPr sz="2000" b="1" dirty="0">
                <a:latin typeface="Rockwell"/>
                <a:cs typeface="Rockwell"/>
              </a:rPr>
              <a:t>M</a:t>
            </a:r>
            <a:r>
              <a:rPr sz="2000" b="1" spc="-10" dirty="0">
                <a:latin typeface="Rockwell"/>
                <a:cs typeface="Rockwell"/>
              </a:rPr>
              <a:t>a</a:t>
            </a:r>
            <a:r>
              <a:rPr sz="2000" b="1" dirty="0">
                <a:latin typeface="Rockwell"/>
                <a:cs typeface="Rockwell"/>
              </a:rPr>
              <a:t>na</a:t>
            </a:r>
            <a:r>
              <a:rPr sz="2000" b="1" spc="-40" dirty="0">
                <a:latin typeface="Rockwell"/>
                <a:cs typeface="Rockwell"/>
              </a:rPr>
              <a:t>g</a:t>
            </a:r>
            <a:r>
              <a:rPr sz="2000" b="1" spc="-5" dirty="0">
                <a:latin typeface="Rockwell"/>
                <a:cs typeface="Rockwell"/>
              </a:rPr>
              <a:t>e</a:t>
            </a:r>
            <a:r>
              <a:rPr sz="2000" b="1" dirty="0">
                <a:latin typeface="Rockwell"/>
                <a:cs typeface="Rockwell"/>
              </a:rPr>
              <a:t>r</a:t>
            </a:r>
            <a:r>
              <a:rPr sz="2000" b="1" spc="20" dirty="0">
                <a:latin typeface="Rockwell"/>
                <a:cs typeface="Rockwell"/>
              </a:rPr>
              <a:t> </a:t>
            </a:r>
            <a:r>
              <a:rPr sz="2000" spc="-10" dirty="0">
                <a:latin typeface="Rockwell"/>
                <a:cs typeface="Rockwell"/>
              </a:rPr>
              <a:t>a</a:t>
            </a:r>
            <a:r>
              <a:rPr sz="2000" spc="-5" dirty="0">
                <a:latin typeface="Rockwell"/>
                <a:cs typeface="Rockwell"/>
              </a:rPr>
              <a:t>s</a:t>
            </a:r>
            <a:r>
              <a:rPr sz="2000" dirty="0">
                <a:latin typeface="Rockwell"/>
                <a:cs typeface="Rockwell"/>
              </a:rPr>
              <a:t>sem</a:t>
            </a:r>
            <a:r>
              <a:rPr sz="2000" spc="-50" dirty="0">
                <a:latin typeface="Rockwell"/>
                <a:cs typeface="Rockwell"/>
              </a:rPr>
              <a:t>b</a:t>
            </a:r>
            <a:r>
              <a:rPr sz="2000" dirty="0">
                <a:latin typeface="Rockwell"/>
                <a:cs typeface="Rockwell"/>
              </a:rPr>
              <a:t>les</a:t>
            </a:r>
            <a:r>
              <a:rPr sz="2000" spc="-5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the</a:t>
            </a:r>
            <a:r>
              <a:rPr sz="2000" spc="-5" dirty="0">
                <a:latin typeface="Rockwell"/>
                <a:cs typeface="Rockwell"/>
              </a:rPr>
              <a:t> P</a:t>
            </a:r>
            <a:r>
              <a:rPr sz="2000" spc="-65" dirty="0">
                <a:latin typeface="Rockwell"/>
                <a:cs typeface="Rockwell"/>
              </a:rPr>
              <a:t>r</a:t>
            </a:r>
            <a:r>
              <a:rPr sz="2000" spc="-5" dirty="0">
                <a:latin typeface="Rockwell"/>
                <a:cs typeface="Rockwell"/>
              </a:rPr>
              <a:t>ojec</a:t>
            </a:r>
            <a:r>
              <a:rPr sz="2000" dirty="0">
                <a:latin typeface="Rockwell"/>
                <a:cs typeface="Rockwell"/>
              </a:rPr>
              <a:t>t In</a:t>
            </a:r>
            <a:r>
              <a:rPr sz="2000" spc="-10" dirty="0">
                <a:latin typeface="Rockwell"/>
                <a:cs typeface="Rockwell"/>
              </a:rPr>
              <a:t>itia</a:t>
            </a:r>
            <a:r>
              <a:rPr sz="2000" dirty="0">
                <a:latin typeface="Rockwell"/>
                <a:cs typeface="Rockwell"/>
              </a:rPr>
              <a:t>tion</a:t>
            </a:r>
            <a:r>
              <a:rPr sz="2000" spc="-10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Do</a:t>
            </a:r>
            <a:r>
              <a:rPr sz="2000" spc="-10" dirty="0">
                <a:latin typeface="Rockwell"/>
                <a:cs typeface="Rockwell"/>
              </a:rPr>
              <a:t>c</a:t>
            </a:r>
            <a:r>
              <a:rPr sz="2000" spc="-25" dirty="0">
                <a:latin typeface="Rockwell"/>
                <a:cs typeface="Rockwell"/>
              </a:rPr>
              <a:t>u</a:t>
            </a:r>
            <a:r>
              <a:rPr sz="2000" spc="-5" dirty="0">
                <a:latin typeface="Rockwell"/>
                <a:cs typeface="Rockwell"/>
              </a:rPr>
              <a:t>mentatio</a:t>
            </a:r>
            <a:r>
              <a:rPr sz="2000" dirty="0">
                <a:latin typeface="Rockwell"/>
                <a:cs typeface="Rockwell"/>
              </a:rPr>
              <a:t>n</a:t>
            </a:r>
            <a:r>
              <a:rPr sz="2000" spc="25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and</a:t>
            </a:r>
          </a:p>
          <a:p>
            <a:pPr marL="12700" algn="just"/>
            <a:r>
              <a:rPr sz="2000" dirty="0">
                <a:latin typeface="Rockwell"/>
                <a:cs typeface="Rockwell"/>
              </a:rPr>
              <a:t>incl</a:t>
            </a:r>
            <a:r>
              <a:rPr sz="2000" spc="-10" dirty="0">
                <a:latin typeface="Rockwell"/>
                <a:cs typeface="Rockwell"/>
              </a:rPr>
              <a:t>u</a:t>
            </a:r>
            <a:r>
              <a:rPr sz="2000" dirty="0">
                <a:latin typeface="Rockwell"/>
                <a:cs typeface="Rockwell"/>
              </a:rPr>
              <a:t>des </a:t>
            </a:r>
            <a:r>
              <a:rPr sz="2000" spc="-10" dirty="0">
                <a:latin typeface="Rockwell"/>
                <a:cs typeface="Rockwell"/>
              </a:rPr>
              <a:t>t</a:t>
            </a:r>
            <a:r>
              <a:rPr sz="2000" spc="-5" dirty="0">
                <a:latin typeface="Rockwell"/>
                <a:cs typeface="Rockwell"/>
              </a:rPr>
              <a:t>h</a:t>
            </a:r>
            <a:r>
              <a:rPr sz="2000" dirty="0">
                <a:latin typeface="Rockwell"/>
                <a:cs typeface="Rockwell"/>
              </a:rPr>
              <a:t>e </a:t>
            </a:r>
            <a:r>
              <a:rPr sz="2000" spc="35" dirty="0">
                <a:latin typeface="Rockwell"/>
                <a:cs typeface="Rockwell"/>
              </a:rPr>
              <a:t>f</a:t>
            </a:r>
            <a:r>
              <a:rPr sz="2000" spc="-5" dirty="0">
                <a:latin typeface="Rockwell"/>
                <a:cs typeface="Rockwell"/>
              </a:rPr>
              <a:t>oll</a:t>
            </a:r>
            <a:r>
              <a:rPr sz="2000" spc="-85" dirty="0">
                <a:latin typeface="Rockwell"/>
                <a:cs typeface="Rockwell"/>
              </a:rPr>
              <a:t>o</a:t>
            </a:r>
            <a:r>
              <a:rPr sz="2000" dirty="0">
                <a:latin typeface="Rockwell"/>
                <a:cs typeface="Rockwell"/>
              </a:rPr>
              <a:t>wing</a:t>
            </a:r>
            <a:r>
              <a:rPr sz="2000" spc="5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in</a:t>
            </a:r>
            <a:r>
              <a:rPr sz="2000" spc="35" dirty="0">
                <a:latin typeface="Rockwell"/>
                <a:cs typeface="Rockwell"/>
              </a:rPr>
              <a:t>f</a:t>
            </a:r>
            <a:r>
              <a:rPr sz="2000" spc="-5" dirty="0">
                <a:latin typeface="Rockwell"/>
                <a:cs typeface="Rockwell"/>
              </a:rPr>
              <a:t>orm</a:t>
            </a:r>
            <a:r>
              <a:rPr sz="2000" spc="5" dirty="0">
                <a:latin typeface="Rockwell"/>
                <a:cs typeface="Rockwell"/>
              </a:rPr>
              <a:t>a</a:t>
            </a:r>
            <a:r>
              <a:rPr sz="2000" dirty="0">
                <a:latin typeface="Rockwell"/>
                <a:cs typeface="Rockwell"/>
              </a:rPr>
              <a:t>tion</a:t>
            </a:r>
            <a:r>
              <a:rPr sz="2000" spc="-15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and</a:t>
            </a:r>
            <a:r>
              <a:rPr sz="2000" spc="-5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doc</a:t>
            </a:r>
            <a:r>
              <a:rPr sz="2000" spc="-15" dirty="0">
                <a:latin typeface="Rockwell"/>
                <a:cs typeface="Rockwell"/>
              </a:rPr>
              <a:t>u</a:t>
            </a:r>
            <a:r>
              <a:rPr sz="2000" spc="-5" dirty="0">
                <a:latin typeface="Rockwell"/>
                <a:cs typeface="Rockwell"/>
              </a:rPr>
              <a:t>ments:</a:t>
            </a:r>
            <a:endParaRPr sz="2000" dirty="0">
              <a:latin typeface="Rockwell"/>
              <a:cs typeface="Rockwell"/>
            </a:endParaRPr>
          </a:p>
          <a:p>
            <a:pPr algn="just">
              <a:spcBef>
                <a:spcPts val="32"/>
              </a:spcBef>
            </a:pPr>
            <a:endParaRPr sz="2000" dirty="0">
              <a:latin typeface="Times New Roman"/>
              <a:cs typeface="Times New Roman"/>
            </a:endParaRPr>
          </a:p>
          <a:p>
            <a:pPr marL="12700" algn="just">
              <a:buFont typeface="Arial"/>
              <a:buChar char="•"/>
              <a:tabLst>
                <a:tab pos="147320" algn="l"/>
              </a:tabLst>
            </a:pPr>
            <a:r>
              <a:rPr sz="2000" spc="-5" dirty="0">
                <a:latin typeface="Rockwell"/>
                <a:cs typeface="Rockwell"/>
              </a:rPr>
              <a:t>P</a:t>
            </a:r>
            <a:r>
              <a:rPr sz="2000" spc="-70" dirty="0">
                <a:latin typeface="Rockwell"/>
                <a:cs typeface="Rockwell"/>
              </a:rPr>
              <a:t>r</a:t>
            </a:r>
            <a:r>
              <a:rPr sz="2000" spc="-5" dirty="0">
                <a:latin typeface="Rockwell"/>
                <a:cs typeface="Rockwell"/>
              </a:rPr>
              <a:t>ojec</a:t>
            </a:r>
            <a:r>
              <a:rPr sz="2000" dirty="0">
                <a:latin typeface="Rockwell"/>
                <a:cs typeface="Rockwell"/>
              </a:rPr>
              <a:t>t</a:t>
            </a:r>
            <a:r>
              <a:rPr sz="2000" spc="15" dirty="0">
                <a:latin typeface="Rockwell"/>
                <a:cs typeface="Rockwell"/>
              </a:rPr>
              <a:t> </a:t>
            </a:r>
            <a:r>
              <a:rPr sz="2000" spc="-10" dirty="0">
                <a:latin typeface="Rockwell"/>
                <a:cs typeface="Rockwell"/>
              </a:rPr>
              <a:t>B</a:t>
            </a:r>
            <a:r>
              <a:rPr sz="2000" spc="25" dirty="0">
                <a:latin typeface="Rockwell"/>
                <a:cs typeface="Rockwell"/>
              </a:rPr>
              <a:t>r</a:t>
            </a:r>
            <a:r>
              <a:rPr sz="2000" dirty="0">
                <a:latin typeface="Rockwell"/>
                <a:cs typeface="Rockwell"/>
              </a:rPr>
              <a:t>ief</a:t>
            </a:r>
          </a:p>
          <a:p>
            <a:pPr marL="146685" indent="-133985" algn="just">
              <a:buFont typeface="Arial"/>
              <a:buChar char="•"/>
              <a:tabLst>
                <a:tab pos="147320" algn="l"/>
              </a:tabLst>
            </a:pPr>
            <a:r>
              <a:rPr sz="2000" spc="-5" dirty="0">
                <a:latin typeface="Rockwell"/>
                <a:cs typeface="Rockwell"/>
              </a:rPr>
              <a:t>P</a:t>
            </a:r>
            <a:r>
              <a:rPr sz="2000" spc="-70" dirty="0">
                <a:latin typeface="Rockwell"/>
                <a:cs typeface="Rockwell"/>
              </a:rPr>
              <a:t>r</a:t>
            </a:r>
            <a:r>
              <a:rPr sz="2000" spc="-5" dirty="0">
                <a:latin typeface="Rockwell"/>
                <a:cs typeface="Rockwell"/>
              </a:rPr>
              <a:t>ojec</a:t>
            </a:r>
            <a:r>
              <a:rPr sz="2000" dirty="0">
                <a:latin typeface="Rockwell"/>
                <a:cs typeface="Rockwell"/>
              </a:rPr>
              <a:t>t</a:t>
            </a:r>
            <a:r>
              <a:rPr sz="2000" spc="15" dirty="0">
                <a:latin typeface="Rockwell"/>
                <a:cs typeface="Rockwell"/>
              </a:rPr>
              <a:t> </a:t>
            </a:r>
            <a:r>
              <a:rPr sz="2000" spc="-15" dirty="0">
                <a:latin typeface="Rockwell"/>
                <a:cs typeface="Rockwell"/>
              </a:rPr>
              <a:t>Mana</a:t>
            </a:r>
            <a:r>
              <a:rPr sz="2000" spc="-35" dirty="0">
                <a:latin typeface="Rockwell"/>
                <a:cs typeface="Rockwell"/>
              </a:rPr>
              <a:t>g</a:t>
            </a:r>
            <a:r>
              <a:rPr sz="2000" spc="-5" dirty="0">
                <a:latin typeface="Rockwell"/>
                <a:cs typeface="Rockwell"/>
              </a:rPr>
              <a:t>emen</a:t>
            </a:r>
            <a:r>
              <a:rPr sz="2000" dirty="0">
                <a:latin typeface="Rockwell"/>
                <a:cs typeface="Rockwell"/>
              </a:rPr>
              <a:t>t</a:t>
            </a:r>
            <a:r>
              <a:rPr sz="2000" spc="-80" dirty="0">
                <a:latin typeface="Rockwell"/>
                <a:cs typeface="Rockwell"/>
              </a:rPr>
              <a:t> </a:t>
            </a:r>
            <a:r>
              <a:rPr sz="2000" spc="-85" dirty="0">
                <a:latin typeface="Rockwell"/>
                <a:cs typeface="Rockwell"/>
              </a:rPr>
              <a:t>T</a:t>
            </a:r>
            <a:r>
              <a:rPr sz="2000" spc="-5" dirty="0">
                <a:latin typeface="Rockwell"/>
                <a:cs typeface="Rockwell"/>
              </a:rPr>
              <a:t>ea</a:t>
            </a:r>
            <a:r>
              <a:rPr sz="2000" dirty="0">
                <a:latin typeface="Rockwell"/>
                <a:cs typeface="Rockwell"/>
              </a:rPr>
              <a:t>m</a:t>
            </a:r>
            <a:r>
              <a:rPr sz="2000" spc="5" dirty="0">
                <a:latin typeface="Rockwell"/>
                <a:cs typeface="Rockwell"/>
              </a:rPr>
              <a:t> </a:t>
            </a:r>
            <a:r>
              <a:rPr sz="2000" spc="-10" dirty="0">
                <a:latin typeface="Rockwell"/>
                <a:cs typeface="Rockwell"/>
              </a:rPr>
              <a:t>St</a:t>
            </a:r>
            <a:r>
              <a:rPr sz="2000" spc="15" dirty="0">
                <a:latin typeface="Rockwell"/>
                <a:cs typeface="Rockwell"/>
              </a:rPr>
              <a:t>r</a:t>
            </a:r>
            <a:r>
              <a:rPr sz="2000" spc="-25" dirty="0">
                <a:latin typeface="Rockwell"/>
                <a:cs typeface="Rockwell"/>
              </a:rPr>
              <a:t>u</a:t>
            </a:r>
            <a:r>
              <a:rPr sz="2000" spc="-10" dirty="0">
                <a:latin typeface="Rockwell"/>
                <a:cs typeface="Rockwell"/>
              </a:rPr>
              <a:t>c</a:t>
            </a:r>
            <a:r>
              <a:rPr sz="2000" spc="-15" dirty="0">
                <a:latin typeface="Rockwell"/>
                <a:cs typeface="Rockwell"/>
              </a:rPr>
              <a:t>t</a:t>
            </a:r>
            <a:r>
              <a:rPr sz="2000" spc="-25" dirty="0">
                <a:latin typeface="Rockwell"/>
                <a:cs typeface="Rockwell"/>
              </a:rPr>
              <a:t>u</a:t>
            </a:r>
            <a:r>
              <a:rPr sz="2000" spc="-90" dirty="0">
                <a:latin typeface="Rockwell"/>
                <a:cs typeface="Rockwell"/>
              </a:rPr>
              <a:t>r</a:t>
            </a:r>
            <a:r>
              <a:rPr sz="2000" dirty="0">
                <a:latin typeface="Rockwell"/>
                <a:cs typeface="Rockwell"/>
              </a:rPr>
              <a:t>e</a:t>
            </a:r>
            <a:r>
              <a:rPr sz="2000" spc="-20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and</a:t>
            </a:r>
            <a:r>
              <a:rPr sz="2000" spc="-5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Ro</a:t>
            </a:r>
            <a:r>
              <a:rPr sz="2000" spc="5" dirty="0">
                <a:latin typeface="Rockwell"/>
                <a:cs typeface="Rockwell"/>
              </a:rPr>
              <a:t>l</a:t>
            </a:r>
            <a:r>
              <a:rPr sz="2000" spc="-5" dirty="0">
                <a:latin typeface="Rockwell"/>
                <a:cs typeface="Rockwell"/>
              </a:rPr>
              <a:t>e</a:t>
            </a:r>
            <a:r>
              <a:rPr sz="2000" dirty="0">
                <a:latin typeface="Rockwell"/>
                <a:cs typeface="Rockwell"/>
              </a:rPr>
              <a:t>s </a:t>
            </a:r>
            <a:r>
              <a:rPr sz="2000" spc="-10" dirty="0">
                <a:latin typeface="Rockwell"/>
                <a:cs typeface="Rockwell"/>
              </a:rPr>
              <a:t>D</a:t>
            </a:r>
            <a:r>
              <a:rPr sz="2000" spc="-5" dirty="0">
                <a:latin typeface="Rockwell"/>
                <a:cs typeface="Rockwell"/>
              </a:rPr>
              <a:t>esc</a:t>
            </a:r>
            <a:r>
              <a:rPr sz="2000" spc="40" dirty="0">
                <a:latin typeface="Rockwell"/>
                <a:cs typeface="Rockwell"/>
              </a:rPr>
              <a:t>r</a:t>
            </a:r>
            <a:r>
              <a:rPr sz="2000" spc="-10" dirty="0">
                <a:latin typeface="Rockwell"/>
                <a:cs typeface="Rockwell"/>
              </a:rPr>
              <a:t>ip</a:t>
            </a:r>
            <a:r>
              <a:rPr sz="2000" dirty="0">
                <a:latin typeface="Rockwell"/>
                <a:cs typeface="Rockwell"/>
              </a:rPr>
              <a:t>tions</a:t>
            </a:r>
          </a:p>
          <a:p>
            <a:pPr marL="146685" indent="-133985" algn="just">
              <a:buFont typeface="Arial"/>
              <a:buChar char="•"/>
              <a:tabLst>
                <a:tab pos="147320" algn="l"/>
              </a:tabLst>
            </a:pPr>
            <a:r>
              <a:rPr sz="2000" spc="-10" dirty="0">
                <a:latin typeface="Rockwell"/>
                <a:cs typeface="Rockwell"/>
              </a:rPr>
              <a:t>B</a:t>
            </a:r>
            <a:r>
              <a:rPr sz="2000" spc="-25" dirty="0">
                <a:latin typeface="Rockwell"/>
                <a:cs typeface="Rockwell"/>
              </a:rPr>
              <a:t>u</a:t>
            </a:r>
            <a:r>
              <a:rPr sz="2000" dirty="0">
                <a:latin typeface="Rockwell"/>
                <a:cs typeface="Rockwell"/>
              </a:rPr>
              <a:t>si</a:t>
            </a:r>
            <a:r>
              <a:rPr sz="2000" spc="-5" dirty="0">
                <a:latin typeface="Rockwell"/>
                <a:cs typeface="Rockwell"/>
              </a:rPr>
              <a:t>nes</a:t>
            </a:r>
            <a:r>
              <a:rPr sz="2000" dirty="0">
                <a:latin typeface="Rockwell"/>
                <a:cs typeface="Rockwell"/>
              </a:rPr>
              <a:t>s</a:t>
            </a:r>
            <a:r>
              <a:rPr sz="2000" spc="20" dirty="0">
                <a:latin typeface="Rockwell"/>
                <a:cs typeface="Rockwell"/>
              </a:rPr>
              <a:t> </a:t>
            </a:r>
            <a:r>
              <a:rPr sz="2000" spc="-15" dirty="0">
                <a:latin typeface="Rockwell"/>
                <a:cs typeface="Rockwell"/>
              </a:rPr>
              <a:t>Ca</a:t>
            </a:r>
            <a:r>
              <a:rPr sz="2000" spc="-5" dirty="0">
                <a:latin typeface="Rockwell"/>
                <a:cs typeface="Rockwell"/>
              </a:rPr>
              <a:t>s</a:t>
            </a:r>
            <a:r>
              <a:rPr sz="2000" dirty="0">
                <a:latin typeface="Rockwell"/>
                <a:cs typeface="Rockwell"/>
              </a:rPr>
              <a:t>e</a:t>
            </a:r>
          </a:p>
          <a:p>
            <a:pPr marL="12700" marR="34290" algn="just">
              <a:buFont typeface="Arial"/>
              <a:buChar char="•"/>
              <a:tabLst>
                <a:tab pos="147320" algn="l"/>
              </a:tabLst>
            </a:pPr>
            <a:r>
              <a:rPr sz="2000" spc="-155" dirty="0">
                <a:latin typeface="Rockwell"/>
                <a:cs typeface="Rockwell"/>
              </a:rPr>
              <a:t>F</a:t>
            </a:r>
            <a:r>
              <a:rPr sz="2000" spc="-5" dirty="0">
                <a:latin typeface="Rockwell"/>
                <a:cs typeface="Rockwell"/>
              </a:rPr>
              <a:t>ou</a:t>
            </a:r>
            <a:r>
              <a:rPr sz="2000" dirty="0">
                <a:latin typeface="Rockwell"/>
                <a:cs typeface="Rockwell"/>
              </a:rPr>
              <a:t>r</a:t>
            </a:r>
            <a:r>
              <a:rPr sz="2000" spc="5" dirty="0">
                <a:latin typeface="Rockwell"/>
                <a:cs typeface="Rockwell"/>
              </a:rPr>
              <a:t> </a:t>
            </a:r>
            <a:r>
              <a:rPr sz="2000" spc="-15" dirty="0">
                <a:latin typeface="Rockwell"/>
                <a:cs typeface="Rockwell"/>
              </a:rPr>
              <a:t>Mana</a:t>
            </a:r>
            <a:r>
              <a:rPr sz="2000" spc="-35" dirty="0">
                <a:latin typeface="Rockwell"/>
                <a:cs typeface="Rockwell"/>
              </a:rPr>
              <a:t>g</a:t>
            </a:r>
            <a:r>
              <a:rPr sz="2000" spc="-5" dirty="0">
                <a:latin typeface="Rockwell"/>
                <a:cs typeface="Rockwell"/>
              </a:rPr>
              <a:t>emen</a:t>
            </a:r>
            <a:r>
              <a:rPr sz="2000" dirty="0">
                <a:latin typeface="Rockwell"/>
                <a:cs typeface="Rockwell"/>
              </a:rPr>
              <a:t>t </a:t>
            </a:r>
            <a:r>
              <a:rPr sz="2000" spc="-10" dirty="0">
                <a:latin typeface="Rockwell"/>
                <a:cs typeface="Rockwell"/>
              </a:rPr>
              <a:t>St</a:t>
            </a:r>
            <a:r>
              <a:rPr sz="2000" spc="-60" dirty="0">
                <a:latin typeface="Rockwell"/>
                <a:cs typeface="Rockwell"/>
              </a:rPr>
              <a:t>r</a:t>
            </a:r>
            <a:r>
              <a:rPr sz="2000" spc="-10" dirty="0">
                <a:latin typeface="Rockwell"/>
                <a:cs typeface="Rockwell"/>
              </a:rPr>
              <a:t>ate</a:t>
            </a:r>
            <a:r>
              <a:rPr sz="2000" spc="-60" dirty="0">
                <a:latin typeface="Rockwell"/>
                <a:cs typeface="Rockwell"/>
              </a:rPr>
              <a:t>g</a:t>
            </a:r>
            <a:r>
              <a:rPr sz="2000" spc="-15" dirty="0">
                <a:latin typeface="Rockwell"/>
                <a:cs typeface="Rockwell"/>
              </a:rPr>
              <a:t>y</a:t>
            </a:r>
            <a:r>
              <a:rPr sz="2000" spc="-25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documents:</a:t>
            </a:r>
            <a:r>
              <a:rPr sz="2000" spc="-140" dirty="0">
                <a:latin typeface="Rockwell"/>
                <a:cs typeface="Rockwell"/>
              </a:rPr>
              <a:t> </a:t>
            </a:r>
            <a:r>
              <a:rPr sz="2000" spc="-15" dirty="0">
                <a:latin typeface="Rockwell"/>
                <a:cs typeface="Rockwell"/>
              </a:rPr>
              <a:t>Q</a:t>
            </a:r>
            <a:r>
              <a:rPr sz="2000" spc="-25" dirty="0">
                <a:latin typeface="Rockwell"/>
                <a:cs typeface="Rockwell"/>
              </a:rPr>
              <a:t>u</a:t>
            </a:r>
            <a:r>
              <a:rPr sz="2000" spc="-10" dirty="0">
                <a:latin typeface="Rockwell"/>
                <a:cs typeface="Rockwell"/>
              </a:rPr>
              <a:t>a</a:t>
            </a:r>
            <a:r>
              <a:rPr sz="2000" spc="-5" dirty="0">
                <a:latin typeface="Rockwell"/>
                <a:cs typeface="Rockwell"/>
              </a:rPr>
              <a:t>l</a:t>
            </a:r>
            <a:r>
              <a:rPr sz="2000" spc="-10" dirty="0">
                <a:latin typeface="Rockwell"/>
                <a:cs typeface="Rockwell"/>
              </a:rPr>
              <a:t>it</a:t>
            </a:r>
            <a:r>
              <a:rPr sz="2000" spc="-204" dirty="0">
                <a:latin typeface="Rockwell"/>
                <a:cs typeface="Rockwell"/>
              </a:rPr>
              <a:t>y</a:t>
            </a:r>
            <a:r>
              <a:rPr sz="2000" spc="-10" dirty="0">
                <a:latin typeface="Rockwell"/>
                <a:cs typeface="Rockwell"/>
              </a:rPr>
              <a:t>,</a:t>
            </a:r>
            <a:r>
              <a:rPr sz="2000" spc="-165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Con</a:t>
            </a:r>
            <a:r>
              <a:rPr sz="2000" spc="10" dirty="0">
                <a:latin typeface="Rockwell"/>
                <a:cs typeface="Rockwell"/>
              </a:rPr>
              <a:t>f</a:t>
            </a:r>
            <a:r>
              <a:rPr sz="2000" spc="-10" dirty="0">
                <a:latin typeface="Rockwell"/>
                <a:cs typeface="Rockwell"/>
              </a:rPr>
              <a:t>ig</a:t>
            </a:r>
            <a:r>
              <a:rPr sz="2000" spc="-25" dirty="0">
                <a:latin typeface="Rockwell"/>
                <a:cs typeface="Rockwell"/>
              </a:rPr>
              <a:t>u</a:t>
            </a:r>
            <a:r>
              <a:rPr sz="2000" spc="-55" dirty="0">
                <a:latin typeface="Rockwell"/>
                <a:cs typeface="Rockwell"/>
              </a:rPr>
              <a:t>r</a:t>
            </a:r>
            <a:r>
              <a:rPr sz="2000" spc="-10" dirty="0">
                <a:latin typeface="Rockwell"/>
                <a:cs typeface="Rockwell"/>
              </a:rPr>
              <a:t>ation</a:t>
            </a:r>
            <a:r>
              <a:rPr sz="2000" spc="5" dirty="0">
                <a:latin typeface="Rockwell"/>
                <a:cs typeface="Rockwell"/>
              </a:rPr>
              <a:t> </a:t>
            </a:r>
            <a:r>
              <a:rPr sz="2000" spc="-15" dirty="0">
                <a:latin typeface="Rockwell"/>
                <a:cs typeface="Rockwell"/>
              </a:rPr>
              <a:t>Mana</a:t>
            </a:r>
            <a:r>
              <a:rPr sz="2000" spc="-35" dirty="0">
                <a:latin typeface="Rockwell"/>
                <a:cs typeface="Rockwell"/>
              </a:rPr>
              <a:t>g</a:t>
            </a:r>
            <a:r>
              <a:rPr sz="2000" spc="-5" dirty="0">
                <a:latin typeface="Rockwell"/>
                <a:cs typeface="Rockwell"/>
              </a:rPr>
              <a:t>ement, </a:t>
            </a:r>
            <a:r>
              <a:rPr sz="2000" spc="-15" dirty="0">
                <a:latin typeface="Rockwell"/>
                <a:cs typeface="Rockwell"/>
              </a:rPr>
              <a:t>R</a:t>
            </a:r>
            <a:r>
              <a:rPr sz="2000" spc="-5" dirty="0">
                <a:latin typeface="Rockwell"/>
                <a:cs typeface="Rockwell"/>
              </a:rPr>
              <a:t>i</a:t>
            </a:r>
            <a:r>
              <a:rPr sz="2000" dirty="0">
                <a:latin typeface="Rockwell"/>
                <a:cs typeface="Rockwell"/>
              </a:rPr>
              <a:t>sk</a:t>
            </a:r>
            <a:r>
              <a:rPr sz="2000" spc="-15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and</a:t>
            </a:r>
            <a:r>
              <a:rPr sz="2000" spc="-5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Comm</a:t>
            </a:r>
            <a:r>
              <a:rPr sz="2000" spc="-25" dirty="0">
                <a:latin typeface="Rockwell"/>
                <a:cs typeface="Rockwell"/>
              </a:rPr>
              <a:t>u</a:t>
            </a:r>
            <a:r>
              <a:rPr sz="2000" spc="-5" dirty="0">
                <a:latin typeface="Rockwell"/>
                <a:cs typeface="Rockwell"/>
              </a:rPr>
              <a:t>nications</a:t>
            </a:r>
            <a:endParaRPr sz="2000" dirty="0">
              <a:latin typeface="Rockwell"/>
              <a:cs typeface="Rockwell"/>
            </a:endParaRPr>
          </a:p>
          <a:p>
            <a:pPr marL="146685" indent="-133985" algn="just">
              <a:buFont typeface="Arial"/>
              <a:buChar char="•"/>
              <a:tabLst>
                <a:tab pos="147320" algn="l"/>
              </a:tabLst>
            </a:pPr>
            <a:r>
              <a:rPr sz="2000" spc="-5" dirty="0">
                <a:latin typeface="Rockwell"/>
                <a:cs typeface="Rockwell"/>
              </a:rPr>
              <a:t>P</a:t>
            </a:r>
            <a:r>
              <a:rPr sz="2000" spc="-70" dirty="0">
                <a:latin typeface="Rockwell"/>
                <a:cs typeface="Rockwell"/>
              </a:rPr>
              <a:t>r</a:t>
            </a:r>
            <a:r>
              <a:rPr sz="2000" spc="-5" dirty="0">
                <a:latin typeface="Rockwell"/>
                <a:cs typeface="Rockwell"/>
              </a:rPr>
              <a:t>ojec</a:t>
            </a:r>
            <a:r>
              <a:rPr sz="2000" dirty="0">
                <a:latin typeface="Rockwell"/>
                <a:cs typeface="Rockwell"/>
              </a:rPr>
              <a:t>t</a:t>
            </a:r>
            <a:r>
              <a:rPr sz="2000" spc="15" dirty="0">
                <a:latin typeface="Rockwell"/>
                <a:cs typeface="Rockwell"/>
              </a:rPr>
              <a:t> </a:t>
            </a:r>
            <a:r>
              <a:rPr sz="2000" spc="-15" dirty="0">
                <a:latin typeface="Rockwell"/>
                <a:cs typeface="Rockwell"/>
              </a:rPr>
              <a:t>Pl</a:t>
            </a:r>
            <a:r>
              <a:rPr sz="2000" spc="-5" dirty="0">
                <a:latin typeface="Rockwell"/>
                <a:cs typeface="Rockwell"/>
              </a:rPr>
              <a:t>a</a:t>
            </a:r>
            <a:r>
              <a:rPr sz="2000" dirty="0">
                <a:latin typeface="Rockwell"/>
                <a:cs typeface="Rockwell"/>
              </a:rPr>
              <a:t>n</a:t>
            </a:r>
          </a:p>
          <a:p>
            <a:pPr marL="12700" marR="5080" algn="just">
              <a:buFont typeface="Arial"/>
              <a:buChar char="•"/>
              <a:tabLst>
                <a:tab pos="147320" algn="l"/>
              </a:tabLst>
            </a:pPr>
            <a:r>
              <a:rPr sz="2000" spc="-5" dirty="0">
                <a:latin typeface="Rockwell"/>
                <a:cs typeface="Rockwell"/>
              </a:rPr>
              <a:t>P</a:t>
            </a:r>
            <a:r>
              <a:rPr sz="2000" spc="-70" dirty="0">
                <a:latin typeface="Rockwell"/>
                <a:cs typeface="Rockwell"/>
              </a:rPr>
              <a:t>r</a:t>
            </a:r>
            <a:r>
              <a:rPr sz="2000" spc="-5" dirty="0">
                <a:latin typeface="Rockwell"/>
                <a:cs typeface="Rockwell"/>
              </a:rPr>
              <a:t>ojec</a:t>
            </a:r>
            <a:r>
              <a:rPr sz="2000" dirty="0">
                <a:latin typeface="Rockwell"/>
                <a:cs typeface="Rockwell"/>
              </a:rPr>
              <a:t>t</a:t>
            </a:r>
            <a:r>
              <a:rPr sz="2000" spc="15" dirty="0">
                <a:latin typeface="Rockwell"/>
                <a:cs typeface="Rockwell"/>
              </a:rPr>
              <a:t> </a:t>
            </a:r>
            <a:r>
              <a:rPr sz="2000" spc="-5" dirty="0">
                <a:latin typeface="Rockwell"/>
                <a:cs typeface="Rockwell"/>
              </a:rPr>
              <a:t>A</a:t>
            </a:r>
            <a:r>
              <a:rPr sz="2000" spc="5" dirty="0">
                <a:latin typeface="Rockwell"/>
                <a:cs typeface="Rockwell"/>
              </a:rPr>
              <a:t>p</a:t>
            </a:r>
            <a:r>
              <a:rPr sz="2000" spc="-15" dirty="0">
                <a:latin typeface="Rockwell"/>
                <a:cs typeface="Rockwell"/>
              </a:rPr>
              <a:t>p</a:t>
            </a:r>
            <a:r>
              <a:rPr sz="2000" spc="-75" dirty="0">
                <a:latin typeface="Rockwell"/>
                <a:cs typeface="Rockwell"/>
              </a:rPr>
              <a:t>r</a:t>
            </a:r>
            <a:r>
              <a:rPr sz="2000" spc="-5" dirty="0">
                <a:latin typeface="Rockwell"/>
                <a:cs typeface="Rockwell"/>
              </a:rPr>
              <a:t>oach</a:t>
            </a:r>
            <a:r>
              <a:rPr sz="2000" dirty="0">
                <a:latin typeface="Rockwell"/>
                <a:cs typeface="Rockwell"/>
              </a:rPr>
              <a:t>,</a:t>
            </a:r>
            <a:r>
              <a:rPr sz="2000" spc="-160" dirty="0">
                <a:latin typeface="Rockwell"/>
                <a:cs typeface="Rockwell"/>
              </a:rPr>
              <a:t> </a:t>
            </a:r>
            <a:r>
              <a:rPr sz="2000" spc="-5" dirty="0">
                <a:latin typeface="Rockwell"/>
                <a:cs typeface="Rockwell"/>
              </a:rPr>
              <a:t>P</a:t>
            </a:r>
            <a:r>
              <a:rPr sz="2000" spc="-70" dirty="0">
                <a:latin typeface="Rockwell"/>
                <a:cs typeface="Rockwell"/>
              </a:rPr>
              <a:t>r</a:t>
            </a:r>
            <a:r>
              <a:rPr sz="2000" spc="-5" dirty="0">
                <a:latin typeface="Rockwell"/>
                <a:cs typeface="Rockwell"/>
              </a:rPr>
              <a:t>ojec</a:t>
            </a:r>
            <a:r>
              <a:rPr sz="2000" dirty="0">
                <a:latin typeface="Rockwell"/>
                <a:cs typeface="Rockwell"/>
              </a:rPr>
              <a:t>t Con</a:t>
            </a:r>
            <a:r>
              <a:rPr sz="2000" spc="-10" dirty="0">
                <a:latin typeface="Rockwell"/>
                <a:cs typeface="Rockwell"/>
              </a:rPr>
              <a:t>t</a:t>
            </a:r>
            <a:r>
              <a:rPr sz="2000" spc="-85" dirty="0">
                <a:latin typeface="Rockwell"/>
                <a:cs typeface="Rockwell"/>
              </a:rPr>
              <a:t>r</a:t>
            </a:r>
            <a:r>
              <a:rPr sz="2000" spc="-5" dirty="0">
                <a:latin typeface="Rockwell"/>
                <a:cs typeface="Rockwell"/>
              </a:rPr>
              <a:t>ol</a:t>
            </a:r>
            <a:r>
              <a:rPr sz="2000" dirty="0">
                <a:latin typeface="Rockwell"/>
                <a:cs typeface="Rockwell"/>
              </a:rPr>
              <a:t>s and</a:t>
            </a:r>
            <a:r>
              <a:rPr sz="2000" spc="-5" dirty="0">
                <a:latin typeface="Rockwell"/>
                <a:cs typeface="Rockwell"/>
              </a:rPr>
              <a:t> h</a:t>
            </a:r>
            <a:r>
              <a:rPr sz="2000" spc="-85" dirty="0">
                <a:latin typeface="Rockwell"/>
                <a:cs typeface="Rockwell"/>
              </a:rPr>
              <a:t>o</a:t>
            </a:r>
            <a:r>
              <a:rPr sz="2000" spc="-15" dirty="0">
                <a:latin typeface="Rockwell"/>
                <a:cs typeface="Rockwell"/>
              </a:rPr>
              <a:t>w</a:t>
            </a:r>
            <a:r>
              <a:rPr sz="2000" spc="15" dirty="0">
                <a:latin typeface="Rockwell"/>
                <a:cs typeface="Rockwell"/>
              </a:rPr>
              <a:t> </a:t>
            </a:r>
            <a:r>
              <a:rPr sz="2000" spc="-5" dirty="0">
                <a:latin typeface="Rockwell"/>
                <a:cs typeface="Rockwell"/>
              </a:rPr>
              <a:t>PR</a:t>
            </a:r>
            <a:r>
              <a:rPr sz="2000" dirty="0">
                <a:latin typeface="Rockwell"/>
                <a:cs typeface="Rockwell"/>
              </a:rPr>
              <a:t>I</a:t>
            </a:r>
            <a:r>
              <a:rPr sz="2000" spc="-20" dirty="0">
                <a:latin typeface="Rockwell"/>
                <a:cs typeface="Rockwell"/>
              </a:rPr>
              <a:t>NCE</a:t>
            </a:r>
            <a:r>
              <a:rPr sz="2000" spc="-10" dirty="0">
                <a:latin typeface="Rockwell"/>
                <a:cs typeface="Rockwell"/>
              </a:rPr>
              <a:t>2</a:t>
            </a:r>
            <a:r>
              <a:rPr sz="2000" dirty="0">
                <a:latin typeface="Rockwell"/>
                <a:cs typeface="Rockwell"/>
              </a:rPr>
              <a:t> </a:t>
            </a:r>
            <a:r>
              <a:rPr sz="2000" spc="-45" dirty="0">
                <a:latin typeface="Rockwell"/>
                <a:cs typeface="Rockwell"/>
              </a:rPr>
              <a:t>w</a:t>
            </a:r>
            <a:r>
              <a:rPr sz="2000" spc="-10" dirty="0">
                <a:latin typeface="Rockwell"/>
                <a:cs typeface="Rockwell"/>
              </a:rPr>
              <a:t>as</a:t>
            </a:r>
            <a:r>
              <a:rPr sz="2000" spc="-15" dirty="0">
                <a:latin typeface="Rockwell"/>
                <a:cs typeface="Rockwell"/>
              </a:rPr>
              <a:t> </a:t>
            </a:r>
            <a:r>
              <a:rPr sz="2000" spc="-10" dirty="0">
                <a:latin typeface="Rockwell"/>
                <a:cs typeface="Rockwell"/>
              </a:rPr>
              <a:t>tailo</a:t>
            </a:r>
            <a:r>
              <a:rPr sz="2000" spc="-90" dirty="0">
                <a:latin typeface="Rockwell"/>
                <a:cs typeface="Rockwell"/>
              </a:rPr>
              <a:t>r</a:t>
            </a:r>
            <a:r>
              <a:rPr sz="2000" spc="-5" dirty="0">
                <a:latin typeface="Rockwell"/>
                <a:cs typeface="Rockwell"/>
              </a:rPr>
              <a:t>e</a:t>
            </a:r>
            <a:r>
              <a:rPr sz="2000" dirty="0">
                <a:latin typeface="Rockwell"/>
                <a:cs typeface="Rockwell"/>
              </a:rPr>
              <a:t>d</a:t>
            </a:r>
            <a:r>
              <a:rPr sz="2000" spc="-30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to</a:t>
            </a:r>
            <a:r>
              <a:rPr sz="2000" spc="-5" dirty="0">
                <a:latin typeface="Rockwell"/>
                <a:cs typeface="Rockwell"/>
              </a:rPr>
              <a:t> </a:t>
            </a:r>
            <a:r>
              <a:rPr sz="2000" spc="5" dirty="0">
                <a:latin typeface="Rockwell"/>
                <a:cs typeface="Rockwell"/>
              </a:rPr>
              <a:t>s</a:t>
            </a:r>
            <a:r>
              <a:rPr sz="2000" spc="-25" dirty="0">
                <a:latin typeface="Rockwell"/>
                <a:cs typeface="Rockwell"/>
              </a:rPr>
              <a:t>u</a:t>
            </a:r>
            <a:r>
              <a:rPr sz="2000" spc="-10" dirty="0">
                <a:latin typeface="Rockwell"/>
                <a:cs typeface="Rockwell"/>
              </a:rPr>
              <a:t>it </a:t>
            </a:r>
            <a:r>
              <a:rPr sz="2000" dirty="0">
                <a:latin typeface="Rockwell"/>
                <a:cs typeface="Rockwell"/>
              </a:rPr>
              <a:t>the </a:t>
            </a:r>
            <a:r>
              <a:rPr sz="2000" spc="-15" dirty="0">
                <a:latin typeface="Rockwell"/>
                <a:cs typeface="Rockwell"/>
              </a:rPr>
              <a:t>p</a:t>
            </a:r>
            <a:r>
              <a:rPr sz="2000" spc="-75" dirty="0">
                <a:latin typeface="Rockwell"/>
                <a:cs typeface="Rockwell"/>
              </a:rPr>
              <a:t>r</a:t>
            </a:r>
            <a:r>
              <a:rPr sz="2000" spc="-5" dirty="0">
                <a:latin typeface="Rockwell"/>
                <a:cs typeface="Rockwell"/>
              </a:rPr>
              <a:t>oject</a:t>
            </a:r>
            <a:endParaRPr sz="2000" dirty="0">
              <a:latin typeface="Rockwell"/>
              <a:cs typeface="Rockwell"/>
            </a:endParaRPr>
          </a:p>
          <a:p>
            <a:pPr algn="just">
              <a:spcBef>
                <a:spcPts val="35"/>
              </a:spcBef>
            </a:pPr>
            <a:endParaRPr sz="2000" dirty="0">
              <a:latin typeface="Times New Roman"/>
              <a:cs typeface="Times New Roman"/>
            </a:endParaRPr>
          </a:p>
          <a:p>
            <a:pPr marL="12700" algn="just"/>
            <a:r>
              <a:rPr sz="2000" b="1" dirty="0">
                <a:latin typeface="Rockwell"/>
                <a:cs typeface="Rockwell"/>
              </a:rPr>
              <a:t>P</a:t>
            </a:r>
            <a:r>
              <a:rPr sz="2000" b="1" spc="-10" dirty="0">
                <a:latin typeface="Rockwell"/>
                <a:cs typeface="Rockwell"/>
              </a:rPr>
              <a:t>r</a:t>
            </a:r>
            <a:r>
              <a:rPr sz="2000" b="1" spc="-5" dirty="0">
                <a:latin typeface="Rockwell"/>
                <a:cs typeface="Rockwell"/>
              </a:rPr>
              <a:t>oje</a:t>
            </a:r>
            <a:r>
              <a:rPr sz="2000" b="1" spc="-15" dirty="0">
                <a:latin typeface="Rockwell"/>
                <a:cs typeface="Rockwell"/>
              </a:rPr>
              <a:t>c</a:t>
            </a:r>
            <a:r>
              <a:rPr sz="2000" b="1" dirty="0">
                <a:latin typeface="Rockwell"/>
                <a:cs typeface="Rockwell"/>
              </a:rPr>
              <a:t>t</a:t>
            </a:r>
            <a:r>
              <a:rPr sz="2000" b="1" spc="20" dirty="0">
                <a:latin typeface="Rockwell"/>
                <a:cs typeface="Rockwell"/>
              </a:rPr>
              <a:t> </a:t>
            </a:r>
            <a:r>
              <a:rPr sz="2000" b="1" spc="-5" dirty="0">
                <a:latin typeface="Rockwell"/>
                <a:cs typeface="Rockwell"/>
              </a:rPr>
              <a:t>As</a:t>
            </a:r>
            <a:r>
              <a:rPr sz="2000" b="1" spc="-15" dirty="0">
                <a:latin typeface="Rockwell"/>
                <a:cs typeface="Rockwell"/>
              </a:rPr>
              <a:t>s</a:t>
            </a:r>
            <a:r>
              <a:rPr sz="2000" b="1" dirty="0">
                <a:latin typeface="Rockwell"/>
                <a:cs typeface="Rockwell"/>
              </a:rPr>
              <a:t>ur</a:t>
            </a:r>
            <a:r>
              <a:rPr sz="2000" b="1" spc="-10" dirty="0">
                <a:latin typeface="Rockwell"/>
                <a:cs typeface="Rockwell"/>
              </a:rPr>
              <a:t>a</a:t>
            </a:r>
            <a:r>
              <a:rPr sz="2000" b="1" dirty="0">
                <a:latin typeface="Rockwell"/>
                <a:cs typeface="Rockwell"/>
              </a:rPr>
              <a:t>nce</a:t>
            </a:r>
            <a:r>
              <a:rPr sz="2000" b="1" spc="15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will</a:t>
            </a:r>
            <a:r>
              <a:rPr sz="2000" spc="-20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che</a:t>
            </a:r>
            <a:r>
              <a:rPr sz="2000" spc="-10" dirty="0">
                <a:latin typeface="Rockwell"/>
                <a:cs typeface="Rockwell"/>
              </a:rPr>
              <a:t>c</a:t>
            </a:r>
            <a:r>
              <a:rPr sz="2000" dirty="0">
                <a:latin typeface="Rockwell"/>
                <a:cs typeface="Rockwell"/>
              </a:rPr>
              <a:t>k</a:t>
            </a:r>
            <a:r>
              <a:rPr sz="2000" spc="25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that</a:t>
            </a:r>
            <a:r>
              <a:rPr sz="2000" spc="-25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it</a:t>
            </a:r>
            <a:r>
              <a:rPr sz="2000" spc="-10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con</a:t>
            </a:r>
            <a:r>
              <a:rPr sz="2000" spc="-10" dirty="0">
                <a:latin typeface="Rockwell"/>
                <a:cs typeface="Rockwell"/>
              </a:rPr>
              <a:t>t</a:t>
            </a:r>
            <a:r>
              <a:rPr sz="2000" dirty="0">
                <a:latin typeface="Rockwell"/>
                <a:cs typeface="Rockwell"/>
              </a:rPr>
              <a:t>ains the</a:t>
            </a:r>
            <a:r>
              <a:rPr sz="2000" spc="-5" dirty="0">
                <a:latin typeface="Rockwell"/>
                <a:cs typeface="Rockwell"/>
              </a:rPr>
              <a:t> necess</a:t>
            </a:r>
            <a:r>
              <a:rPr sz="2000" spc="5" dirty="0">
                <a:latin typeface="Rockwell"/>
                <a:cs typeface="Rockwell"/>
              </a:rPr>
              <a:t>a</a:t>
            </a:r>
            <a:r>
              <a:rPr sz="2000" spc="25" dirty="0">
                <a:latin typeface="Rockwell"/>
                <a:cs typeface="Rockwell"/>
              </a:rPr>
              <a:t>r</a:t>
            </a:r>
            <a:r>
              <a:rPr sz="2000" dirty="0">
                <a:latin typeface="Rockwell"/>
                <a:cs typeface="Rockwell"/>
              </a:rPr>
              <a:t>y</a:t>
            </a:r>
            <a:r>
              <a:rPr sz="2000" spc="-10" dirty="0">
                <a:latin typeface="Rockwell"/>
                <a:cs typeface="Rockwell"/>
              </a:rPr>
              <a:t> </a:t>
            </a:r>
            <a:r>
              <a:rPr sz="2000" spc="5" dirty="0">
                <a:latin typeface="Rockwell"/>
                <a:cs typeface="Rockwell"/>
              </a:rPr>
              <a:t>i</a:t>
            </a:r>
            <a:r>
              <a:rPr sz="2000" spc="-5" dirty="0">
                <a:latin typeface="Rockwell"/>
                <a:cs typeface="Rockwell"/>
              </a:rPr>
              <a:t>n</a:t>
            </a:r>
            <a:r>
              <a:rPr sz="2000" spc="30" dirty="0">
                <a:latin typeface="Rockwell"/>
                <a:cs typeface="Rockwell"/>
              </a:rPr>
              <a:t>f</a:t>
            </a:r>
            <a:r>
              <a:rPr sz="2000" spc="-5" dirty="0">
                <a:latin typeface="Rockwell"/>
                <a:cs typeface="Rockwell"/>
              </a:rPr>
              <a:t>orm</a:t>
            </a:r>
            <a:r>
              <a:rPr sz="2000" spc="5" dirty="0">
                <a:latin typeface="Rockwell"/>
                <a:cs typeface="Rockwell"/>
              </a:rPr>
              <a:t>a</a:t>
            </a:r>
            <a:r>
              <a:rPr sz="2000" dirty="0">
                <a:latin typeface="Rockwell"/>
                <a:cs typeface="Rockwell"/>
              </a:rPr>
              <a:t>tion</a:t>
            </a:r>
            <a:r>
              <a:rPr sz="2000" spc="-15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and</a:t>
            </a:r>
          </a:p>
          <a:p>
            <a:pPr marL="12700" algn="just"/>
            <a:r>
              <a:rPr sz="2000" dirty="0">
                <a:latin typeface="Rockwell"/>
                <a:cs typeface="Rockwell"/>
              </a:rPr>
              <a:t>can</a:t>
            </a:r>
            <a:r>
              <a:rPr sz="2000" spc="-15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be</a:t>
            </a:r>
            <a:r>
              <a:rPr sz="2000" spc="5" dirty="0">
                <a:latin typeface="Rockwell"/>
                <a:cs typeface="Rockwell"/>
              </a:rPr>
              <a:t> </a:t>
            </a:r>
            <a:r>
              <a:rPr sz="2000" spc="-10" dirty="0">
                <a:latin typeface="Rockwell"/>
                <a:cs typeface="Rockwell"/>
              </a:rPr>
              <a:t>put</a:t>
            </a:r>
            <a:r>
              <a:rPr sz="2000" spc="-15" dirty="0">
                <a:latin typeface="Rockwell"/>
                <a:cs typeface="Rockwell"/>
              </a:rPr>
              <a:t> </a:t>
            </a:r>
            <a:r>
              <a:rPr sz="2000" spc="25" dirty="0">
                <a:latin typeface="Rockwell"/>
                <a:cs typeface="Rockwell"/>
              </a:rPr>
              <a:t>f</a:t>
            </a:r>
            <a:r>
              <a:rPr sz="2000" spc="-5" dirty="0">
                <a:latin typeface="Rockwell"/>
                <a:cs typeface="Rockwell"/>
              </a:rPr>
              <a:t>o</a:t>
            </a:r>
            <a:r>
              <a:rPr sz="2000" dirty="0">
                <a:latin typeface="Rockwell"/>
                <a:cs typeface="Rockwell"/>
              </a:rPr>
              <a:t>r</a:t>
            </a:r>
            <a:r>
              <a:rPr sz="2000" spc="-35" dirty="0">
                <a:latin typeface="Rockwell"/>
                <a:cs typeface="Rockwell"/>
              </a:rPr>
              <a:t>w</a:t>
            </a:r>
            <a:r>
              <a:rPr sz="2000" spc="-10" dirty="0">
                <a:latin typeface="Rockwell"/>
                <a:cs typeface="Rockwell"/>
              </a:rPr>
              <a:t>a</a:t>
            </a:r>
            <a:r>
              <a:rPr sz="2000" spc="-75" dirty="0">
                <a:latin typeface="Rockwell"/>
                <a:cs typeface="Rockwell"/>
              </a:rPr>
              <a:t>r</a:t>
            </a:r>
            <a:r>
              <a:rPr sz="2000" dirty="0">
                <a:latin typeface="Rockwell"/>
                <a:cs typeface="Rockwell"/>
              </a:rPr>
              <a:t>d</a:t>
            </a:r>
            <a:r>
              <a:rPr sz="2000" spc="-15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to</a:t>
            </a:r>
            <a:r>
              <a:rPr sz="2000" spc="-10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the</a:t>
            </a:r>
            <a:r>
              <a:rPr sz="2000" spc="-5" dirty="0">
                <a:latin typeface="Rockwell"/>
                <a:cs typeface="Rockwell"/>
              </a:rPr>
              <a:t> P</a:t>
            </a:r>
            <a:r>
              <a:rPr sz="2000" spc="-65" dirty="0">
                <a:latin typeface="Rockwell"/>
                <a:cs typeface="Rockwell"/>
              </a:rPr>
              <a:t>r</a:t>
            </a:r>
            <a:r>
              <a:rPr sz="2000" spc="-5" dirty="0">
                <a:latin typeface="Rockwell"/>
                <a:cs typeface="Rockwell"/>
              </a:rPr>
              <a:t>ojec</a:t>
            </a:r>
            <a:r>
              <a:rPr sz="2000" dirty="0">
                <a:latin typeface="Rockwell"/>
                <a:cs typeface="Rockwell"/>
              </a:rPr>
              <a:t>t</a:t>
            </a:r>
            <a:r>
              <a:rPr sz="2000" spc="15" dirty="0">
                <a:latin typeface="Rockwell"/>
                <a:cs typeface="Rockwell"/>
              </a:rPr>
              <a:t> </a:t>
            </a:r>
            <a:r>
              <a:rPr sz="2000" spc="-10" dirty="0">
                <a:latin typeface="Rockwell"/>
                <a:cs typeface="Rockwell"/>
              </a:rPr>
              <a:t>B</a:t>
            </a:r>
            <a:r>
              <a:rPr sz="2000" spc="-15" dirty="0">
                <a:latin typeface="Rockwell"/>
                <a:cs typeface="Rockwell"/>
              </a:rPr>
              <a:t>oa</a:t>
            </a:r>
            <a:r>
              <a:rPr sz="2000" spc="-75" dirty="0">
                <a:latin typeface="Rockwell"/>
                <a:cs typeface="Rockwell"/>
              </a:rPr>
              <a:t>r</a:t>
            </a:r>
            <a:r>
              <a:rPr sz="2000" dirty="0">
                <a:latin typeface="Rockwell"/>
                <a:cs typeface="Rockwell"/>
              </a:rPr>
              <a:t>d</a:t>
            </a:r>
          </a:p>
          <a:p>
            <a:pPr algn="just">
              <a:spcBef>
                <a:spcPts val="32"/>
              </a:spcBef>
            </a:pPr>
            <a:endParaRPr sz="2000" dirty="0">
              <a:latin typeface="Times New Roman"/>
              <a:cs typeface="Times New Roman"/>
            </a:endParaRPr>
          </a:p>
          <a:p>
            <a:pPr marL="12700" marR="162560" algn="just"/>
            <a:r>
              <a:rPr sz="2000" spc="20" dirty="0">
                <a:latin typeface="Rockwell"/>
                <a:cs typeface="Rockwell"/>
              </a:rPr>
              <a:t>T</a:t>
            </a:r>
            <a:r>
              <a:rPr sz="2000" spc="-5" dirty="0">
                <a:latin typeface="Rockwell"/>
                <a:cs typeface="Rockwell"/>
              </a:rPr>
              <a:t>h</a:t>
            </a:r>
            <a:r>
              <a:rPr sz="2000" dirty="0">
                <a:latin typeface="Rockwell"/>
                <a:cs typeface="Rockwell"/>
              </a:rPr>
              <a:t>e</a:t>
            </a:r>
            <a:r>
              <a:rPr sz="2000" spc="5" dirty="0">
                <a:latin typeface="Rockwell"/>
                <a:cs typeface="Rockwell"/>
              </a:rPr>
              <a:t> </a:t>
            </a:r>
            <a:r>
              <a:rPr sz="2000" spc="-10" dirty="0">
                <a:latin typeface="Rockwell"/>
                <a:cs typeface="Rockwell"/>
              </a:rPr>
              <a:t>l</a:t>
            </a:r>
            <a:r>
              <a:rPr sz="2000" spc="-5" dirty="0">
                <a:latin typeface="Rockwell"/>
                <a:cs typeface="Rockwell"/>
              </a:rPr>
              <a:t>a</a:t>
            </a:r>
            <a:r>
              <a:rPr sz="2000" spc="-10" dirty="0">
                <a:latin typeface="Rockwell"/>
                <a:cs typeface="Rockwell"/>
              </a:rPr>
              <a:t>st</a:t>
            </a:r>
            <a:r>
              <a:rPr sz="2000" spc="-20" dirty="0">
                <a:latin typeface="Rockwell"/>
                <a:cs typeface="Rockwell"/>
              </a:rPr>
              <a:t> </a:t>
            </a:r>
            <a:r>
              <a:rPr sz="2000" spc="-10" dirty="0">
                <a:latin typeface="Rockwell"/>
                <a:cs typeface="Rockwell"/>
              </a:rPr>
              <a:t>task</a:t>
            </a:r>
            <a:r>
              <a:rPr sz="2000" spc="-5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done</a:t>
            </a:r>
            <a:r>
              <a:rPr sz="2000" spc="5" dirty="0">
                <a:latin typeface="Rockwell"/>
                <a:cs typeface="Rockwell"/>
              </a:rPr>
              <a:t> </a:t>
            </a:r>
            <a:r>
              <a:rPr sz="2000" spc="-90" dirty="0">
                <a:latin typeface="Rockwell"/>
                <a:cs typeface="Rockwell"/>
              </a:rPr>
              <a:t>b</a:t>
            </a:r>
            <a:r>
              <a:rPr sz="2000" spc="-15" dirty="0">
                <a:latin typeface="Rockwell"/>
                <a:cs typeface="Rockwell"/>
              </a:rPr>
              <a:t>y</a:t>
            </a:r>
            <a:r>
              <a:rPr sz="2000" spc="-5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the</a:t>
            </a:r>
            <a:r>
              <a:rPr sz="2000" spc="10" dirty="0">
                <a:latin typeface="Rockwell"/>
                <a:cs typeface="Rockwell"/>
              </a:rPr>
              <a:t> </a:t>
            </a:r>
            <a:r>
              <a:rPr sz="2000" b="1" dirty="0">
                <a:latin typeface="Rockwell"/>
                <a:cs typeface="Rockwell"/>
              </a:rPr>
              <a:t>Proje</a:t>
            </a:r>
            <a:r>
              <a:rPr sz="2000" b="1" spc="-15" dirty="0">
                <a:latin typeface="Rockwell"/>
                <a:cs typeface="Rockwell"/>
              </a:rPr>
              <a:t>c</a:t>
            </a:r>
            <a:r>
              <a:rPr sz="2000" b="1" dirty="0">
                <a:latin typeface="Rockwell"/>
                <a:cs typeface="Rockwell"/>
              </a:rPr>
              <a:t>t</a:t>
            </a:r>
            <a:r>
              <a:rPr sz="2000" b="1" spc="30" dirty="0">
                <a:latin typeface="Rockwell"/>
                <a:cs typeface="Rockwell"/>
              </a:rPr>
              <a:t> </a:t>
            </a:r>
            <a:r>
              <a:rPr sz="2000" b="1" dirty="0">
                <a:latin typeface="Rockwell"/>
                <a:cs typeface="Rockwell"/>
              </a:rPr>
              <a:t>M</a:t>
            </a:r>
            <a:r>
              <a:rPr sz="2000" b="1" spc="-10" dirty="0">
                <a:latin typeface="Rockwell"/>
                <a:cs typeface="Rockwell"/>
              </a:rPr>
              <a:t>a</a:t>
            </a:r>
            <a:r>
              <a:rPr sz="2000" b="1" dirty="0">
                <a:latin typeface="Rockwell"/>
                <a:cs typeface="Rockwell"/>
              </a:rPr>
              <a:t>na</a:t>
            </a:r>
            <a:r>
              <a:rPr sz="2000" b="1" spc="-40" dirty="0">
                <a:latin typeface="Rockwell"/>
                <a:cs typeface="Rockwell"/>
              </a:rPr>
              <a:t>g</a:t>
            </a:r>
            <a:r>
              <a:rPr sz="2000" b="1" spc="-5" dirty="0">
                <a:latin typeface="Rockwell"/>
                <a:cs typeface="Rockwell"/>
              </a:rPr>
              <a:t>e</a:t>
            </a:r>
            <a:r>
              <a:rPr sz="2000" b="1" dirty="0">
                <a:latin typeface="Rockwell"/>
                <a:cs typeface="Rockwell"/>
              </a:rPr>
              <a:t>r</a:t>
            </a:r>
            <a:r>
              <a:rPr sz="2000" b="1" spc="20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is</a:t>
            </a:r>
            <a:r>
              <a:rPr sz="2000" spc="-5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the</a:t>
            </a:r>
            <a:r>
              <a:rPr sz="2000" spc="15" dirty="0">
                <a:latin typeface="Rockwell"/>
                <a:cs typeface="Rockwell"/>
              </a:rPr>
              <a:t> </a:t>
            </a:r>
            <a:r>
              <a:rPr sz="2000" b="1" spc="-5" dirty="0">
                <a:latin typeface="Rockwell"/>
                <a:cs typeface="Rockwell"/>
              </a:rPr>
              <a:t>reques</a:t>
            </a:r>
            <a:r>
              <a:rPr sz="2000" b="1" dirty="0">
                <a:latin typeface="Rockwell"/>
                <a:cs typeface="Rockwell"/>
              </a:rPr>
              <a:t>t</a:t>
            </a:r>
            <a:r>
              <a:rPr sz="2000" b="1" spc="10" dirty="0">
                <a:latin typeface="Rockwell"/>
                <a:cs typeface="Rockwell"/>
              </a:rPr>
              <a:t> </a:t>
            </a:r>
            <a:r>
              <a:rPr sz="2000" b="1" spc="-5" dirty="0">
                <a:latin typeface="Rockwell"/>
                <a:cs typeface="Rockwell"/>
              </a:rPr>
              <a:t>t</a:t>
            </a:r>
            <a:r>
              <a:rPr sz="2000" b="1" dirty="0">
                <a:latin typeface="Rockwell"/>
                <a:cs typeface="Rockwell"/>
              </a:rPr>
              <a:t>o</a:t>
            </a:r>
            <a:r>
              <a:rPr sz="2000" b="1" spc="5" dirty="0">
                <a:latin typeface="Rockwell"/>
                <a:cs typeface="Rockwell"/>
              </a:rPr>
              <a:t> </a:t>
            </a:r>
            <a:r>
              <a:rPr sz="2000" b="1" dirty="0">
                <a:latin typeface="Rockwell"/>
                <a:cs typeface="Rockwell"/>
              </a:rPr>
              <a:t>deli</a:t>
            </a:r>
            <a:r>
              <a:rPr sz="2000" b="1" spc="-50" dirty="0">
                <a:latin typeface="Rockwell"/>
                <a:cs typeface="Rockwell"/>
              </a:rPr>
              <a:t>v</a:t>
            </a:r>
            <a:r>
              <a:rPr sz="2000" b="1" spc="-5" dirty="0">
                <a:latin typeface="Rockwell"/>
                <a:cs typeface="Rockwell"/>
              </a:rPr>
              <a:t>e</a:t>
            </a:r>
            <a:r>
              <a:rPr sz="2000" b="1" dirty="0">
                <a:latin typeface="Rockwell"/>
                <a:cs typeface="Rockwell"/>
              </a:rPr>
              <a:t>r</a:t>
            </a:r>
            <a:r>
              <a:rPr sz="2000" b="1" spc="25" dirty="0">
                <a:latin typeface="Rockwell"/>
                <a:cs typeface="Rockwell"/>
              </a:rPr>
              <a:t> </a:t>
            </a:r>
            <a:r>
              <a:rPr sz="2000" b="1" dirty="0">
                <a:latin typeface="Rockwell"/>
                <a:cs typeface="Rockwell"/>
              </a:rPr>
              <a:t>a project</a:t>
            </a:r>
            <a:r>
              <a:rPr sz="2000" spc="-10" dirty="0">
                <a:latin typeface="Rockwell"/>
                <a:cs typeface="Rockwell"/>
              </a:rPr>
              <a:t>.</a:t>
            </a:r>
            <a:r>
              <a:rPr sz="2000" spc="-210" dirty="0">
                <a:latin typeface="Rockwell"/>
                <a:cs typeface="Rockwell"/>
              </a:rPr>
              <a:t> </a:t>
            </a:r>
            <a:r>
              <a:rPr sz="2000" spc="20" dirty="0">
                <a:latin typeface="Rockwell"/>
                <a:cs typeface="Rockwell"/>
              </a:rPr>
              <a:t>T</a:t>
            </a:r>
            <a:r>
              <a:rPr sz="2000" spc="-5" dirty="0">
                <a:latin typeface="Rockwell"/>
                <a:cs typeface="Rockwell"/>
              </a:rPr>
              <a:t>hi</a:t>
            </a:r>
            <a:r>
              <a:rPr sz="2000" dirty="0">
                <a:latin typeface="Rockwell"/>
                <a:cs typeface="Rockwell"/>
              </a:rPr>
              <a:t>s</a:t>
            </a:r>
            <a:r>
              <a:rPr sz="2000" spc="5" dirty="0">
                <a:latin typeface="Rockwell"/>
                <a:cs typeface="Rockwell"/>
              </a:rPr>
              <a:t> </a:t>
            </a:r>
            <a:r>
              <a:rPr sz="2000" spc="-90" dirty="0">
                <a:latin typeface="Rockwell"/>
                <a:cs typeface="Rockwell"/>
              </a:rPr>
              <a:t>r</a:t>
            </a:r>
            <a:r>
              <a:rPr sz="2000" spc="-5" dirty="0">
                <a:latin typeface="Rockwell"/>
                <a:cs typeface="Rockwell"/>
              </a:rPr>
              <a:t>eq</a:t>
            </a:r>
            <a:r>
              <a:rPr sz="2000" spc="-10" dirty="0">
                <a:latin typeface="Rockwell"/>
                <a:cs typeface="Rockwell"/>
              </a:rPr>
              <a:t>u</a:t>
            </a:r>
            <a:r>
              <a:rPr sz="2000" spc="-5" dirty="0">
                <a:latin typeface="Rockwell"/>
                <a:cs typeface="Rockwell"/>
              </a:rPr>
              <a:t>es</a:t>
            </a:r>
            <a:r>
              <a:rPr sz="2000" dirty="0">
                <a:latin typeface="Rockwell"/>
                <a:cs typeface="Rockwell"/>
              </a:rPr>
              <a:t>t</a:t>
            </a:r>
            <a:r>
              <a:rPr sz="2000" spc="5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is</a:t>
            </a:r>
            <a:r>
              <a:rPr sz="2000" spc="-5" dirty="0">
                <a:latin typeface="Rockwell"/>
                <a:cs typeface="Rockwell"/>
              </a:rPr>
              <a:t> </a:t>
            </a:r>
            <a:r>
              <a:rPr sz="2000" spc="-25" dirty="0">
                <a:latin typeface="Rockwell"/>
                <a:cs typeface="Rockwell"/>
              </a:rPr>
              <a:t>m</a:t>
            </a:r>
            <a:r>
              <a:rPr sz="2000" spc="-5" dirty="0">
                <a:latin typeface="Rockwell"/>
                <a:cs typeface="Rockwell"/>
              </a:rPr>
              <a:t>a</a:t>
            </a:r>
            <a:r>
              <a:rPr sz="2000" dirty="0">
                <a:latin typeface="Rockwell"/>
                <a:cs typeface="Rockwell"/>
              </a:rPr>
              <a:t>de</a:t>
            </a:r>
            <a:r>
              <a:rPr sz="2000" spc="5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to</a:t>
            </a:r>
            <a:r>
              <a:rPr sz="2000" spc="-10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the</a:t>
            </a:r>
            <a:r>
              <a:rPr sz="2000" spc="10" dirty="0">
                <a:latin typeface="Rockwell"/>
                <a:cs typeface="Rockwell"/>
              </a:rPr>
              <a:t> </a:t>
            </a:r>
            <a:r>
              <a:rPr sz="2000" spc="-5" dirty="0">
                <a:latin typeface="Rockwell"/>
                <a:cs typeface="Rockwell"/>
              </a:rPr>
              <a:t>P</a:t>
            </a:r>
            <a:r>
              <a:rPr sz="2000" spc="-70" dirty="0">
                <a:latin typeface="Rockwell"/>
                <a:cs typeface="Rockwell"/>
              </a:rPr>
              <a:t>r</a:t>
            </a:r>
            <a:r>
              <a:rPr sz="2000" spc="-5" dirty="0">
                <a:latin typeface="Rockwell"/>
                <a:cs typeface="Rockwell"/>
              </a:rPr>
              <a:t>ojec</a:t>
            </a:r>
            <a:r>
              <a:rPr sz="2000" dirty="0">
                <a:latin typeface="Rockwell"/>
                <a:cs typeface="Rockwell"/>
              </a:rPr>
              <a:t>t Boa</a:t>
            </a:r>
            <a:r>
              <a:rPr sz="2000" spc="-65" dirty="0">
                <a:latin typeface="Rockwell"/>
                <a:cs typeface="Rockwell"/>
              </a:rPr>
              <a:t>r</a:t>
            </a:r>
            <a:r>
              <a:rPr sz="2000" dirty="0">
                <a:latin typeface="Rockwell"/>
                <a:cs typeface="Rockwell"/>
              </a:rPr>
              <a:t>d</a:t>
            </a:r>
            <a:r>
              <a:rPr sz="2000" spc="-15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and</a:t>
            </a:r>
            <a:r>
              <a:rPr sz="2000" spc="-5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th</a:t>
            </a:r>
            <a:r>
              <a:rPr sz="2000" spc="-80" dirty="0">
                <a:latin typeface="Rockwell"/>
                <a:cs typeface="Rockwell"/>
              </a:rPr>
              <a:t>e</a:t>
            </a:r>
            <a:r>
              <a:rPr sz="2000" spc="-15" dirty="0">
                <a:latin typeface="Rockwell"/>
                <a:cs typeface="Rockwell"/>
              </a:rPr>
              <a:t>y</a:t>
            </a:r>
            <a:r>
              <a:rPr sz="2000" spc="10" dirty="0">
                <a:latin typeface="Rockwell"/>
                <a:cs typeface="Rockwell"/>
              </a:rPr>
              <a:t> </a:t>
            </a:r>
            <a:r>
              <a:rPr sz="2000" spc="-15" dirty="0">
                <a:latin typeface="Rockwell"/>
                <a:cs typeface="Rockwell"/>
              </a:rPr>
              <a:t>w</a:t>
            </a:r>
            <a:r>
              <a:rPr sz="2000" spc="-5" dirty="0">
                <a:latin typeface="Rockwell"/>
                <a:cs typeface="Rockwell"/>
              </a:rPr>
              <a:t>i</a:t>
            </a:r>
            <a:r>
              <a:rPr sz="2000" spc="-10" dirty="0">
                <a:latin typeface="Rockwell"/>
                <a:cs typeface="Rockwell"/>
              </a:rPr>
              <a:t>ll</a:t>
            </a:r>
            <a:r>
              <a:rPr sz="2000" spc="-15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deci</a:t>
            </a:r>
            <a:r>
              <a:rPr sz="2000" spc="5" dirty="0">
                <a:latin typeface="Rockwell"/>
                <a:cs typeface="Rockwell"/>
              </a:rPr>
              <a:t>d</a:t>
            </a:r>
            <a:r>
              <a:rPr sz="2000" dirty="0">
                <a:latin typeface="Rockwell"/>
                <a:cs typeface="Rockwell"/>
              </a:rPr>
              <a:t>e</a:t>
            </a:r>
            <a:r>
              <a:rPr sz="2000" spc="5" dirty="0">
                <a:latin typeface="Rockwell"/>
                <a:cs typeface="Rockwell"/>
              </a:rPr>
              <a:t> </a:t>
            </a:r>
            <a:r>
              <a:rPr sz="2000" spc="-10" dirty="0">
                <a:latin typeface="Rockwell"/>
                <a:cs typeface="Rockwell"/>
              </a:rPr>
              <a:t>if</a:t>
            </a:r>
            <a:r>
              <a:rPr sz="2000" dirty="0">
                <a:latin typeface="Rockwell"/>
                <a:cs typeface="Rockwell"/>
              </a:rPr>
              <a:t> the </a:t>
            </a:r>
            <a:r>
              <a:rPr sz="2000" spc="-15" dirty="0">
                <a:latin typeface="Rockwell"/>
                <a:cs typeface="Rockwell"/>
              </a:rPr>
              <a:t>p</a:t>
            </a:r>
            <a:r>
              <a:rPr sz="2000" spc="-75" dirty="0">
                <a:latin typeface="Rockwell"/>
                <a:cs typeface="Rockwell"/>
              </a:rPr>
              <a:t>r</a:t>
            </a:r>
            <a:r>
              <a:rPr sz="2000" spc="-5" dirty="0">
                <a:latin typeface="Rockwell"/>
                <a:cs typeface="Rockwell"/>
              </a:rPr>
              <a:t>ojec</a:t>
            </a:r>
            <a:r>
              <a:rPr sz="2000" dirty="0">
                <a:latin typeface="Rockwell"/>
                <a:cs typeface="Rockwell"/>
              </a:rPr>
              <a:t>t</a:t>
            </a:r>
            <a:r>
              <a:rPr sz="2000" spc="-20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can</a:t>
            </a:r>
            <a:r>
              <a:rPr sz="2000" spc="5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conti</a:t>
            </a:r>
            <a:r>
              <a:rPr sz="2000" spc="-15" dirty="0">
                <a:latin typeface="Rockwell"/>
                <a:cs typeface="Rockwell"/>
              </a:rPr>
              <a:t>n</a:t>
            </a:r>
            <a:r>
              <a:rPr sz="2000" spc="-25" dirty="0">
                <a:latin typeface="Rockwell"/>
                <a:cs typeface="Rockwell"/>
              </a:rPr>
              <a:t>u</a:t>
            </a:r>
            <a:r>
              <a:rPr sz="2000" dirty="0">
                <a:latin typeface="Rockwell"/>
                <a:cs typeface="Rockwell"/>
              </a:rPr>
              <a:t>e</a:t>
            </a:r>
            <a:r>
              <a:rPr sz="2000" spc="15" dirty="0">
                <a:latin typeface="Rockwell"/>
                <a:cs typeface="Rockwell"/>
              </a:rPr>
              <a:t> </a:t>
            </a:r>
            <a:r>
              <a:rPr sz="2000" spc="-5" dirty="0">
                <a:latin typeface="Rockwell"/>
                <a:cs typeface="Rockwell"/>
              </a:rPr>
              <a:t>o</a:t>
            </a:r>
            <a:r>
              <a:rPr sz="2000" dirty="0">
                <a:latin typeface="Rockwell"/>
                <a:cs typeface="Rockwell"/>
              </a:rPr>
              <a:t>r</a:t>
            </a:r>
            <a:r>
              <a:rPr sz="2000" spc="-5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sto</a:t>
            </a:r>
            <a:r>
              <a:rPr sz="2000" spc="-70" dirty="0">
                <a:latin typeface="Rockwell"/>
                <a:cs typeface="Rockwell"/>
              </a:rPr>
              <a:t>p</a:t>
            </a:r>
            <a:r>
              <a:rPr sz="2000" spc="-10" dirty="0">
                <a:latin typeface="Rockwell"/>
                <a:cs typeface="Rockwell"/>
              </a:rPr>
              <a:t>.</a:t>
            </a:r>
            <a:r>
              <a:rPr sz="2000" spc="-220" dirty="0">
                <a:latin typeface="Rockwell"/>
                <a:cs typeface="Rockwell"/>
              </a:rPr>
              <a:t> </a:t>
            </a:r>
            <a:r>
              <a:rPr sz="2000" spc="20" dirty="0">
                <a:latin typeface="Rockwell"/>
                <a:cs typeface="Rockwell"/>
              </a:rPr>
              <a:t>T</a:t>
            </a:r>
            <a:r>
              <a:rPr sz="2000" spc="-5" dirty="0">
                <a:latin typeface="Rockwell"/>
                <a:cs typeface="Rockwell"/>
              </a:rPr>
              <a:t>hi</a:t>
            </a:r>
            <a:r>
              <a:rPr sz="2000" dirty="0">
                <a:latin typeface="Rockwell"/>
                <a:cs typeface="Rockwell"/>
              </a:rPr>
              <a:t>s</a:t>
            </a:r>
            <a:r>
              <a:rPr sz="2000" spc="5" dirty="0">
                <a:latin typeface="Rockwell"/>
                <a:cs typeface="Rockwell"/>
              </a:rPr>
              <a:t> </a:t>
            </a:r>
            <a:r>
              <a:rPr sz="2000" spc="-90" dirty="0">
                <a:latin typeface="Rockwell"/>
                <a:cs typeface="Rockwell"/>
              </a:rPr>
              <a:t>r</a:t>
            </a:r>
            <a:r>
              <a:rPr sz="2000" spc="-5" dirty="0">
                <a:latin typeface="Rockwell"/>
                <a:cs typeface="Rockwell"/>
              </a:rPr>
              <a:t>eq</a:t>
            </a:r>
            <a:r>
              <a:rPr sz="2000" spc="-10" dirty="0">
                <a:latin typeface="Rockwell"/>
                <a:cs typeface="Rockwell"/>
              </a:rPr>
              <a:t>u</a:t>
            </a:r>
            <a:r>
              <a:rPr sz="2000" spc="-5" dirty="0">
                <a:latin typeface="Rockwell"/>
                <a:cs typeface="Rockwell"/>
              </a:rPr>
              <a:t>es</a:t>
            </a:r>
            <a:r>
              <a:rPr sz="2000" dirty="0">
                <a:latin typeface="Rockwell"/>
                <a:cs typeface="Rockwell"/>
              </a:rPr>
              <a:t>t</a:t>
            </a:r>
            <a:r>
              <a:rPr sz="2000" spc="5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can be</a:t>
            </a:r>
            <a:r>
              <a:rPr sz="2000" spc="-5" dirty="0">
                <a:latin typeface="Rockwell"/>
                <a:cs typeface="Rockwell"/>
              </a:rPr>
              <a:t> </a:t>
            </a:r>
            <a:r>
              <a:rPr sz="2000" spc="25" dirty="0">
                <a:latin typeface="Rockwell"/>
                <a:cs typeface="Rockwell"/>
              </a:rPr>
              <a:t>f</a:t>
            </a:r>
            <a:r>
              <a:rPr sz="2000" spc="-5" dirty="0">
                <a:latin typeface="Rockwell"/>
                <a:cs typeface="Rockwell"/>
              </a:rPr>
              <a:t>o</a:t>
            </a:r>
            <a:r>
              <a:rPr sz="2000" dirty="0">
                <a:latin typeface="Rockwell"/>
                <a:cs typeface="Rockwell"/>
              </a:rPr>
              <a:t>r</a:t>
            </a:r>
            <a:r>
              <a:rPr sz="2000" spc="-25" dirty="0">
                <a:latin typeface="Rockwell"/>
                <a:cs typeface="Rockwell"/>
              </a:rPr>
              <a:t>m</a:t>
            </a:r>
            <a:r>
              <a:rPr sz="2000" spc="-5" dirty="0">
                <a:latin typeface="Rockwell"/>
                <a:cs typeface="Rockwell"/>
              </a:rPr>
              <a:t>a</a:t>
            </a:r>
            <a:r>
              <a:rPr sz="2000" spc="-10" dirty="0">
                <a:latin typeface="Rockwell"/>
                <a:cs typeface="Rockwell"/>
              </a:rPr>
              <a:t>l</a:t>
            </a:r>
            <a:r>
              <a:rPr sz="2000" dirty="0">
                <a:latin typeface="Rockwell"/>
                <a:cs typeface="Rockwell"/>
              </a:rPr>
              <a:t> </a:t>
            </a:r>
            <a:r>
              <a:rPr sz="2000" spc="-5" dirty="0">
                <a:latin typeface="Rockwell"/>
                <a:cs typeface="Rockwell"/>
              </a:rPr>
              <a:t>o</a:t>
            </a:r>
            <a:r>
              <a:rPr sz="2000" dirty="0">
                <a:latin typeface="Rockwell"/>
                <a:cs typeface="Rockwell"/>
              </a:rPr>
              <a:t>r in</a:t>
            </a:r>
            <a:r>
              <a:rPr sz="2000" spc="35" dirty="0">
                <a:latin typeface="Rockwell"/>
                <a:cs typeface="Rockwell"/>
              </a:rPr>
              <a:t>f</a:t>
            </a:r>
            <a:r>
              <a:rPr sz="2000" spc="-5" dirty="0">
                <a:latin typeface="Rockwell"/>
                <a:cs typeface="Rockwell"/>
              </a:rPr>
              <a:t>o</a:t>
            </a:r>
            <a:r>
              <a:rPr sz="2000" dirty="0">
                <a:latin typeface="Rockwell"/>
                <a:cs typeface="Rockwell"/>
              </a:rPr>
              <a:t>r</a:t>
            </a:r>
            <a:r>
              <a:rPr sz="2000" spc="-25" dirty="0">
                <a:latin typeface="Rockwell"/>
                <a:cs typeface="Rockwell"/>
              </a:rPr>
              <a:t>m</a:t>
            </a:r>
            <a:r>
              <a:rPr sz="2000" spc="-5" dirty="0">
                <a:latin typeface="Rockwell"/>
                <a:cs typeface="Rockwell"/>
              </a:rPr>
              <a:t>a</a:t>
            </a:r>
            <a:r>
              <a:rPr sz="2000" spc="-10" dirty="0">
                <a:latin typeface="Rockwell"/>
                <a:cs typeface="Rockwell"/>
              </a:rPr>
              <a:t>l</a:t>
            </a:r>
            <a:r>
              <a:rPr sz="2000" dirty="0">
                <a:latin typeface="Rockwell"/>
                <a:cs typeface="Rockwell"/>
              </a:rPr>
              <a:t> and depends</a:t>
            </a:r>
            <a:r>
              <a:rPr sz="2000" spc="-5" dirty="0">
                <a:latin typeface="Rockwell"/>
                <a:cs typeface="Rockwell"/>
              </a:rPr>
              <a:t> o</a:t>
            </a:r>
            <a:r>
              <a:rPr sz="2000" dirty="0">
                <a:latin typeface="Rockwell"/>
                <a:cs typeface="Rockwell"/>
              </a:rPr>
              <a:t>n the</a:t>
            </a:r>
            <a:r>
              <a:rPr sz="2000" spc="5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c</a:t>
            </a:r>
            <a:r>
              <a:rPr sz="2000" spc="-10" dirty="0">
                <a:latin typeface="Rockwell"/>
                <a:cs typeface="Rockwell"/>
              </a:rPr>
              <a:t>u</a:t>
            </a:r>
            <a:r>
              <a:rPr sz="2000" dirty="0">
                <a:latin typeface="Rockwell"/>
                <a:cs typeface="Rockwell"/>
              </a:rPr>
              <a:t>lt</a:t>
            </a:r>
            <a:r>
              <a:rPr sz="2000" spc="-10" dirty="0">
                <a:latin typeface="Rockwell"/>
                <a:cs typeface="Rockwell"/>
              </a:rPr>
              <a:t>u</a:t>
            </a:r>
            <a:r>
              <a:rPr sz="2000" spc="-80" dirty="0">
                <a:latin typeface="Rockwell"/>
                <a:cs typeface="Rockwell"/>
              </a:rPr>
              <a:t>r</a:t>
            </a:r>
            <a:r>
              <a:rPr sz="2000" dirty="0">
                <a:latin typeface="Rockwell"/>
                <a:cs typeface="Rockwell"/>
              </a:rPr>
              <a:t>e</a:t>
            </a:r>
            <a:r>
              <a:rPr sz="2000" spc="-10" dirty="0">
                <a:latin typeface="Rockwell"/>
                <a:cs typeface="Rockwell"/>
              </a:rPr>
              <a:t> </a:t>
            </a:r>
            <a:r>
              <a:rPr sz="2000" spc="-5" dirty="0">
                <a:latin typeface="Rockwell"/>
                <a:cs typeface="Rockwell"/>
              </a:rPr>
              <a:t>o</a:t>
            </a:r>
            <a:r>
              <a:rPr sz="2000" dirty="0">
                <a:latin typeface="Rockwell"/>
                <a:cs typeface="Rockwell"/>
              </a:rPr>
              <a:t>f</a:t>
            </a:r>
            <a:r>
              <a:rPr sz="2000" spc="5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the</a:t>
            </a:r>
            <a:r>
              <a:rPr sz="2000" spc="-10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comp</a:t>
            </a:r>
            <a:r>
              <a:rPr sz="2000" spc="5" dirty="0">
                <a:latin typeface="Rockwell"/>
                <a:cs typeface="Rockwell"/>
              </a:rPr>
              <a:t>a</a:t>
            </a:r>
            <a:r>
              <a:rPr sz="2000" spc="-50" dirty="0">
                <a:latin typeface="Rockwell"/>
                <a:cs typeface="Rockwell"/>
              </a:rPr>
              <a:t>n</a:t>
            </a:r>
            <a:r>
              <a:rPr sz="2000" dirty="0">
                <a:latin typeface="Rockwell"/>
                <a:cs typeface="Rockwell"/>
              </a:rPr>
              <a:t>y</a:t>
            </a:r>
            <a:r>
              <a:rPr sz="2000" spc="-15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and</a:t>
            </a:r>
            <a:r>
              <a:rPr sz="2000" spc="-5" dirty="0">
                <a:latin typeface="Rockwell"/>
                <a:cs typeface="Rockwell"/>
              </a:rPr>
              <a:t> </a:t>
            </a:r>
            <a:r>
              <a:rPr sz="2000" dirty="0">
                <a:latin typeface="Rockwell"/>
                <a:cs typeface="Rockwell"/>
              </a:rPr>
              <a:t>si</a:t>
            </a:r>
            <a:r>
              <a:rPr sz="2000" spc="-15" dirty="0">
                <a:latin typeface="Rockwell"/>
                <a:cs typeface="Rockwell"/>
              </a:rPr>
              <a:t>z</a:t>
            </a:r>
            <a:r>
              <a:rPr sz="2000" dirty="0">
                <a:latin typeface="Rockwell"/>
                <a:cs typeface="Rockwell"/>
              </a:rPr>
              <a:t>e </a:t>
            </a:r>
            <a:r>
              <a:rPr sz="2000" spc="-5" dirty="0">
                <a:latin typeface="Rockwell"/>
                <a:cs typeface="Rockwell"/>
              </a:rPr>
              <a:t>o</a:t>
            </a:r>
            <a:r>
              <a:rPr sz="2000" dirty="0">
                <a:latin typeface="Rockwell"/>
                <a:cs typeface="Rockwell"/>
              </a:rPr>
              <a:t>f the</a:t>
            </a:r>
            <a:r>
              <a:rPr sz="2000" spc="-5" dirty="0">
                <a:latin typeface="Rockwell"/>
                <a:cs typeface="Rockwell"/>
              </a:rPr>
              <a:t> </a:t>
            </a:r>
            <a:r>
              <a:rPr sz="2000" spc="5" dirty="0">
                <a:latin typeface="Rockwell"/>
                <a:cs typeface="Rockwell"/>
              </a:rPr>
              <a:t>p</a:t>
            </a:r>
            <a:r>
              <a:rPr sz="2000" spc="-70" dirty="0">
                <a:latin typeface="Rockwell"/>
                <a:cs typeface="Rockwell"/>
              </a:rPr>
              <a:t>r</a:t>
            </a:r>
            <a:r>
              <a:rPr sz="2000" spc="-5" dirty="0">
                <a:latin typeface="Rockwell"/>
                <a:cs typeface="Rockwell"/>
              </a:rPr>
              <a:t>ojec</a:t>
            </a:r>
            <a:r>
              <a:rPr sz="2000" spc="-10" dirty="0">
                <a:latin typeface="Rockwell"/>
                <a:cs typeface="Rockwell"/>
              </a:rPr>
              <a:t>t</a:t>
            </a:r>
            <a:r>
              <a:rPr sz="2000" dirty="0">
                <a:latin typeface="Rockwell"/>
                <a:cs typeface="Rockwell"/>
              </a:rPr>
              <a:t>.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5763259" y="29832"/>
            <a:ext cx="1397000" cy="1846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200" dirty="0">
                <a:latin typeface="Courier New"/>
                <a:cs typeface="Courier New"/>
              </a:rPr>
              <a:t>- Pankaj </a:t>
            </a:r>
            <a:r>
              <a:rPr lang="es-ES" sz="1200" dirty="0">
                <a:latin typeface="Courier New"/>
                <a:cs typeface="Courier New"/>
              </a:rPr>
              <a:t> </a:t>
            </a:r>
            <a:endParaRPr sz="1200" dirty="0">
              <a:latin typeface="Courier New"/>
              <a:cs typeface="Courier New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0" y="-30957"/>
            <a:ext cx="12192000" cy="548956"/>
          </a:xfrm>
          <a:prstGeom prst="rect">
            <a:avLst/>
          </a:prstGeom>
          <a:solidFill>
            <a:srgbClr val="00008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dirty="0" smtClean="0">
                <a:latin typeface="Rockwell" charset="0"/>
                <a:ea typeface="Rockwell" charset="0"/>
                <a:cs typeface="Rockwell" charset="0"/>
              </a:rPr>
              <a:t>Initiating a Project</a:t>
            </a:r>
            <a:endParaRPr lang="en-US" sz="2800" dirty="0">
              <a:latin typeface="Rockwell" charset="0"/>
              <a:ea typeface="Rockwell" charset="0"/>
              <a:cs typeface="Rockwell" charset="0"/>
            </a:endParaRPr>
          </a:p>
        </p:txBody>
      </p:sp>
      <p:sp>
        <p:nvSpPr>
          <p:cNvPr id="10" name="object 3"/>
          <p:cNvSpPr/>
          <p:nvPr/>
        </p:nvSpPr>
        <p:spPr>
          <a:xfrm>
            <a:off x="0" y="6437707"/>
            <a:ext cx="12192000" cy="405130"/>
          </a:xfrm>
          <a:custGeom>
            <a:avLst/>
            <a:gdLst/>
            <a:ahLst/>
            <a:cxnLst/>
            <a:rect l="l" t="t" r="r" b="b"/>
            <a:pathLst>
              <a:path w="9144000" h="405129">
                <a:moveTo>
                  <a:pt x="9144000" y="404811"/>
                </a:moveTo>
                <a:lnTo>
                  <a:pt x="9144000" y="0"/>
                </a:lnTo>
                <a:lnTo>
                  <a:pt x="0" y="0"/>
                </a:lnTo>
                <a:lnTo>
                  <a:pt x="0" y="404811"/>
                </a:lnTo>
                <a:lnTo>
                  <a:pt x="9144000" y="404811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3634736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151</TotalTime>
  <Words>1125</Words>
  <Application>Microsoft Macintosh PowerPoint</Application>
  <PresentationFormat>Widescreen</PresentationFormat>
  <Paragraphs>136</Paragraphs>
  <Slides>17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5" baseType="lpstr">
      <vt:lpstr>Calibri</vt:lpstr>
      <vt:lpstr>Calibri Light</vt:lpstr>
      <vt:lpstr>Courier New</vt:lpstr>
      <vt:lpstr>Rockwell</vt:lpstr>
      <vt:lpstr>Times New Roman</vt:lpstr>
      <vt:lpstr>Wingdings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15.0026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Maria Luisa Frigerio</dc:creator>
  <cp:lastModifiedBy>Maria Luisa Frigerio</cp:lastModifiedBy>
  <cp:revision>10</cp:revision>
  <dcterms:created xsi:type="dcterms:W3CDTF">2019-06-29T13:13:17Z</dcterms:created>
  <dcterms:modified xsi:type="dcterms:W3CDTF">2019-07-06T09:40:01Z</dcterms:modified>
</cp:coreProperties>
</file>